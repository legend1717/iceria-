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98" r:id="rId2"/>
    <p:sldId id="729" r:id="rId3"/>
    <p:sldId id="730" r:id="rId4"/>
    <p:sldId id="279" r:id="rId5"/>
    <p:sldId id="388" r:id="rId6"/>
    <p:sldId id="725" r:id="rId7"/>
    <p:sldId id="357" r:id="rId8"/>
    <p:sldId id="417" r:id="rId9"/>
    <p:sldId id="724" r:id="rId10"/>
    <p:sldId id="728" r:id="rId11"/>
    <p:sldId id="258" r:id="rId12"/>
    <p:sldId id="315" r:id="rId13"/>
    <p:sldId id="726" r:id="rId14"/>
    <p:sldId id="300" r:id="rId15"/>
    <p:sldId id="373" r:id="rId16"/>
    <p:sldId id="731" r:id="rId17"/>
    <p:sldId id="727" r:id="rId18"/>
    <p:sldId id="358" r:id="rId19"/>
    <p:sldId id="419" r:id="rId2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C29DEFF3-19FA-4185-B752-5F8BDA3725B8}">
          <p14:sldIdLst>
            <p14:sldId id="398"/>
            <p14:sldId id="729"/>
            <p14:sldId id="730"/>
            <p14:sldId id="279"/>
            <p14:sldId id="388"/>
            <p14:sldId id="725"/>
            <p14:sldId id="357"/>
            <p14:sldId id="417"/>
            <p14:sldId id="724"/>
            <p14:sldId id="728"/>
            <p14:sldId id="258"/>
            <p14:sldId id="315"/>
            <p14:sldId id="726"/>
            <p14:sldId id="300"/>
            <p14:sldId id="373"/>
            <p14:sldId id="731"/>
            <p14:sldId id="727"/>
            <p14:sldId id="358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reurs, Frederick (IITA)" initials="SF(" lastIdx="1" clrIdx="0">
    <p:extLst>
      <p:ext uri="{19B8F6BF-5375-455C-9EA6-DF929625EA0E}">
        <p15:presenceInfo xmlns:p15="http://schemas.microsoft.com/office/powerpoint/2012/main" userId="S::F.Schreurs@cgiar.org::f3bf9072594dece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377"/>
    <a:srgbClr val="8F6D2E"/>
    <a:srgbClr val="41991B"/>
    <a:srgbClr val="33CC00"/>
    <a:srgbClr val="0080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93546" autoAdjust="0"/>
  </p:normalViewPr>
  <p:slideViewPr>
    <p:cSldViewPr>
      <p:cViewPr>
        <p:scale>
          <a:sx n="53" d="100"/>
          <a:sy n="53" d="100"/>
        </p:scale>
        <p:origin x="1872" y="320"/>
      </p:cViewPr>
      <p:guideLst>
        <p:guide orient="horz" pos="432"/>
        <p:guide pos="2876"/>
      </p:guideLst>
    </p:cSldViewPr>
  </p:slideViewPr>
  <p:outlineViewPr>
    <p:cViewPr>
      <p:scale>
        <a:sx n="33" d="100"/>
        <a:sy n="33" d="100"/>
      </p:scale>
      <p:origin x="0" y="86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52AF0E-3FE6-244D-887F-05F644A859CB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</dgm:pt>
    <dgm:pt modelId="{CC99C86F-60FB-F24C-B87D-CFEF20271ADA}">
      <dgm:prSet phldrT="[Text]" custT="1"/>
      <dgm:spPr>
        <a:solidFill>
          <a:schemeClr val="bg1">
            <a:alpha val="79000"/>
          </a:schemeClr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600" dirty="0">
              <a:latin typeface="Chalkboard" panose="03050602040202020205" pitchFamily="66" charset="77"/>
            </a:rPr>
            <a:t>Conduct feasibility study, competitiveness of greenfield projects, farm &amp; business plan</a:t>
          </a:r>
        </a:p>
      </dgm:t>
    </dgm:pt>
    <dgm:pt modelId="{FA935019-E118-2547-BF56-3B52D30CC86A}" type="parTrans" cxnId="{BBE103B2-847D-F64E-86F5-F71693D98B14}">
      <dgm:prSet/>
      <dgm:spPr/>
      <dgm:t>
        <a:bodyPr/>
        <a:lstStyle/>
        <a:p>
          <a:endParaRPr lang="en-US"/>
        </a:p>
      </dgm:t>
    </dgm:pt>
    <dgm:pt modelId="{3D29ED78-93C9-5C4B-94A4-1978386C1D84}" type="sibTrans" cxnId="{BBE103B2-847D-F64E-86F5-F71693D98B14}">
      <dgm:prSet/>
      <dgm:spPr/>
      <dgm:t>
        <a:bodyPr/>
        <a:lstStyle/>
        <a:p>
          <a:endParaRPr lang="en-US"/>
        </a:p>
      </dgm:t>
    </dgm:pt>
    <dgm:pt modelId="{3929622D-EDDB-5849-99CD-21F4048B2957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600" dirty="0">
              <a:latin typeface="Chalkboard" panose="03050602040202020205" pitchFamily="66" charset="77"/>
            </a:rPr>
            <a:t>Providing technical advice to support strategic investment decisions, establishing and improving backward linkages</a:t>
          </a:r>
        </a:p>
      </dgm:t>
    </dgm:pt>
    <dgm:pt modelId="{F05C910C-191B-8A4E-9C70-47833D63BA36}" type="sibTrans" cxnId="{7940FB84-8B92-C54E-A337-3DB212E64FE0}">
      <dgm:prSet/>
      <dgm:spPr/>
      <dgm:t>
        <a:bodyPr/>
        <a:lstStyle/>
        <a:p>
          <a:endParaRPr lang="en-US"/>
        </a:p>
      </dgm:t>
    </dgm:pt>
    <dgm:pt modelId="{30320245-74A4-7849-A530-0519F8457F41}" type="parTrans" cxnId="{7940FB84-8B92-C54E-A337-3DB212E64FE0}">
      <dgm:prSet/>
      <dgm:spPr/>
      <dgm:t>
        <a:bodyPr/>
        <a:lstStyle/>
        <a:p>
          <a:endParaRPr lang="en-US"/>
        </a:p>
      </dgm:t>
    </dgm:pt>
    <dgm:pt modelId="{3907E8F6-8612-8845-8E7E-7E92F4748C94}" type="pres">
      <dgm:prSet presAssocID="{0E52AF0E-3FE6-244D-887F-05F644A859CB}" presName="Name0" presStyleCnt="0">
        <dgm:presLayoutVars>
          <dgm:chMax val="7"/>
          <dgm:chPref val="5"/>
        </dgm:presLayoutVars>
      </dgm:prSet>
      <dgm:spPr/>
    </dgm:pt>
    <dgm:pt modelId="{49F001A0-C143-594E-A886-89ED2E230337}" type="pres">
      <dgm:prSet presAssocID="{0E52AF0E-3FE6-244D-887F-05F644A859CB}" presName="arrowNode" presStyleLbl="node1" presStyleIdx="0" presStyleCnt="1" custAng="4049262" custFlipVert="1" custScaleX="61533" custScaleY="73701" custLinFactNeighborX="14857" custLinFactNeighborY="14674"/>
      <dgm:spPr/>
    </dgm:pt>
    <dgm:pt modelId="{AA5C6701-3FC6-2446-BDAA-D2C847354EA8}" type="pres">
      <dgm:prSet presAssocID="{3929622D-EDDB-5849-99CD-21F4048B2957}" presName="txNode1" presStyleLbl="revTx" presStyleIdx="0" presStyleCnt="2" custScaleX="333496" custScaleY="143804" custLinFactX="100000" custLinFactNeighborX="171090" custLinFactNeighborY="733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FF54ED-2764-F54F-9E24-D8B15DC685F6}" type="pres">
      <dgm:prSet presAssocID="{CC99C86F-60FB-F24C-B87D-CFEF20271ADA}" presName="txNode2" presStyleLbl="revTx" presStyleIdx="1" presStyleCnt="2" custScaleX="289922" custScaleY="124981" custLinFactY="-73615" custLinFactNeighborX="94982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7B90BBF-0E12-184C-B6F4-42C0778B7297}" type="presOf" srcId="{3929622D-EDDB-5849-99CD-21F4048B2957}" destId="{AA5C6701-3FC6-2446-BDAA-D2C847354EA8}" srcOrd="0" destOrd="0" presId="urn:microsoft.com/office/officeart/2009/3/layout/DescendingProcess"/>
    <dgm:cxn modelId="{6F06C6BF-121D-084F-B884-FBEC32CDF84A}" type="presOf" srcId="{0E52AF0E-3FE6-244D-887F-05F644A859CB}" destId="{3907E8F6-8612-8845-8E7E-7E92F4748C94}" srcOrd="0" destOrd="0" presId="urn:microsoft.com/office/officeart/2009/3/layout/DescendingProcess"/>
    <dgm:cxn modelId="{BBE103B2-847D-F64E-86F5-F71693D98B14}" srcId="{0E52AF0E-3FE6-244D-887F-05F644A859CB}" destId="{CC99C86F-60FB-F24C-B87D-CFEF20271ADA}" srcOrd="1" destOrd="0" parTransId="{FA935019-E118-2547-BF56-3B52D30CC86A}" sibTransId="{3D29ED78-93C9-5C4B-94A4-1978386C1D84}"/>
    <dgm:cxn modelId="{6515A44E-2FAE-C746-84FE-9402CD17A548}" type="presOf" srcId="{CC99C86F-60FB-F24C-B87D-CFEF20271ADA}" destId="{95FF54ED-2764-F54F-9E24-D8B15DC685F6}" srcOrd="0" destOrd="0" presId="urn:microsoft.com/office/officeart/2009/3/layout/DescendingProcess"/>
    <dgm:cxn modelId="{7940FB84-8B92-C54E-A337-3DB212E64FE0}" srcId="{0E52AF0E-3FE6-244D-887F-05F644A859CB}" destId="{3929622D-EDDB-5849-99CD-21F4048B2957}" srcOrd="0" destOrd="0" parTransId="{30320245-74A4-7849-A530-0519F8457F41}" sibTransId="{F05C910C-191B-8A4E-9C70-47833D63BA36}"/>
    <dgm:cxn modelId="{596B5BC7-653D-4E4A-A58A-8A136599F57A}" type="presParOf" srcId="{3907E8F6-8612-8845-8E7E-7E92F4748C94}" destId="{49F001A0-C143-594E-A886-89ED2E230337}" srcOrd="0" destOrd="0" presId="urn:microsoft.com/office/officeart/2009/3/layout/DescendingProcess"/>
    <dgm:cxn modelId="{7BF888FA-4738-B14A-B1D4-F17D4BCEEF52}" type="presParOf" srcId="{3907E8F6-8612-8845-8E7E-7E92F4748C94}" destId="{AA5C6701-3FC6-2446-BDAA-D2C847354EA8}" srcOrd="1" destOrd="0" presId="urn:microsoft.com/office/officeart/2009/3/layout/DescendingProcess"/>
    <dgm:cxn modelId="{B9C3C688-B876-4F45-AFCC-C896B0F9C32E}" type="presParOf" srcId="{3907E8F6-8612-8845-8E7E-7E92F4748C94}" destId="{95FF54ED-2764-F54F-9E24-D8B15DC685F6}" srcOrd="2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01A0-C143-594E-A886-89ED2E230337}">
      <dsp:nvSpPr>
        <dsp:cNvPr id="0" name=""/>
        <dsp:cNvSpPr/>
      </dsp:nvSpPr>
      <dsp:spPr>
        <a:xfrm rot="13154364" flipV="1">
          <a:off x="2862078" y="1033672"/>
          <a:ext cx="1506867" cy="737784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C6701-3FC6-2446-BDAA-D2C847354EA8}">
      <dsp:nvSpPr>
        <dsp:cNvPr id="0" name=""/>
        <dsp:cNvSpPr/>
      </dsp:nvSpPr>
      <dsp:spPr>
        <a:xfrm>
          <a:off x="3651679" y="201863"/>
          <a:ext cx="3048792" cy="516813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b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latin typeface="Chalkboard" panose="03050602040202020205" pitchFamily="66" charset="77"/>
            </a:rPr>
            <a:t>Providing technical advice to support strategic investment decisions, establishing and improving backward linkages</a:t>
          </a:r>
        </a:p>
      </dsp:txBody>
      <dsp:txXfrm>
        <a:off x="3651679" y="201863"/>
        <a:ext cx="3048792" cy="516813"/>
      </dsp:txXfrm>
    </dsp:sp>
    <dsp:sp modelId="{95FF54ED-2764-F54F-9E24-D8B15DC685F6}">
      <dsp:nvSpPr>
        <dsp:cNvPr id="0" name=""/>
        <dsp:cNvSpPr/>
      </dsp:nvSpPr>
      <dsp:spPr>
        <a:xfrm>
          <a:off x="3476346" y="1234855"/>
          <a:ext cx="3581679" cy="449165"/>
        </a:xfrm>
        <a:prstGeom prst="rect">
          <a:avLst/>
        </a:prstGeom>
        <a:solidFill>
          <a:schemeClr val="bg1">
            <a:alpha val="79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600" kern="1200" dirty="0">
              <a:latin typeface="Chalkboard" panose="03050602040202020205" pitchFamily="66" charset="77"/>
            </a:rPr>
            <a:t>Conduct feasibility study, competitiveness of greenfield projects, farm &amp; business plan</a:t>
          </a:r>
        </a:p>
      </dsp:txBody>
      <dsp:txXfrm>
        <a:off x="3476346" y="1234855"/>
        <a:ext cx="3581679" cy="449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670867D2-6F11-433E-93B9-593D954D2C19}" type="datetimeFigureOut">
              <a:rPr lang="en-US"/>
              <a:pPr>
                <a:defRPr/>
              </a:pPr>
              <a:t>10/24/2019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AB87A671-EE40-4AD1-BF75-DE8F8B7B74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32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7A671-EE40-4AD1-BF75-DE8F8B7B741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8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7A671-EE40-4AD1-BF75-DE8F8B7B741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8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7A671-EE40-4AD1-BF75-DE8F8B7B741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30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7A671-EE40-4AD1-BF75-DE8F8B7B741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597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87A671-EE40-4AD1-BF75-DE8F8B7B741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30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E860F21-E3CF-4D2D-983F-D2C940B655B9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3FEA5AC-06F9-4708-A249-7E2F652C554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D0C4C2-8CA5-4E91-9148-9ED3A507EA28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4AFC2B-0418-4AAA-A6F4-1C1DE2BDD4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DBEEB3D-F8B1-4089-9CD0-4773C92CE1D3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5A85012-6DEB-446C-9B46-62FCF710620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147FA66-B9AB-442A-972D-74413ADCE796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A322E3C-C444-404D-8653-FA6330744C8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E34C0A4-FE15-4486-97D8-2DCCFD574FA3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DB92A5-0A48-4656-9598-A45CFFD48E5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918720-A4FA-4387-B6DF-132098FE8FB3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6DD6BB-BE03-45FA-A2BC-90710A73BFB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6AAD70-2811-4F1F-8A06-C45A574BB449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29CF1B0-B68A-4C63-BD09-68BBB9BB05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71B4B2-5893-4C71-8AE5-E0E592F00977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60B4DE-8542-4FCE-ADBC-3093AF8C91B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69C7E4-9667-4DC4-8E77-8778E78222E6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AF943F-F70B-46F1-908B-45C07C2CB50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8B45A1-6AD5-4077-9C86-F5705F89B82C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53D210F-208C-4EDD-83B9-8129EAEBCB9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01B4C5D-C8F1-4A2C-A844-AF191F7DBF0B}" type="datetimeFigureOut">
              <a:rPr lang="en-GB"/>
              <a:pPr>
                <a:defRPr/>
              </a:pPr>
              <a:t>24/10/2019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DEA77F6-DB23-4EBA-967A-1D04EDF3C72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3907E-4128-4DB3-9B0F-3235425686E8}" type="datetimeFigureOut">
              <a:rPr lang="en-US"/>
              <a:pPr>
                <a:defRPr/>
              </a:pPr>
              <a:t>10/24/2019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E5DF1-43D0-4F62-8A81-C439FB04AF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0" descr="logo2.jpg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400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Title 1"/>
          <p:cNvSpPr txBox="1">
            <a:spLocks/>
          </p:cNvSpPr>
          <p:nvPr/>
        </p:nvSpPr>
        <p:spPr bwMode="auto">
          <a:xfrm>
            <a:off x="533400" y="6553200"/>
            <a:ext cx="259080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en-US" sz="1400" dirty="0">
                <a:solidFill>
                  <a:prstClr val="white"/>
                </a:solidFill>
                <a:latin typeface="Calibri" pitchFamily="34" charset="0"/>
                <a:ea typeface="ＭＳ Ｐゴシック" pitchFamily="34" charset="-128"/>
              </a:rPr>
              <a:t>A member of CGIAR consortium</a:t>
            </a:r>
          </a:p>
        </p:txBody>
      </p:sp>
      <p:sp>
        <p:nvSpPr>
          <p:cNvPr id="1029" name="Title 1"/>
          <p:cNvSpPr txBox="1">
            <a:spLocks/>
          </p:cNvSpPr>
          <p:nvPr/>
        </p:nvSpPr>
        <p:spPr bwMode="auto">
          <a:xfrm>
            <a:off x="7645400" y="654367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400" dirty="0">
                <a:solidFill>
                  <a:prstClr val="white"/>
                </a:solidFill>
                <a:latin typeface="Calibri" pitchFamily="34" charset="0"/>
              </a:rPr>
              <a:t>www.iita.org</a:t>
            </a: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0" y="0"/>
            <a:ext cx="9152467" cy="838200"/>
          </a:xfrm>
          <a:prstGeom prst="rect">
            <a:avLst/>
          </a:prstGeom>
          <a:solidFill>
            <a:srgbClr val="EC5A1C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" name="Picture 6" descr="BIP_logoreversedHIGHRES.jpg"/>
          <p:cNvPicPr>
            <a:picLocks noChangeAspect="1"/>
          </p:cNvPicPr>
          <p:nvPr userDrawn="1"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750" y="31751"/>
            <a:ext cx="1524000" cy="798286"/>
          </a:xfrm>
          <a:prstGeom prst="rect">
            <a:avLst/>
          </a:prstGeom>
        </p:spPr>
      </p:pic>
      <p:pic>
        <p:nvPicPr>
          <p:cNvPr id="8" name="Picture 7" descr="CGIAR Alpha white logo small.tif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4946" y="114300"/>
            <a:ext cx="542735" cy="6350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 bwMode="auto">
          <a:xfrm>
            <a:off x="1695450" y="69850"/>
            <a:ext cx="0" cy="692150"/>
          </a:xfrm>
          <a:prstGeom prst="line">
            <a:avLst/>
          </a:prstGeom>
          <a:solidFill>
            <a:schemeClr val="accent1"/>
          </a:solidFill>
          <a:ln w="6350" cap="sq" cmpd="sng" algn="ctr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8" r:id="rId1"/>
    <p:sldLayoutId id="2147485099" r:id="rId2"/>
    <p:sldLayoutId id="2147485100" r:id="rId3"/>
    <p:sldLayoutId id="2147485101" r:id="rId4"/>
    <p:sldLayoutId id="2147485102" r:id="rId5"/>
    <p:sldLayoutId id="2147485103" r:id="rId6"/>
    <p:sldLayoutId id="2147485104" r:id="rId7"/>
    <p:sldLayoutId id="2147485105" r:id="rId8"/>
    <p:sldLayoutId id="2147485106" r:id="rId9"/>
    <p:sldLayoutId id="2147485107" r:id="rId10"/>
    <p:sldLayoutId id="2147485108" r:id="rId11"/>
    <p:sldLayoutId id="21474851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3.jpeg"/><Relationship Id="rId7" Type="http://schemas.openxmlformats.org/officeDocument/2006/relationships/hyperlink" Target="https://www.google.com.ng/url?sa=i&amp;rct=j&amp;q=&amp;esrc=s&amp;source=images&amp;cd=&amp;cad=rja&amp;uact=8&amp;ved=0ahUKEwjVtoul9eTUAhVCSRoKHWplCn8QjRwIBw&amp;url=https://www.marijuana.com/news/2017/01/plant-tissue-culture-cloning-of-the-future/&amp;psig=AFQjCNG9g0a1FWmnaBu3YnX1lgX9FhkW0A&amp;ust=1498889646207941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11" Type="http://schemas.openxmlformats.org/officeDocument/2006/relationships/image" Target="cid:77F035AE-C0F5-4B91-BCB4-5F32CF414294@CGIARAD.ORG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jpe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7.tif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mailto:f.schreurs@cgiar.or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6917245787_30538606c4_o.jp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420"/>
          <a:stretch/>
        </p:blipFill>
        <p:spPr>
          <a:xfrm>
            <a:off x="3208" y="609600"/>
            <a:ext cx="9144000" cy="593997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76400" y="762000"/>
            <a:ext cx="6896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latin typeface="Calibri" pitchFamily="34" charset="0"/>
              </a:rPr>
              <a:t>Breakthroughs &amp; Innovations </a:t>
            </a:r>
            <a:br>
              <a:rPr lang="en-GB" sz="4000" b="1" dirty="0">
                <a:latin typeface="Calibri" pitchFamily="34" charset="0"/>
              </a:rPr>
            </a:br>
            <a:r>
              <a:rPr lang="en-GB" sz="4000" b="1" dirty="0">
                <a:latin typeface="Calibri" pitchFamily="34" charset="0"/>
              </a:rPr>
              <a:t>in Agricultural Research</a:t>
            </a:r>
            <a:endParaRPr lang="en-US" sz="4000" dirty="0">
              <a:latin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1999" y="5366101"/>
            <a:ext cx="5783283" cy="697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580"/>
              </a:lnSpc>
            </a:pPr>
            <a:r>
              <a:rPr lang="en-GB" sz="4800" b="1" kern="900" dirty="0">
                <a:solidFill>
                  <a:srgbClr val="FF6600"/>
                </a:solidFill>
                <a:latin typeface="Calibri" pitchFamily="34" charset="0"/>
              </a:rPr>
              <a:t>The IITA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88D0915-1834-4B28-BBE8-EC14D40A54EE}"/>
              </a:ext>
            </a:extLst>
          </p:cNvPr>
          <p:cNvSpPr txBox="1"/>
          <p:nvPr/>
        </p:nvSpPr>
        <p:spPr>
          <a:xfrm>
            <a:off x="260973" y="1119592"/>
            <a:ext cx="56826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600" dirty="0">
                <a:latin typeface="+mj-lt"/>
              </a:rPr>
              <a:t>We are a </a:t>
            </a:r>
            <a:r>
              <a:rPr lang="en-GB" sz="2600" dirty="0" smtClean="0">
                <a:latin typeface="+mj-lt"/>
              </a:rPr>
              <a:t>non-profit </a:t>
            </a:r>
            <a:r>
              <a:rPr lang="en-GB" sz="2600" dirty="0">
                <a:latin typeface="+mj-lt"/>
              </a:rPr>
              <a:t>institution that generates agricultural innovations to meet Africa’s most pressing challenges of hunger, malnutrition, poverty, and natural resource degradation. </a:t>
            </a:r>
            <a:r>
              <a:rPr lang="en-GB" sz="2400" dirty="0"/>
              <a:t> 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1898D9C-ED62-4DA5-B248-4D929FF09A16}"/>
              </a:ext>
            </a:extLst>
          </p:cNvPr>
          <p:cNvSpPr/>
          <p:nvPr/>
        </p:nvSpPr>
        <p:spPr>
          <a:xfrm>
            <a:off x="5943601" y="76200"/>
            <a:ext cx="3200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schemeClr val="bg1">
                    <a:lumMod val="95000"/>
                  </a:schemeClr>
                </a:solidFill>
                <a:latin typeface="+mn-lt"/>
                <a:ea typeface="Adobe Gothic Std B" panose="020B0800000000000000" pitchFamily="34" charset="-128"/>
              </a:rPr>
              <a:t>Who we 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2B19A5B-7EF0-486F-818A-CC31E3EBE6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4" r="15185"/>
          <a:stretch/>
        </p:blipFill>
        <p:spPr>
          <a:xfrm>
            <a:off x="5943600" y="877565"/>
            <a:ext cx="3200400" cy="2550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95DDDFC-E939-4CE9-8C4C-9337B74F7532}"/>
              </a:ext>
            </a:extLst>
          </p:cNvPr>
          <p:cNvSpPr txBox="1"/>
          <p:nvPr/>
        </p:nvSpPr>
        <p:spPr>
          <a:xfrm>
            <a:off x="260973" y="3601498"/>
            <a:ext cx="850202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600" dirty="0">
                <a:latin typeface="+mn-lt"/>
              </a:rPr>
              <a:t>We work with various partners across sub-Saharan Africa, to improve livelihoods, enhance food and nutrition security, increase employment, and preserve natural resource integrity.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600" dirty="0">
                <a:latin typeface="+mn-lt"/>
              </a:rPr>
              <a:t>We are a member of CGIAR, a global agriculture research partnership for a food secure future. </a:t>
            </a:r>
            <a:endParaRPr lang="en-US" sz="2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793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EAD2010-EA4C-41C7-8752-7F1CB318B603}"/>
              </a:ext>
            </a:extLst>
          </p:cNvPr>
          <p:cNvSpPr/>
          <p:nvPr/>
        </p:nvSpPr>
        <p:spPr>
          <a:xfrm>
            <a:off x="7257427" y="76200"/>
            <a:ext cx="1905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schemeClr val="bg1">
                    <a:lumMod val="95000"/>
                  </a:schemeClr>
                </a:solidFill>
                <a:latin typeface="+mn-lt"/>
                <a:ea typeface="Adobe Gothic Std B" panose="020B0800000000000000" pitchFamily="34" charset="-128"/>
              </a:rPr>
              <a:t>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64C59B9-46A4-4EDD-AFAB-338FD25EAE29}"/>
              </a:ext>
            </a:extLst>
          </p:cNvPr>
          <p:cNvSpPr txBox="1"/>
          <p:nvPr/>
        </p:nvSpPr>
        <p:spPr>
          <a:xfrm>
            <a:off x="762000" y="914400"/>
            <a:ext cx="808292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n-lt"/>
              </a:rPr>
              <a:t>IITA aims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n-lt"/>
              </a:rPr>
              <a:t>Increase food security</a:t>
            </a:r>
            <a:endParaRPr lang="en-US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n-lt"/>
              </a:rPr>
              <a:t>Reduce rural poverty</a:t>
            </a:r>
            <a:endParaRPr lang="en-US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n-lt"/>
              </a:rPr>
              <a:t>Reduce the prevalence of undernutrition</a:t>
            </a:r>
            <a:endParaRPr lang="en-US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n-lt"/>
              </a:rPr>
              <a:t>Introduce sustainable natural resource management</a:t>
            </a:r>
            <a:r>
              <a:rPr lang="en-GB" sz="3200" dirty="0"/>
              <a:t/>
            </a:r>
            <a:br>
              <a:rPr lang="en-GB" sz="3200" dirty="0"/>
            </a:br>
            <a:r>
              <a:rPr lang="en-GB" sz="3200" dirty="0"/>
              <a:t> </a:t>
            </a:r>
            <a:r>
              <a:rPr lang="en-US" sz="3200" dirty="0"/>
              <a:t/>
            </a:r>
            <a:br>
              <a:rPr lang="en-US" sz="3200" dirty="0"/>
            </a:br>
            <a:endParaRPr lang="en-GB" sz="3200" dirty="0"/>
          </a:p>
        </p:txBody>
      </p:sp>
      <p:pic>
        <p:nvPicPr>
          <p:cNvPr id="4" name="Picture 3" descr="A close up of some grass&#10;&#10;Description automatically generated">
            <a:extLst>
              <a:ext uri="{FF2B5EF4-FFF2-40B4-BE49-F238E27FC236}">
                <a16:creationId xmlns="" xmlns:a16="http://schemas.microsoft.com/office/drawing/2014/main" id="{ECE53C7D-6A09-49F8-AD7E-A7ADAFBE37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4" b="2864"/>
          <a:stretch/>
        </p:blipFill>
        <p:spPr>
          <a:xfrm>
            <a:off x="0" y="3962400"/>
            <a:ext cx="9144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8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/>
          </p:cNvSpPr>
          <p:nvPr/>
        </p:nvSpPr>
        <p:spPr bwMode="auto">
          <a:xfrm>
            <a:off x="396875" y="1066800"/>
            <a:ext cx="49371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GB" sz="2200" dirty="0">
                <a:latin typeface="+mn-lt"/>
                <a:ea typeface="Verdana" pitchFamily="34" charset="0"/>
                <a:cs typeface="Verdana" pitchFamily="34" charset="0"/>
              </a:rPr>
              <a:t>We work with public and private sector partners to Transform African Agriculture </a:t>
            </a:r>
          </a:p>
        </p:txBody>
      </p:sp>
      <p:pic>
        <p:nvPicPr>
          <p:cNvPr id="5124" name="Picture 8" descr="where we work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838199"/>
            <a:ext cx="3810000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 descr="C:\Users\klopez\Dropbox\2014 IITA Annual Report\Mission and Vision\AEZ map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769" b="8868"/>
          <a:stretch>
            <a:fillRect/>
          </a:stretch>
        </p:blipFill>
        <p:spPr bwMode="auto">
          <a:xfrm>
            <a:off x="1603966" y="2514600"/>
            <a:ext cx="3653833" cy="3962400"/>
          </a:xfrm>
          <a:prstGeom prst="rect">
            <a:avLst/>
          </a:prstGeom>
          <a:noFill/>
        </p:spPr>
      </p:pic>
      <p:sp>
        <p:nvSpPr>
          <p:cNvPr id="7" name="Title 2"/>
          <p:cNvSpPr txBox="1">
            <a:spLocks/>
          </p:cNvSpPr>
          <p:nvPr/>
        </p:nvSpPr>
        <p:spPr>
          <a:xfrm>
            <a:off x="5715000" y="76200"/>
            <a:ext cx="3352800" cy="838200"/>
          </a:xfrm>
          <a:prstGeom prst="rect">
            <a:avLst/>
          </a:prstGeom>
        </p:spPr>
        <p:txBody>
          <a:bodyPr rtlCol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What we do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96875" y="3276600"/>
            <a:ext cx="159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IITA project sites</a:t>
            </a:r>
          </a:p>
        </p:txBody>
      </p:sp>
      <p:sp>
        <p:nvSpPr>
          <p:cNvPr id="8" name="Ellipse 7"/>
          <p:cNvSpPr/>
          <p:nvPr/>
        </p:nvSpPr>
        <p:spPr bwMode="auto">
          <a:xfrm>
            <a:off x="494555" y="4153647"/>
            <a:ext cx="164350" cy="165850"/>
          </a:xfrm>
          <a:prstGeom prst="ellipse">
            <a:avLst/>
          </a:prstGeom>
          <a:solidFill>
            <a:srgbClr val="CC0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>
            <a:spLocks/>
          </p:cNvSpPr>
          <p:nvPr/>
        </p:nvSpPr>
        <p:spPr>
          <a:xfrm>
            <a:off x="3962400" y="0"/>
            <a:ext cx="5029200" cy="838200"/>
          </a:xfrm>
          <a:prstGeom prst="rect">
            <a:avLst/>
          </a:prstGeom>
        </p:spPr>
        <p:txBody>
          <a:bodyPr rtlCol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IITA Campus, Ibadan</a:t>
            </a:r>
          </a:p>
        </p:txBody>
      </p:sp>
      <p:pic>
        <p:nvPicPr>
          <p:cNvPr id="10" name="Image 9" descr="IITA Campus Aerial Small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1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FBB37788-A015-486A-95B4-0E89C7E2E776}"/>
              </a:ext>
            </a:extLst>
          </p:cNvPr>
          <p:cNvGrpSpPr/>
          <p:nvPr/>
        </p:nvGrpSpPr>
        <p:grpSpPr>
          <a:xfrm>
            <a:off x="1060103" y="304800"/>
            <a:ext cx="7023793" cy="5263278"/>
            <a:chOff x="1066796" y="382223"/>
            <a:chExt cx="7023793" cy="5263278"/>
          </a:xfrm>
          <a:scene3d>
            <a:camera prst="perspectiveRelaxed">
              <a:rot lat="19149996" lon="20104178" rev="1577324"/>
            </a:camera>
            <a:lightRig rig="soft" dir="t"/>
            <a:backdrop>
              <a:anchor x="0" y="0" z="-210000"/>
              <a:norm dx="0" dy="0" dz="914400"/>
              <a:up dx="0" dy="914400" dz="0"/>
            </a:backdrop>
          </a:scene3d>
        </p:grpSpPr>
        <p:sp>
          <p:nvSpPr>
            <p:cNvPr id="3" name="Freeform: Shape 2">
              <a:extLst>
                <a:ext uri="{FF2B5EF4-FFF2-40B4-BE49-F238E27FC236}">
                  <a16:creationId xmlns="" xmlns:a16="http://schemas.microsoft.com/office/drawing/2014/main" id="{F157146A-F25E-44C4-A301-91D9FFC58F2E}"/>
                </a:ext>
              </a:extLst>
            </p:cNvPr>
            <p:cNvSpPr/>
            <p:nvPr/>
          </p:nvSpPr>
          <p:spPr>
            <a:xfrm>
              <a:off x="3346102" y="382223"/>
              <a:ext cx="2756594" cy="1378297"/>
            </a:xfrm>
            <a:custGeom>
              <a:avLst/>
              <a:gdLst>
                <a:gd name="connsiteX0" fmla="*/ 0 w 2756594"/>
                <a:gd name="connsiteY0" fmla="*/ 137830 h 1378297"/>
                <a:gd name="connsiteX1" fmla="*/ 137830 w 2756594"/>
                <a:gd name="connsiteY1" fmla="*/ 0 h 1378297"/>
                <a:gd name="connsiteX2" fmla="*/ 2618764 w 2756594"/>
                <a:gd name="connsiteY2" fmla="*/ 0 h 1378297"/>
                <a:gd name="connsiteX3" fmla="*/ 2756594 w 2756594"/>
                <a:gd name="connsiteY3" fmla="*/ 137830 h 1378297"/>
                <a:gd name="connsiteX4" fmla="*/ 2756594 w 2756594"/>
                <a:gd name="connsiteY4" fmla="*/ 1240467 h 1378297"/>
                <a:gd name="connsiteX5" fmla="*/ 2618764 w 2756594"/>
                <a:gd name="connsiteY5" fmla="*/ 1378297 h 1378297"/>
                <a:gd name="connsiteX6" fmla="*/ 137830 w 2756594"/>
                <a:gd name="connsiteY6" fmla="*/ 1378297 h 1378297"/>
                <a:gd name="connsiteX7" fmla="*/ 0 w 2756594"/>
                <a:gd name="connsiteY7" fmla="*/ 1240467 h 1378297"/>
                <a:gd name="connsiteX8" fmla="*/ 0 w 2756594"/>
                <a:gd name="connsiteY8" fmla="*/ 137830 h 137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6594" h="1378297">
                  <a:moveTo>
                    <a:pt x="0" y="137830"/>
                  </a:moveTo>
                  <a:cubicBezTo>
                    <a:pt x="0" y="61709"/>
                    <a:pt x="61709" y="0"/>
                    <a:pt x="137830" y="0"/>
                  </a:cubicBezTo>
                  <a:lnTo>
                    <a:pt x="2618764" y="0"/>
                  </a:lnTo>
                  <a:cubicBezTo>
                    <a:pt x="2694885" y="0"/>
                    <a:pt x="2756594" y="61709"/>
                    <a:pt x="2756594" y="137830"/>
                  </a:cubicBezTo>
                  <a:lnTo>
                    <a:pt x="2756594" y="1240467"/>
                  </a:lnTo>
                  <a:cubicBezTo>
                    <a:pt x="2756594" y="1316588"/>
                    <a:pt x="2694885" y="1378297"/>
                    <a:pt x="2618764" y="1378297"/>
                  </a:cubicBezTo>
                  <a:lnTo>
                    <a:pt x="137830" y="1378297"/>
                  </a:lnTo>
                  <a:cubicBezTo>
                    <a:pt x="61709" y="1378297"/>
                    <a:pt x="0" y="1316588"/>
                    <a:pt x="0" y="1240467"/>
                  </a:cubicBezTo>
                  <a:lnTo>
                    <a:pt x="0" y="137830"/>
                  </a:lnTo>
                  <a:close/>
                </a:path>
              </a:pathLst>
            </a:custGeom>
            <a:sp3d extrusionH="152250" prstMaterial="matte">
              <a:bevelT w="165100" prst="coolSlan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619" tIns="135619" rIns="135619" bIns="135619" numCol="1" spcCol="1270" anchor="ctr" anchorCtr="0">
              <a:noAutofit/>
              <a:sp3d extrusionH="28000" prstMaterial="matte"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500" kern="1200" dirty="0"/>
                <a:t>Research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="" xmlns:a16="http://schemas.microsoft.com/office/drawing/2014/main" id="{17996BA2-66C3-4695-BB28-C28D1BF63A5F}"/>
                </a:ext>
              </a:extLst>
            </p:cNvPr>
            <p:cNvSpPr/>
            <p:nvPr/>
          </p:nvSpPr>
          <p:spPr>
            <a:xfrm rot="3559614">
              <a:off x="5109402" y="2505958"/>
              <a:ext cx="1217888" cy="482404"/>
            </a:xfrm>
            <a:custGeom>
              <a:avLst/>
              <a:gdLst>
                <a:gd name="connsiteX0" fmla="*/ 0 w 1217888"/>
                <a:gd name="connsiteY0" fmla="*/ 241202 h 482404"/>
                <a:gd name="connsiteX1" fmla="*/ 241202 w 1217888"/>
                <a:gd name="connsiteY1" fmla="*/ 0 h 482404"/>
                <a:gd name="connsiteX2" fmla="*/ 241202 w 1217888"/>
                <a:gd name="connsiteY2" fmla="*/ 96481 h 482404"/>
                <a:gd name="connsiteX3" fmla="*/ 976686 w 1217888"/>
                <a:gd name="connsiteY3" fmla="*/ 96481 h 482404"/>
                <a:gd name="connsiteX4" fmla="*/ 976686 w 1217888"/>
                <a:gd name="connsiteY4" fmla="*/ 0 h 482404"/>
                <a:gd name="connsiteX5" fmla="*/ 1217888 w 1217888"/>
                <a:gd name="connsiteY5" fmla="*/ 241202 h 482404"/>
                <a:gd name="connsiteX6" fmla="*/ 976686 w 1217888"/>
                <a:gd name="connsiteY6" fmla="*/ 482404 h 482404"/>
                <a:gd name="connsiteX7" fmla="*/ 976686 w 1217888"/>
                <a:gd name="connsiteY7" fmla="*/ 385923 h 482404"/>
                <a:gd name="connsiteX8" fmla="*/ 241202 w 1217888"/>
                <a:gd name="connsiteY8" fmla="*/ 385923 h 482404"/>
                <a:gd name="connsiteX9" fmla="*/ 241202 w 1217888"/>
                <a:gd name="connsiteY9" fmla="*/ 482404 h 482404"/>
                <a:gd name="connsiteX10" fmla="*/ 0 w 1217888"/>
                <a:gd name="connsiteY10" fmla="*/ 241202 h 4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7888" h="482404">
                  <a:moveTo>
                    <a:pt x="0" y="241202"/>
                  </a:moveTo>
                  <a:lnTo>
                    <a:pt x="241202" y="0"/>
                  </a:lnTo>
                  <a:lnTo>
                    <a:pt x="241202" y="96481"/>
                  </a:lnTo>
                  <a:lnTo>
                    <a:pt x="976686" y="96481"/>
                  </a:lnTo>
                  <a:lnTo>
                    <a:pt x="976686" y="0"/>
                  </a:lnTo>
                  <a:lnTo>
                    <a:pt x="1217888" y="241202"/>
                  </a:lnTo>
                  <a:lnTo>
                    <a:pt x="976686" y="482404"/>
                  </a:lnTo>
                  <a:lnTo>
                    <a:pt x="976686" y="385923"/>
                  </a:lnTo>
                  <a:lnTo>
                    <a:pt x="241202" y="385923"/>
                  </a:lnTo>
                  <a:lnTo>
                    <a:pt x="241202" y="482404"/>
                  </a:lnTo>
                  <a:lnTo>
                    <a:pt x="0" y="241202"/>
                  </a:lnTo>
                  <a:close/>
                </a:path>
              </a:pathLst>
            </a:custGeom>
            <a:sp3d z="-227350" prstMaterial="matte"/>
          </p:spPr>
          <p:style>
            <a:ln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21" tIns="96480" rIns="144721" bIns="9648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="" xmlns:a16="http://schemas.microsoft.com/office/drawing/2014/main" id="{9644485F-65FC-4D51-A622-1E927EB230F1}"/>
                </a:ext>
              </a:extLst>
            </p:cNvPr>
            <p:cNvSpPr/>
            <p:nvPr/>
          </p:nvSpPr>
          <p:spPr>
            <a:xfrm>
              <a:off x="5333995" y="3733800"/>
              <a:ext cx="2756594" cy="1378297"/>
            </a:xfrm>
            <a:custGeom>
              <a:avLst/>
              <a:gdLst>
                <a:gd name="connsiteX0" fmla="*/ 0 w 2756594"/>
                <a:gd name="connsiteY0" fmla="*/ 137830 h 1378297"/>
                <a:gd name="connsiteX1" fmla="*/ 137830 w 2756594"/>
                <a:gd name="connsiteY1" fmla="*/ 0 h 1378297"/>
                <a:gd name="connsiteX2" fmla="*/ 2618764 w 2756594"/>
                <a:gd name="connsiteY2" fmla="*/ 0 h 1378297"/>
                <a:gd name="connsiteX3" fmla="*/ 2756594 w 2756594"/>
                <a:gd name="connsiteY3" fmla="*/ 137830 h 1378297"/>
                <a:gd name="connsiteX4" fmla="*/ 2756594 w 2756594"/>
                <a:gd name="connsiteY4" fmla="*/ 1240467 h 1378297"/>
                <a:gd name="connsiteX5" fmla="*/ 2618764 w 2756594"/>
                <a:gd name="connsiteY5" fmla="*/ 1378297 h 1378297"/>
                <a:gd name="connsiteX6" fmla="*/ 137830 w 2756594"/>
                <a:gd name="connsiteY6" fmla="*/ 1378297 h 1378297"/>
                <a:gd name="connsiteX7" fmla="*/ 0 w 2756594"/>
                <a:gd name="connsiteY7" fmla="*/ 1240467 h 1378297"/>
                <a:gd name="connsiteX8" fmla="*/ 0 w 2756594"/>
                <a:gd name="connsiteY8" fmla="*/ 137830 h 137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6594" h="1378297">
                  <a:moveTo>
                    <a:pt x="0" y="137830"/>
                  </a:moveTo>
                  <a:cubicBezTo>
                    <a:pt x="0" y="61709"/>
                    <a:pt x="61709" y="0"/>
                    <a:pt x="137830" y="0"/>
                  </a:cubicBezTo>
                  <a:lnTo>
                    <a:pt x="2618764" y="0"/>
                  </a:lnTo>
                  <a:cubicBezTo>
                    <a:pt x="2694885" y="0"/>
                    <a:pt x="2756594" y="61709"/>
                    <a:pt x="2756594" y="137830"/>
                  </a:cubicBezTo>
                  <a:lnTo>
                    <a:pt x="2756594" y="1240467"/>
                  </a:lnTo>
                  <a:cubicBezTo>
                    <a:pt x="2756594" y="1316588"/>
                    <a:pt x="2694885" y="1378297"/>
                    <a:pt x="2618764" y="1378297"/>
                  </a:cubicBezTo>
                  <a:lnTo>
                    <a:pt x="137830" y="1378297"/>
                  </a:lnTo>
                  <a:cubicBezTo>
                    <a:pt x="61709" y="1378297"/>
                    <a:pt x="0" y="1316588"/>
                    <a:pt x="0" y="1240467"/>
                  </a:cubicBezTo>
                  <a:lnTo>
                    <a:pt x="0" y="137830"/>
                  </a:lnTo>
                  <a:close/>
                </a:path>
              </a:pathLst>
            </a:custGeom>
            <a:sp3d extrusionH="152250" prstMaterial="matte">
              <a:bevelT w="165100" prst="coolSlan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619" tIns="135619" rIns="135619" bIns="135619" numCol="1" spcCol="1270" anchor="ctr" anchorCtr="0">
              <a:noAutofit/>
              <a:sp3d extrusionH="28000" prstMaterial="matte"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500" kern="1200" dirty="0"/>
                <a:t>Product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="" xmlns:a16="http://schemas.microsoft.com/office/drawing/2014/main" id="{7058EFC1-2EAF-4A6D-8ECF-B47329F42797}"/>
                </a:ext>
              </a:extLst>
            </p:cNvPr>
            <p:cNvSpPr/>
            <p:nvPr/>
          </p:nvSpPr>
          <p:spPr>
            <a:xfrm rot="21172496">
              <a:off x="3969749" y="4448447"/>
              <a:ext cx="1217888" cy="482405"/>
            </a:xfrm>
            <a:custGeom>
              <a:avLst/>
              <a:gdLst>
                <a:gd name="connsiteX0" fmla="*/ 0 w 1217888"/>
                <a:gd name="connsiteY0" fmla="*/ 241202 h 482404"/>
                <a:gd name="connsiteX1" fmla="*/ 241202 w 1217888"/>
                <a:gd name="connsiteY1" fmla="*/ 0 h 482404"/>
                <a:gd name="connsiteX2" fmla="*/ 241202 w 1217888"/>
                <a:gd name="connsiteY2" fmla="*/ 96481 h 482404"/>
                <a:gd name="connsiteX3" fmla="*/ 976686 w 1217888"/>
                <a:gd name="connsiteY3" fmla="*/ 96481 h 482404"/>
                <a:gd name="connsiteX4" fmla="*/ 976686 w 1217888"/>
                <a:gd name="connsiteY4" fmla="*/ 0 h 482404"/>
                <a:gd name="connsiteX5" fmla="*/ 1217888 w 1217888"/>
                <a:gd name="connsiteY5" fmla="*/ 241202 h 482404"/>
                <a:gd name="connsiteX6" fmla="*/ 976686 w 1217888"/>
                <a:gd name="connsiteY6" fmla="*/ 482404 h 482404"/>
                <a:gd name="connsiteX7" fmla="*/ 976686 w 1217888"/>
                <a:gd name="connsiteY7" fmla="*/ 385923 h 482404"/>
                <a:gd name="connsiteX8" fmla="*/ 241202 w 1217888"/>
                <a:gd name="connsiteY8" fmla="*/ 385923 h 482404"/>
                <a:gd name="connsiteX9" fmla="*/ 241202 w 1217888"/>
                <a:gd name="connsiteY9" fmla="*/ 482404 h 482404"/>
                <a:gd name="connsiteX10" fmla="*/ 0 w 1217888"/>
                <a:gd name="connsiteY10" fmla="*/ 241202 h 4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7888" h="482404">
                  <a:moveTo>
                    <a:pt x="1217888" y="241202"/>
                  </a:moveTo>
                  <a:lnTo>
                    <a:pt x="976686" y="482403"/>
                  </a:lnTo>
                  <a:lnTo>
                    <a:pt x="976686" y="385922"/>
                  </a:lnTo>
                  <a:lnTo>
                    <a:pt x="241202" y="385922"/>
                  </a:lnTo>
                  <a:lnTo>
                    <a:pt x="241202" y="482403"/>
                  </a:lnTo>
                  <a:lnTo>
                    <a:pt x="0" y="241202"/>
                  </a:lnTo>
                  <a:lnTo>
                    <a:pt x="241202" y="1"/>
                  </a:lnTo>
                  <a:lnTo>
                    <a:pt x="241202" y="96482"/>
                  </a:lnTo>
                  <a:lnTo>
                    <a:pt x="976686" y="96482"/>
                  </a:lnTo>
                  <a:lnTo>
                    <a:pt x="976686" y="1"/>
                  </a:lnTo>
                  <a:lnTo>
                    <a:pt x="1217888" y="241202"/>
                  </a:lnTo>
                  <a:close/>
                </a:path>
              </a:pathLst>
            </a:custGeom>
            <a:sp3d z="-227350" prstMaterial="matte"/>
          </p:spPr>
          <p:style>
            <a:ln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20" tIns="96481" rIns="144721" bIns="96481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="" xmlns:a16="http://schemas.microsoft.com/office/drawing/2014/main" id="{6469B5BA-172F-45EE-8CB4-25A7FF8E05A3}"/>
                </a:ext>
              </a:extLst>
            </p:cNvPr>
            <p:cNvSpPr/>
            <p:nvPr/>
          </p:nvSpPr>
          <p:spPr>
            <a:xfrm>
              <a:off x="1066796" y="4267204"/>
              <a:ext cx="2756594" cy="1378297"/>
            </a:xfrm>
            <a:custGeom>
              <a:avLst/>
              <a:gdLst>
                <a:gd name="connsiteX0" fmla="*/ 0 w 2756594"/>
                <a:gd name="connsiteY0" fmla="*/ 137830 h 1378297"/>
                <a:gd name="connsiteX1" fmla="*/ 137830 w 2756594"/>
                <a:gd name="connsiteY1" fmla="*/ 0 h 1378297"/>
                <a:gd name="connsiteX2" fmla="*/ 2618764 w 2756594"/>
                <a:gd name="connsiteY2" fmla="*/ 0 h 1378297"/>
                <a:gd name="connsiteX3" fmla="*/ 2756594 w 2756594"/>
                <a:gd name="connsiteY3" fmla="*/ 137830 h 1378297"/>
                <a:gd name="connsiteX4" fmla="*/ 2756594 w 2756594"/>
                <a:gd name="connsiteY4" fmla="*/ 1240467 h 1378297"/>
                <a:gd name="connsiteX5" fmla="*/ 2618764 w 2756594"/>
                <a:gd name="connsiteY5" fmla="*/ 1378297 h 1378297"/>
                <a:gd name="connsiteX6" fmla="*/ 137830 w 2756594"/>
                <a:gd name="connsiteY6" fmla="*/ 1378297 h 1378297"/>
                <a:gd name="connsiteX7" fmla="*/ 0 w 2756594"/>
                <a:gd name="connsiteY7" fmla="*/ 1240467 h 1378297"/>
                <a:gd name="connsiteX8" fmla="*/ 0 w 2756594"/>
                <a:gd name="connsiteY8" fmla="*/ 137830 h 137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6594" h="1378297">
                  <a:moveTo>
                    <a:pt x="0" y="137830"/>
                  </a:moveTo>
                  <a:cubicBezTo>
                    <a:pt x="0" y="61709"/>
                    <a:pt x="61709" y="0"/>
                    <a:pt x="137830" y="0"/>
                  </a:cubicBezTo>
                  <a:lnTo>
                    <a:pt x="2618764" y="0"/>
                  </a:lnTo>
                  <a:cubicBezTo>
                    <a:pt x="2694885" y="0"/>
                    <a:pt x="2756594" y="61709"/>
                    <a:pt x="2756594" y="137830"/>
                  </a:cubicBezTo>
                  <a:lnTo>
                    <a:pt x="2756594" y="1240467"/>
                  </a:lnTo>
                  <a:cubicBezTo>
                    <a:pt x="2756594" y="1316588"/>
                    <a:pt x="2694885" y="1378297"/>
                    <a:pt x="2618764" y="1378297"/>
                  </a:cubicBezTo>
                  <a:lnTo>
                    <a:pt x="137830" y="1378297"/>
                  </a:lnTo>
                  <a:cubicBezTo>
                    <a:pt x="61709" y="1378297"/>
                    <a:pt x="0" y="1316588"/>
                    <a:pt x="0" y="1240467"/>
                  </a:cubicBezTo>
                  <a:lnTo>
                    <a:pt x="0" y="137830"/>
                  </a:lnTo>
                  <a:close/>
                </a:path>
              </a:pathLst>
            </a:custGeom>
            <a:sp3d extrusionH="152250" prstMaterial="matte">
              <a:bevelT w="165100" prst="coolSlan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5619" tIns="135619" rIns="135619" bIns="135619" numCol="1" spcCol="1270" anchor="ctr" anchorCtr="0">
              <a:noAutofit/>
              <a:sp3d extrusionH="28000" prstMaterial="matte"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500" kern="1200" dirty="0"/>
                <a:t>Commercialization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627FD14C-0DA3-4532-BFE0-10897BD06ED7}"/>
                </a:ext>
              </a:extLst>
            </p:cNvPr>
            <p:cNvSpPr/>
            <p:nvPr/>
          </p:nvSpPr>
          <p:spPr>
            <a:xfrm rot="18024001">
              <a:off x="2975803" y="2772660"/>
              <a:ext cx="1217888" cy="482404"/>
            </a:xfrm>
            <a:custGeom>
              <a:avLst/>
              <a:gdLst>
                <a:gd name="connsiteX0" fmla="*/ 0 w 1217888"/>
                <a:gd name="connsiteY0" fmla="*/ 241202 h 482404"/>
                <a:gd name="connsiteX1" fmla="*/ 241202 w 1217888"/>
                <a:gd name="connsiteY1" fmla="*/ 0 h 482404"/>
                <a:gd name="connsiteX2" fmla="*/ 241202 w 1217888"/>
                <a:gd name="connsiteY2" fmla="*/ 96481 h 482404"/>
                <a:gd name="connsiteX3" fmla="*/ 976686 w 1217888"/>
                <a:gd name="connsiteY3" fmla="*/ 96481 h 482404"/>
                <a:gd name="connsiteX4" fmla="*/ 976686 w 1217888"/>
                <a:gd name="connsiteY4" fmla="*/ 0 h 482404"/>
                <a:gd name="connsiteX5" fmla="*/ 1217888 w 1217888"/>
                <a:gd name="connsiteY5" fmla="*/ 241202 h 482404"/>
                <a:gd name="connsiteX6" fmla="*/ 976686 w 1217888"/>
                <a:gd name="connsiteY6" fmla="*/ 482404 h 482404"/>
                <a:gd name="connsiteX7" fmla="*/ 976686 w 1217888"/>
                <a:gd name="connsiteY7" fmla="*/ 385923 h 482404"/>
                <a:gd name="connsiteX8" fmla="*/ 241202 w 1217888"/>
                <a:gd name="connsiteY8" fmla="*/ 385923 h 482404"/>
                <a:gd name="connsiteX9" fmla="*/ 241202 w 1217888"/>
                <a:gd name="connsiteY9" fmla="*/ 482404 h 482404"/>
                <a:gd name="connsiteX10" fmla="*/ 0 w 1217888"/>
                <a:gd name="connsiteY10" fmla="*/ 241202 h 4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7888" h="482404">
                  <a:moveTo>
                    <a:pt x="0" y="241202"/>
                  </a:moveTo>
                  <a:lnTo>
                    <a:pt x="241202" y="0"/>
                  </a:lnTo>
                  <a:lnTo>
                    <a:pt x="241202" y="96481"/>
                  </a:lnTo>
                  <a:lnTo>
                    <a:pt x="976686" y="96481"/>
                  </a:lnTo>
                  <a:lnTo>
                    <a:pt x="976686" y="0"/>
                  </a:lnTo>
                  <a:lnTo>
                    <a:pt x="1217888" y="241202"/>
                  </a:lnTo>
                  <a:lnTo>
                    <a:pt x="976686" y="482404"/>
                  </a:lnTo>
                  <a:lnTo>
                    <a:pt x="976686" y="385923"/>
                  </a:lnTo>
                  <a:lnTo>
                    <a:pt x="241202" y="385923"/>
                  </a:lnTo>
                  <a:lnTo>
                    <a:pt x="241202" y="482404"/>
                  </a:lnTo>
                  <a:lnTo>
                    <a:pt x="0" y="241202"/>
                  </a:lnTo>
                  <a:close/>
                </a:path>
              </a:pathLst>
            </a:custGeom>
            <a:sp3d z="-227350" prstMaterial="matte"/>
          </p:spPr>
          <p:style>
            <a:ln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721" tIns="96480" rIns="144721" bIns="96481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0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414472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106331E9-FE86-4FF7-AFF4-D2BA9E2EFE3F}"/>
              </a:ext>
            </a:extLst>
          </p:cNvPr>
          <p:cNvGrpSpPr/>
          <p:nvPr/>
        </p:nvGrpSpPr>
        <p:grpSpPr>
          <a:xfrm>
            <a:off x="460940" y="990599"/>
            <a:ext cx="8149660" cy="5334001"/>
            <a:chOff x="460940" y="990599"/>
            <a:chExt cx="8149660" cy="5334001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30A86FA3-160F-4C3C-88D7-23D36C642258}"/>
                </a:ext>
              </a:extLst>
            </p:cNvPr>
            <p:cNvSpPr/>
            <p:nvPr/>
          </p:nvSpPr>
          <p:spPr>
            <a:xfrm>
              <a:off x="6080573" y="1010702"/>
              <a:ext cx="2530027" cy="53138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320AE077-F1CE-48CE-82BA-9BACD018FEB1}"/>
                </a:ext>
              </a:extLst>
            </p:cNvPr>
            <p:cNvSpPr/>
            <p:nvPr/>
          </p:nvSpPr>
          <p:spPr>
            <a:xfrm>
              <a:off x="3304026" y="1010702"/>
              <a:ext cx="2530027" cy="53138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4D24161A-67B5-48DE-9820-E3F1C21E54F4}"/>
                </a:ext>
              </a:extLst>
            </p:cNvPr>
            <p:cNvSpPr/>
            <p:nvPr/>
          </p:nvSpPr>
          <p:spPr>
            <a:xfrm>
              <a:off x="460940" y="1010702"/>
              <a:ext cx="2530027" cy="53138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="" xmlns:a16="http://schemas.microsoft.com/office/drawing/2014/main" id="{05BCEA4B-2FC8-4639-AFCF-23885555406C}"/>
                </a:ext>
              </a:extLst>
            </p:cNvPr>
            <p:cNvSpPr txBox="1"/>
            <p:nvPr/>
          </p:nvSpPr>
          <p:spPr>
            <a:xfrm>
              <a:off x="601186" y="1010702"/>
              <a:ext cx="24346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Genetics/ </a:t>
              </a:r>
              <a:br>
                <a:rPr lang="en-US" b="1" dirty="0"/>
              </a:br>
              <a:r>
                <a:rPr lang="en-US" b="1" dirty="0"/>
                <a:t>New varieties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1147B1F6-46C0-4223-88C7-031A877CFA90}"/>
                </a:ext>
              </a:extLst>
            </p:cNvPr>
            <p:cNvSpPr txBox="1"/>
            <p:nvPr/>
          </p:nvSpPr>
          <p:spPr>
            <a:xfrm>
              <a:off x="3348905" y="1010701"/>
              <a:ext cx="24658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b="1" dirty="0"/>
                <a:t>Products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="" xmlns:a16="http://schemas.microsoft.com/office/drawing/2014/main" id="{6F5AD078-67CD-4E1C-80B4-E3C99C35DDCB}"/>
                </a:ext>
              </a:extLst>
            </p:cNvPr>
            <p:cNvSpPr txBox="1"/>
            <p:nvPr/>
          </p:nvSpPr>
          <p:spPr>
            <a:xfrm>
              <a:off x="6325069" y="990599"/>
              <a:ext cx="22855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Service &amp; Technologies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999229CA-B769-458F-B351-2A3E2AF4E594}"/>
                </a:ext>
              </a:extLst>
            </p:cNvPr>
            <p:cNvSpPr txBox="1"/>
            <p:nvPr/>
          </p:nvSpPr>
          <p:spPr>
            <a:xfrm>
              <a:off x="601186" y="1588511"/>
              <a:ext cx="2389781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Varieties developed via IITA and other CGIAR centers or sources of genetics which will bring the farmer a benefit.</a:t>
              </a:r>
            </a:p>
            <a:p>
              <a:endParaRPr lang="en-US" dirty="0"/>
            </a:p>
            <a:p>
              <a:r>
                <a:rPr lang="en-US" dirty="0"/>
                <a:t>We have worked on developing improved varieties of crops such as maize, cassava, soybean, yam, cowpea, and banana.</a:t>
              </a:r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="" xmlns:a16="http://schemas.microsoft.com/office/drawing/2014/main" id="{0FDEB3F0-9E35-49B7-BADC-A2D8552EDA91}"/>
                </a:ext>
              </a:extLst>
            </p:cNvPr>
            <p:cNvSpPr txBox="1"/>
            <p:nvPr/>
          </p:nvSpPr>
          <p:spPr>
            <a:xfrm>
              <a:off x="3374305" y="1380033"/>
              <a:ext cx="2465825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Products can be classified as tangible.  You can touch them and commercialize as a unit.  For example, Aflsasafe and Nodumax</a:t>
              </a:r>
            </a:p>
            <a:p>
              <a:endParaRPr lang="en-US" dirty="0"/>
            </a:p>
            <a:p>
              <a:r>
                <a:rPr lang="en-US" dirty="0"/>
                <a:t>IITA GoSeed handles commercialization of the improved varieties developed. This is to ensure that the best varieties get to farmers.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B1A61E84-26D3-45EE-8B98-538BFCEE53DC}"/>
                </a:ext>
              </a:extLst>
            </p:cNvPr>
            <p:cNvSpPr txBox="1"/>
            <p:nvPr/>
          </p:nvSpPr>
          <p:spPr>
            <a:xfrm>
              <a:off x="6325069" y="1571685"/>
              <a:ext cx="2285531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Consultancy which uses Services, Technologies, and products developed by IITA. </a:t>
              </a:r>
            </a:p>
            <a:p>
              <a:endParaRPr lang="en-US" dirty="0"/>
            </a:p>
            <a:p>
              <a:r>
                <a:rPr lang="en-US" dirty="0"/>
                <a:t>Examples are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Soil analysis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Land classification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Bus. Plans for different crops and processing plants </a:t>
              </a:r>
            </a:p>
            <a:p>
              <a:pPr marL="285750" indent="-285750">
                <a:buFontTx/>
                <a:buChar char="-"/>
              </a:pPr>
              <a:r>
                <a:rPr lang="en-US" dirty="0"/>
                <a:t>Outgrower schemes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74E9817-FA12-4A08-8F33-B7A06E52286C}"/>
              </a:ext>
            </a:extLst>
          </p:cNvPr>
          <p:cNvSpPr txBox="1"/>
          <p:nvPr/>
        </p:nvSpPr>
        <p:spPr>
          <a:xfrm>
            <a:off x="2514600" y="0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We research, discover problems,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and build solutions</a:t>
            </a:r>
          </a:p>
        </p:txBody>
      </p:sp>
    </p:spTree>
    <p:extLst>
      <p:ext uri="{BB962C8B-B14F-4D97-AF65-F5344CB8AC3E}">
        <p14:creationId xmlns:p14="http://schemas.microsoft.com/office/powerpoint/2010/main" val="3345890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 txBox="1">
            <a:spLocks/>
          </p:cNvSpPr>
          <p:nvPr/>
        </p:nvSpPr>
        <p:spPr>
          <a:xfrm>
            <a:off x="2286000" y="76200"/>
            <a:ext cx="7086600" cy="838200"/>
          </a:xfrm>
          <a:prstGeom prst="rect">
            <a:avLst/>
          </a:prstGeom>
        </p:spPr>
        <p:txBody>
          <a:bodyPr rtlCol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Business Incubation Platform</a:t>
            </a:r>
          </a:p>
        </p:txBody>
      </p:sp>
      <p:pic>
        <p:nvPicPr>
          <p:cNvPr id="18" name="Image 17" descr="IITA Campus Small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2412" y="838200"/>
            <a:ext cx="9174351" cy="5713506"/>
          </a:xfrm>
          <a:prstGeom prst="rect">
            <a:avLst/>
          </a:prstGeom>
        </p:spPr>
      </p:pic>
      <p:sp>
        <p:nvSpPr>
          <p:cNvPr id="19" name="Flèche vers le bas 18"/>
          <p:cNvSpPr/>
          <p:nvPr/>
        </p:nvSpPr>
        <p:spPr bwMode="auto">
          <a:xfrm>
            <a:off x="8077200" y="1676400"/>
            <a:ext cx="381000" cy="990600"/>
          </a:xfrm>
          <a:prstGeom prst="downArrow">
            <a:avLst/>
          </a:prstGeom>
          <a:solidFill>
            <a:srgbClr val="FF6600"/>
          </a:solidFill>
          <a:ln w="12700" cap="sq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7848600" y="2743200"/>
            <a:ext cx="838200" cy="838200"/>
          </a:xfrm>
          <a:prstGeom prst="ellipse">
            <a:avLst/>
          </a:prstGeom>
          <a:noFill/>
          <a:ln w="47625" cap="sq" cmpd="sng" algn="ctr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-1" y="838198"/>
            <a:ext cx="9165167" cy="1251948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tIns="93600" bIns="14040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Bridge between research and dissemination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Arial"/>
                <a:cs typeface="Arial"/>
              </a:rPr>
              <a:t>https://iitabip.org/</a:t>
            </a:r>
          </a:p>
        </p:txBody>
      </p:sp>
    </p:spTree>
    <p:extLst>
      <p:ext uri="{BB962C8B-B14F-4D97-AF65-F5344CB8AC3E}">
        <p14:creationId xmlns:p14="http://schemas.microsoft.com/office/powerpoint/2010/main" val="74565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8210550" y="779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17" name="Title 2"/>
          <p:cNvSpPr txBox="1">
            <a:spLocks/>
          </p:cNvSpPr>
          <p:nvPr/>
        </p:nvSpPr>
        <p:spPr>
          <a:xfrm>
            <a:off x="5638800" y="76200"/>
            <a:ext cx="3784599" cy="838200"/>
          </a:xfrm>
          <a:prstGeom prst="rect">
            <a:avLst/>
          </a:prstGeom>
        </p:spPr>
        <p:txBody>
          <a:bodyPr rtlCol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BIP Goals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1295400"/>
            <a:ext cx="7772400" cy="4419600"/>
          </a:xfrm>
          <a:prstGeom prst="rect">
            <a:avLst/>
          </a:prstGeom>
          <a:solidFill>
            <a:srgbClr val="8F6D2E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charset="2"/>
              <a:buChar char="ü"/>
            </a:pPr>
            <a:endParaRPr lang="en-US" sz="2400" dirty="0">
              <a:solidFill>
                <a:schemeClr val="bg1"/>
              </a:solidFill>
            </a:endParaRPr>
          </a:p>
          <a:p>
            <a:pPr marL="285750"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Disseminate new validated technologies which benefit the farmer. Bring those technologies into the market through a sustainable value chain model via Technology Transfer Agreements, JV’s or  Business Development support</a:t>
            </a:r>
          </a:p>
          <a:p>
            <a:pPr marL="285750" lvl="1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bg1"/>
              </a:solidFill>
            </a:endParaRPr>
          </a:p>
          <a:p>
            <a:pPr marL="285750"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Work through multistakeholder partnerships, Government, Private sector, local sub (Saharan) consultants, national institutions, NGOs, IITA and other CGIAR centers</a:t>
            </a:r>
          </a:p>
          <a:p>
            <a:pPr marL="457200" lvl="1" indent="-457200">
              <a:buFont typeface="Wingdings" charset="2"/>
              <a:buChar char="ü"/>
            </a:pPr>
            <a:endParaRPr lang="en-US" sz="1600" dirty="0">
              <a:solidFill>
                <a:schemeClr val="bg1"/>
              </a:solidFill>
            </a:endParaRPr>
          </a:p>
          <a:p>
            <a:pPr marL="1314450" lvl="3" indent="-457200">
              <a:buFont typeface="Wingdings" charset="2"/>
              <a:buChar char="ü"/>
            </a:pPr>
            <a:endParaRPr lang="en-US" sz="8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36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="" xmlns:a16="http://schemas.microsoft.com/office/drawing/2014/main" id="{34A6E145-C16B-4970-ADA3-A6BC094ED70E}"/>
              </a:ext>
            </a:extLst>
          </p:cNvPr>
          <p:cNvSpPr txBox="1">
            <a:spLocks/>
          </p:cNvSpPr>
          <p:nvPr/>
        </p:nvSpPr>
        <p:spPr>
          <a:xfrm>
            <a:off x="685800" y="997374"/>
            <a:ext cx="7772399" cy="4717626"/>
          </a:xfrm>
          <a:prstGeom prst="rect">
            <a:avLst/>
          </a:prstGeom>
          <a:solidFill>
            <a:srgbClr val="8F6D2E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Create  jobs with decent work conditions and income (focus on youth &amp; women)</a:t>
            </a:r>
          </a:p>
          <a:p>
            <a:pPr marL="857250" lvl="2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Professional education (theoretical and practical)</a:t>
            </a:r>
          </a:p>
          <a:p>
            <a:pPr marL="857250" lvl="2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Youth outgrower schemes with the latest validated technologies</a:t>
            </a:r>
          </a:p>
          <a:p>
            <a:pPr marL="1314450" lvl="3" indent="-457200">
              <a:buFont typeface="Wingdings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Seeds and Good Agricultural </a:t>
            </a:r>
            <a:r>
              <a:rPr lang="en-US" sz="1600" dirty="0" smtClean="0">
                <a:solidFill>
                  <a:schemeClr val="bg1"/>
                </a:solidFill>
              </a:rPr>
              <a:t>Practices</a:t>
            </a:r>
            <a:endParaRPr lang="en-US" sz="1600" dirty="0">
              <a:solidFill>
                <a:schemeClr val="bg1"/>
              </a:solidFill>
            </a:endParaRPr>
          </a:p>
          <a:p>
            <a:pPr marL="1314450" lvl="3" indent="-457200">
              <a:buFont typeface="Wingdings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Mechanization</a:t>
            </a:r>
          </a:p>
          <a:p>
            <a:pPr marL="1314450" lvl="3" indent="-457200">
              <a:buFont typeface="Wingdings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Precision agriculture &amp; digital support</a:t>
            </a:r>
          </a:p>
          <a:p>
            <a:pPr marL="857250" lvl="2" indent="-4572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Aggregation via outgrowers and guaranteed uptake by processor.</a:t>
            </a:r>
          </a:p>
          <a:p>
            <a:pPr marL="1314450" lvl="3" indent="-457200">
              <a:buFont typeface="Wingdings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Aggregation  via youth outgrowers (no middleman involvement)</a:t>
            </a:r>
          </a:p>
          <a:p>
            <a:pPr marL="1314450" lvl="3" indent="-457200">
              <a:buFont typeface="Wingdings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Guaranteed uptake and price</a:t>
            </a:r>
          </a:p>
          <a:p>
            <a:pPr marL="1314450" lvl="3" indent="-457200">
              <a:buFont typeface="Wingdings" charset="2"/>
              <a:buChar char="ü"/>
            </a:pPr>
            <a:endParaRPr lang="en-US" sz="800" dirty="0">
              <a:solidFill>
                <a:schemeClr val="bg1"/>
              </a:solidFill>
            </a:endParaRPr>
          </a:p>
          <a:p>
            <a:pPr marL="1314450" lvl="3" indent="-457200">
              <a:buFont typeface="Wingdings" charset="2"/>
              <a:buChar char="ü"/>
            </a:pPr>
            <a:endParaRPr lang="en-US" sz="800" dirty="0">
              <a:solidFill>
                <a:schemeClr val="bg1"/>
              </a:solidFill>
            </a:endParaRPr>
          </a:p>
          <a:p>
            <a:pPr marL="0" lvl="1" indent="0" algn="ctr">
              <a:buNone/>
            </a:pPr>
            <a:endParaRPr lang="en-US" sz="8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                       Generate income to make the </a:t>
            </a:r>
          </a:p>
          <a:p>
            <a:pPr marL="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                Business Incubation Platform sustainable</a:t>
            </a:r>
          </a:p>
          <a:p>
            <a:pPr marL="0" lvl="1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Curved Left Arrow 1">
            <a:extLst>
              <a:ext uri="{FF2B5EF4-FFF2-40B4-BE49-F238E27FC236}">
                <a16:creationId xmlns="" xmlns:a16="http://schemas.microsoft.com/office/drawing/2014/main" id="{14860E9C-E0A6-4172-9DAC-671D74A3EE85}"/>
              </a:ext>
            </a:extLst>
          </p:cNvPr>
          <p:cNvSpPr/>
          <p:nvPr/>
        </p:nvSpPr>
        <p:spPr>
          <a:xfrm flipH="1" flipV="1">
            <a:off x="291230" y="4267200"/>
            <a:ext cx="1185487" cy="1990247"/>
          </a:xfrm>
          <a:prstGeom prst="curvedLeftArrow">
            <a:avLst>
              <a:gd name="adj1" fmla="val 25000"/>
              <a:gd name="adj2" fmla="val 107260"/>
              <a:gd name="adj3" fmla="val 98601"/>
            </a:avLst>
          </a:prstGeom>
          <a:solidFill>
            <a:srgbClr val="26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A6A6C1AF-3561-4BCC-95ED-BDA7D560EC41}"/>
              </a:ext>
            </a:extLst>
          </p:cNvPr>
          <p:cNvSpPr txBox="1">
            <a:spLocks/>
          </p:cNvSpPr>
          <p:nvPr/>
        </p:nvSpPr>
        <p:spPr>
          <a:xfrm>
            <a:off x="1717557" y="5772960"/>
            <a:ext cx="5257800" cy="685800"/>
          </a:xfrm>
          <a:prstGeom prst="rect">
            <a:avLst/>
          </a:prstGeom>
          <a:solidFill>
            <a:srgbClr val="263377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Fund research &amp; incubation 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DB14E3B1-1D29-4AFF-9B42-8FDDC6CE143B}"/>
              </a:ext>
            </a:extLst>
          </p:cNvPr>
          <p:cNvGrpSpPr/>
          <p:nvPr/>
        </p:nvGrpSpPr>
        <p:grpSpPr>
          <a:xfrm>
            <a:off x="1692157" y="4501233"/>
            <a:ext cx="5508744" cy="838203"/>
            <a:chOff x="2734733" y="2802465"/>
            <a:chExt cx="4631267" cy="914401"/>
          </a:xfrm>
        </p:grpSpPr>
        <p:sp>
          <p:nvSpPr>
            <p:cNvPr id="6" name="Right Brace 5">
              <a:extLst>
                <a:ext uri="{FF2B5EF4-FFF2-40B4-BE49-F238E27FC236}">
                  <a16:creationId xmlns="" xmlns:a16="http://schemas.microsoft.com/office/drawing/2014/main" id="{4F8F0713-D1E4-40BB-AE46-E5CD8D79E17F}"/>
                </a:ext>
              </a:extLst>
            </p:cNvPr>
            <p:cNvSpPr/>
            <p:nvPr/>
          </p:nvSpPr>
          <p:spPr>
            <a:xfrm>
              <a:off x="6390648" y="2802466"/>
              <a:ext cx="475819" cy="914400"/>
            </a:xfrm>
            <a:prstGeom prst="rightBrace">
              <a:avLst>
                <a:gd name="adj1" fmla="val 8333"/>
                <a:gd name="adj2" fmla="val 71937"/>
              </a:avLst>
            </a:prstGeom>
            <a:ln w="47625">
              <a:solidFill>
                <a:schemeClr val="bg1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806C3878-A6ED-4ED5-8B63-38D6C84D7606}"/>
                </a:ext>
              </a:extLst>
            </p:cNvPr>
            <p:cNvSpPr/>
            <p:nvPr/>
          </p:nvSpPr>
          <p:spPr>
            <a:xfrm>
              <a:off x="2734733" y="2802465"/>
              <a:ext cx="3894667" cy="914401"/>
            </a:xfrm>
            <a:prstGeom prst="rect">
              <a:avLst/>
            </a:prstGeom>
            <a:noFill/>
            <a:ln w="4762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="" xmlns:a16="http://schemas.microsoft.com/office/drawing/2014/main" id="{40877987-E5B7-4777-A744-0A8CBA4D8816}"/>
                </a:ext>
              </a:extLst>
            </p:cNvPr>
            <p:cNvCxnSpPr/>
            <p:nvPr/>
          </p:nvCxnSpPr>
          <p:spPr>
            <a:xfrm>
              <a:off x="6858000" y="3460258"/>
              <a:ext cx="508000" cy="19542"/>
            </a:xfrm>
            <a:prstGeom prst="straightConnector1">
              <a:avLst/>
            </a:prstGeom>
            <a:ln w="44450">
              <a:solidFill>
                <a:schemeClr val="bg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urved Left Arrow 8">
            <a:extLst>
              <a:ext uri="{FF2B5EF4-FFF2-40B4-BE49-F238E27FC236}">
                <a16:creationId xmlns="" xmlns:a16="http://schemas.microsoft.com/office/drawing/2014/main" id="{50303AFB-F917-46E5-A5B6-78FC1351169C}"/>
              </a:ext>
            </a:extLst>
          </p:cNvPr>
          <p:cNvSpPr/>
          <p:nvPr/>
        </p:nvSpPr>
        <p:spPr>
          <a:xfrm>
            <a:off x="7272713" y="4666114"/>
            <a:ext cx="1580054" cy="1833344"/>
          </a:xfrm>
          <a:prstGeom prst="curvedLeftArrow">
            <a:avLst>
              <a:gd name="adj1" fmla="val 33800"/>
              <a:gd name="adj2" fmla="val 64021"/>
              <a:gd name="adj3" fmla="val 25000"/>
            </a:avLst>
          </a:prstGeom>
          <a:solidFill>
            <a:srgbClr val="8F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="" xmlns:a16="http://schemas.microsoft.com/office/drawing/2014/main" id="{028722E6-0477-43AB-B09B-E6B845EE41C2}"/>
              </a:ext>
            </a:extLst>
          </p:cNvPr>
          <p:cNvSpPr txBox="1">
            <a:spLocks/>
          </p:cNvSpPr>
          <p:nvPr/>
        </p:nvSpPr>
        <p:spPr>
          <a:xfrm>
            <a:off x="5791200" y="126999"/>
            <a:ext cx="3632199" cy="653064"/>
          </a:xfrm>
          <a:prstGeom prst="rect">
            <a:avLst/>
          </a:prstGeom>
        </p:spPr>
        <p:txBody>
          <a:bodyPr rtlCol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BIP Goals</a:t>
            </a:r>
          </a:p>
        </p:txBody>
      </p:sp>
    </p:spTree>
    <p:extLst>
      <p:ext uri="{BB962C8B-B14F-4D97-AF65-F5344CB8AC3E}">
        <p14:creationId xmlns:p14="http://schemas.microsoft.com/office/powerpoint/2010/main" val="335713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FDF934E-5E1D-454B-85FF-7D29812944B5}"/>
              </a:ext>
            </a:extLst>
          </p:cNvPr>
          <p:cNvSpPr/>
          <p:nvPr/>
        </p:nvSpPr>
        <p:spPr>
          <a:xfrm>
            <a:off x="5715000" y="0"/>
            <a:ext cx="33234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4000" dirty="0">
                <a:solidFill>
                  <a:schemeClr val="bg1"/>
                </a:solidFill>
                <a:latin typeface="+mj-lt"/>
                <a:ea typeface="Adobe Gothic Std B" panose="020B0800000000000000" pitchFamily="34" charset="-128"/>
              </a:rPr>
              <a:t>BIP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BAAA9F4-F2EE-47FE-8D2E-E561DE154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80624"/>
            <a:ext cx="9038495" cy="57784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0C43D74-3B0E-4192-AE32-26ABCEE639AB}"/>
              </a:ext>
            </a:extLst>
          </p:cNvPr>
          <p:cNvSpPr/>
          <p:nvPr/>
        </p:nvSpPr>
        <p:spPr>
          <a:xfrm>
            <a:off x="7239000" y="5410200"/>
            <a:ext cx="179949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000" dirty="0">
                <a:solidFill>
                  <a:srgbClr val="A6A9AB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Frederick</a:t>
            </a:r>
          </a:p>
          <a:p>
            <a:pPr lvl="0"/>
            <a:r>
              <a:rPr lang="en-GB" sz="2000" dirty="0">
                <a:solidFill>
                  <a:srgbClr val="A6A9AB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Schreurs</a:t>
            </a:r>
          </a:p>
          <a:p>
            <a:pPr lvl="0"/>
            <a:r>
              <a:rPr lang="en-GB" sz="2000" dirty="0">
                <a:solidFill>
                  <a:srgbClr val="A6A9AB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CEO IITA BIP</a:t>
            </a:r>
          </a:p>
        </p:txBody>
      </p:sp>
    </p:spTree>
    <p:extLst>
      <p:ext uri="{BB962C8B-B14F-4D97-AF65-F5344CB8AC3E}">
        <p14:creationId xmlns:p14="http://schemas.microsoft.com/office/powerpoint/2010/main" val="1408883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76" descr="&lt;strong&gt;Africa&lt;/strong&gt;, Continent, &lt;strong&gt;Map&lt;/strong&gt;, Country, Madagascar, &lt;strong&gt;Orange&lt;/strong&gt;">
            <a:extLst>
              <a:ext uri="{FF2B5EF4-FFF2-40B4-BE49-F238E27FC236}">
                <a16:creationId xmlns="" xmlns:a16="http://schemas.microsoft.com/office/drawing/2014/main" id="{B8525C0E-FC2A-454F-A503-B5B6BCB34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684" y="1147056"/>
            <a:ext cx="1301408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itle 1">
            <a:extLst>
              <a:ext uri="{FF2B5EF4-FFF2-40B4-BE49-F238E27FC236}">
                <a16:creationId xmlns="" xmlns:a16="http://schemas.microsoft.com/office/drawing/2014/main" id="{7D552924-40BD-4666-A934-200A9AE1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230" y="258637"/>
            <a:ext cx="6581804" cy="5334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sz="2400" dirty="0">
                <a:solidFill>
                  <a:schemeClr val="bg1"/>
                </a:solidFill>
                <a:latin typeface="Myriad Headline"/>
              </a:rPr>
              <a:t>Products &amp; Services Developed from our research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70CB019D-D4BE-4499-A718-44257B6CFDA7}"/>
              </a:ext>
            </a:extLst>
          </p:cNvPr>
          <p:cNvSpPr/>
          <p:nvPr/>
        </p:nvSpPr>
        <p:spPr>
          <a:xfrm>
            <a:off x="0" y="0"/>
            <a:ext cx="9144001" cy="6858000"/>
          </a:xfrm>
          <a:prstGeom prst="rect">
            <a:avLst/>
          </a:prstGeom>
          <a:noFill/>
          <a:ln w="76200">
            <a:solidFill>
              <a:srgbClr val="F579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5605" name="TextBox 4">
            <a:extLst>
              <a:ext uri="{FF2B5EF4-FFF2-40B4-BE49-F238E27FC236}">
                <a16:creationId xmlns="" xmlns:a16="http://schemas.microsoft.com/office/drawing/2014/main" id="{F1BEA6EC-DAC0-48D4-9EC8-02E1194A8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113" y="121443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dirty="0">
              <a:latin typeface="Arial" panose="020B0604020202020204" pitchFamily="34" charset="0"/>
            </a:endParaRPr>
          </a:p>
        </p:txBody>
      </p:sp>
      <p:sp>
        <p:nvSpPr>
          <p:cNvPr id="151" name="object 37">
            <a:extLst>
              <a:ext uri="{FF2B5EF4-FFF2-40B4-BE49-F238E27FC236}">
                <a16:creationId xmlns="" xmlns:a16="http://schemas.microsoft.com/office/drawing/2014/main" id="{0161F64C-6981-4449-AD63-272BE6CE46FB}"/>
              </a:ext>
            </a:extLst>
          </p:cNvPr>
          <p:cNvSpPr txBox="1"/>
          <p:nvPr/>
        </p:nvSpPr>
        <p:spPr>
          <a:xfrm>
            <a:off x="3886200" y="3834595"/>
            <a:ext cx="1156704" cy="280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fr-CH" sz="1600" dirty="0">
                <a:latin typeface="Arial" charset="0"/>
                <a:cs typeface="Calibri"/>
              </a:rPr>
              <a:t>Aflasafe</a:t>
            </a:r>
            <a:endParaRPr sz="1600" dirty="0">
              <a:latin typeface="Arial" charset="0"/>
              <a:cs typeface="Calibri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="" xmlns:a16="http://schemas.microsoft.com/office/drawing/2014/main" id="{9BC74189-3183-4CF1-8934-5D584E20E20F}"/>
              </a:ext>
            </a:extLst>
          </p:cNvPr>
          <p:cNvSpPr/>
          <p:nvPr/>
        </p:nvSpPr>
        <p:spPr>
          <a:xfrm>
            <a:off x="38098" y="5363778"/>
            <a:ext cx="1001711" cy="8388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b="1" dirty="0"/>
              <a:t>Youth production projects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="" xmlns:a16="http://schemas.microsoft.com/office/drawing/2014/main" id="{47443035-3B7B-4B79-99B1-1AADC7EBC21F}"/>
              </a:ext>
            </a:extLst>
          </p:cNvPr>
          <p:cNvSpPr/>
          <p:nvPr/>
        </p:nvSpPr>
        <p:spPr>
          <a:xfrm>
            <a:off x="1169988" y="5334079"/>
            <a:ext cx="1004888" cy="8685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b="1" dirty="0"/>
              <a:t>Out- grower &amp; consultant project</a:t>
            </a:r>
          </a:p>
        </p:txBody>
      </p:sp>
      <p:sp>
        <p:nvSpPr>
          <p:cNvPr id="25610" name="Slide Number Placeholder 6">
            <a:extLst>
              <a:ext uri="{FF2B5EF4-FFF2-40B4-BE49-F238E27FC236}">
                <a16:creationId xmlns="" xmlns:a16="http://schemas.microsoft.com/office/drawing/2014/main" id="{3A91CAE9-D705-4E23-B854-F19A30428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43F57B-8A3F-448C-9441-F49678D2787E}" type="slidenum">
              <a:rPr lang="en-US" altLang="en-US" sz="18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800" dirty="0"/>
          </a:p>
        </p:txBody>
      </p:sp>
      <p:sp>
        <p:nvSpPr>
          <p:cNvPr id="25614" name="object 31">
            <a:extLst>
              <a:ext uri="{FF2B5EF4-FFF2-40B4-BE49-F238E27FC236}">
                <a16:creationId xmlns="" xmlns:a16="http://schemas.microsoft.com/office/drawing/2014/main" id="{66B4F0AD-E257-4A73-B52D-5A245252A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1401763"/>
            <a:ext cx="15938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Funding</a:t>
            </a:r>
            <a:r>
              <a:rPr lang="fr-CH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Investors</a:t>
            </a:r>
          </a:p>
        </p:txBody>
      </p:sp>
      <p:sp>
        <p:nvSpPr>
          <p:cNvPr id="86" name="Right Arrow 85">
            <a:extLst>
              <a:ext uri="{FF2B5EF4-FFF2-40B4-BE49-F238E27FC236}">
                <a16:creationId xmlns="" xmlns:a16="http://schemas.microsoft.com/office/drawing/2014/main" id="{D75E4306-F490-48A8-BFEF-080DE381FE04}"/>
              </a:ext>
            </a:extLst>
          </p:cNvPr>
          <p:cNvSpPr/>
          <p:nvPr/>
        </p:nvSpPr>
        <p:spPr>
          <a:xfrm>
            <a:off x="1150903" y="1595935"/>
            <a:ext cx="2864790" cy="1317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CH" dirty="0"/>
          </a:p>
        </p:txBody>
      </p:sp>
      <p:sp>
        <p:nvSpPr>
          <p:cNvPr id="148" name="object 32">
            <a:extLst>
              <a:ext uri="{FF2B5EF4-FFF2-40B4-BE49-F238E27FC236}">
                <a16:creationId xmlns="" xmlns:a16="http://schemas.microsoft.com/office/drawing/2014/main" id="{2B2E46F3-BDF7-4675-A96A-5C13103D7204}"/>
              </a:ext>
            </a:extLst>
          </p:cNvPr>
          <p:cNvSpPr txBox="1"/>
          <p:nvPr/>
        </p:nvSpPr>
        <p:spPr>
          <a:xfrm>
            <a:off x="1259248" y="1970088"/>
            <a:ext cx="208871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eaLnBrk="1" hangingPunct="1">
              <a:defRPr/>
            </a:pPr>
            <a:r>
              <a:rPr lang="fr-CH" sz="2000" spc="-10" dirty="0">
                <a:solidFill>
                  <a:schemeClr val="bg1"/>
                </a:solidFill>
                <a:latin typeface="Arial" charset="0"/>
                <a:cs typeface="Calibri"/>
              </a:rPr>
              <a:t>New Products</a:t>
            </a:r>
            <a:r>
              <a:rPr lang="fr-CH" sz="2000" spc="-35" dirty="0">
                <a:solidFill>
                  <a:schemeClr val="bg1"/>
                </a:solidFill>
                <a:latin typeface="Arial" charset="0"/>
                <a:cs typeface="Calibri"/>
              </a:rPr>
              <a:t> </a:t>
            </a:r>
            <a:r>
              <a:rPr lang="fr-CH" sz="2000" spc="-5" dirty="0">
                <a:solidFill>
                  <a:schemeClr val="bg1"/>
                </a:solidFill>
                <a:latin typeface="Arial" charset="0"/>
                <a:cs typeface="Calibri"/>
              </a:rPr>
              <a:t>&amp;</a:t>
            </a:r>
            <a:r>
              <a:rPr sz="2000" spc="-20" dirty="0">
                <a:solidFill>
                  <a:schemeClr val="bg1"/>
                </a:solidFill>
                <a:latin typeface="Arial" charset="0"/>
                <a:cs typeface="Calibri"/>
              </a:rPr>
              <a:t>Technologies</a:t>
            </a:r>
            <a:r>
              <a:rPr lang="fr-CH" sz="2000" spc="-20" dirty="0">
                <a:solidFill>
                  <a:schemeClr val="bg1"/>
                </a:solidFill>
                <a:latin typeface="Arial" charset="0"/>
                <a:cs typeface="Calibri"/>
              </a:rPr>
              <a:t> </a:t>
            </a:r>
            <a:r>
              <a:rPr sz="2000" spc="-40" dirty="0">
                <a:solidFill>
                  <a:schemeClr val="bg1"/>
                </a:solidFill>
                <a:latin typeface="Arial" charset="0"/>
                <a:cs typeface="Calibri"/>
              </a:rPr>
              <a:t>IITA</a:t>
            </a:r>
            <a:endParaRPr sz="2000" dirty="0">
              <a:solidFill>
                <a:schemeClr val="bg1"/>
              </a:solidFill>
              <a:latin typeface="Arial" charset="0"/>
              <a:cs typeface="Calibri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="" xmlns:a16="http://schemas.microsoft.com/office/drawing/2014/main" id="{EF8346E9-520E-4036-A3CB-296EF6B36A9F}"/>
              </a:ext>
            </a:extLst>
          </p:cNvPr>
          <p:cNvGrpSpPr>
            <a:grpSpLocks noChangeAspect="1"/>
          </p:cNvGrpSpPr>
          <p:nvPr/>
        </p:nvGrpSpPr>
        <p:grpSpPr>
          <a:xfrm>
            <a:off x="6454307" y="1764855"/>
            <a:ext cx="2268536" cy="1493957"/>
            <a:chOff x="1724819" y="1270000"/>
            <a:chExt cx="8742362" cy="4318000"/>
          </a:xfrm>
          <a:solidFill>
            <a:srgbClr val="F6BC94"/>
          </a:solidFill>
        </p:grpSpPr>
        <p:grpSp>
          <p:nvGrpSpPr>
            <p:cNvPr id="97" name="Group 96">
              <a:extLst>
                <a:ext uri="{FF2B5EF4-FFF2-40B4-BE49-F238E27FC236}">
                  <a16:creationId xmlns="" xmlns:a16="http://schemas.microsoft.com/office/drawing/2014/main" id="{F4FB8AA7-2E05-4D11-A518-9A857C1F4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3294" y="3671888"/>
              <a:ext cx="1346200" cy="528637"/>
              <a:chOff x="7215188" y="4246563"/>
              <a:chExt cx="1346200" cy="528637"/>
            </a:xfrm>
            <a:grpFill/>
          </p:grpSpPr>
          <p:sp>
            <p:nvSpPr>
              <p:cNvPr id="538" name="Freeform 537">
                <a:extLst>
                  <a:ext uri="{FF2B5EF4-FFF2-40B4-BE49-F238E27FC236}">
                    <a16:creationId xmlns="" xmlns:a16="http://schemas.microsoft.com/office/drawing/2014/main" id="{F917B5F5-4B55-4E3D-BDA1-8BC01921E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6013" y="4386263"/>
                <a:ext cx="9525" cy="0"/>
              </a:xfrm>
              <a:custGeom>
                <a:avLst/>
                <a:gdLst>
                  <a:gd name="T0" fmla="*/ 12960805 w 7"/>
                  <a:gd name="T1" fmla="*/ 0 h 1"/>
                  <a:gd name="T2" fmla="*/ 0 w 7"/>
                  <a:gd name="T3" fmla="*/ 0 h 1"/>
                  <a:gd name="T4" fmla="*/ 0 w 7"/>
                  <a:gd name="T5" fmla="*/ 0 h 1"/>
                  <a:gd name="T6" fmla="*/ 12960805 w 7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1"/>
                  <a:gd name="T14" fmla="*/ 7 w 7"/>
                  <a:gd name="T15" fmla="*/ 0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1">
                    <a:moveTo>
                      <a:pt x="7" y="0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9" name="Freeform 538">
                <a:extLst>
                  <a:ext uri="{FF2B5EF4-FFF2-40B4-BE49-F238E27FC236}">
                    <a16:creationId xmlns="" xmlns:a16="http://schemas.microsoft.com/office/drawing/2014/main" id="{5D4737FF-280A-4F6B-A1F8-ADDB26FCF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0000" y="4286250"/>
                <a:ext cx="295275" cy="276225"/>
              </a:xfrm>
              <a:custGeom>
                <a:avLst/>
                <a:gdLst>
                  <a:gd name="T0" fmla="*/ 372595469 w 234"/>
                  <a:gd name="T1" fmla="*/ 143724491 h 221"/>
                  <a:gd name="T2" fmla="*/ 337565011 w 234"/>
                  <a:gd name="T3" fmla="*/ 139037417 h 221"/>
                  <a:gd name="T4" fmla="*/ 335972546 w 234"/>
                  <a:gd name="T5" fmla="*/ 139037417 h 221"/>
                  <a:gd name="T6" fmla="*/ 316865403 w 234"/>
                  <a:gd name="T7" fmla="*/ 193714992 h 221"/>
                  <a:gd name="T8" fmla="*/ 321642800 w 234"/>
                  <a:gd name="T9" fmla="*/ 198402067 h 221"/>
                  <a:gd name="T10" fmla="*/ 313680472 w 234"/>
                  <a:gd name="T11" fmla="*/ 215585507 h 221"/>
                  <a:gd name="T12" fmla="*/ 291388477 w 234"/>
                  <a:gd name="T13" fmla="*/ 228084372 h 221"/>
                  <a:gd name="T14" fmla="*/ 275466345 w 234"/>
                  <a:gd name="T15" fmla="*/ 251517245 h 221"/>
                  <a:gd name="T16" fmla="*/ 275466345 w 234"/>
                  <a:gd name="T17" fmla="*/ 270263043 h 221"/>
                  <a:gd name="T18" fmla="*/ 281834945 w 234"/>
                  <a:gd name="T19" fmla="*/ 270263043 h 221"/>
                  <a:gd name="T20" fmla="*/ 272281414 w 234"/>
                  <a:gd name="T21" fmla="*/ 284323017 h 221"/>
                  <a:gd name="T22" fmla="*/ 265911551 w 234"/>
                  <a:gd name="T23" fmla="*/ 299945348 h 221"/>
                  <a:gd name="T24" fmla="*/ 256358019 w 234"/>
                  <a:gd name="T25" fmla="*/ 329627732 h 221"/>
                  <a:gd name="T26" fmla="*/ 208590360 w 234"/>
                  <a:gd name="T27" fmla="*/ 345250064 h 221"/>
                  <a:gd name="T28" fmla="*/ 203812964 w 234"/>
                  <a:gd name="T29" fmla="*/ 323379471 h 221"/>
                  <a:gd name="T30" fmla="*/ 195851897 w 234"/>
                  <a:gd name="T31" fmla="*/ 315567680 h 221"/>
                  <a:gd name="T32" fmla="*/ 170374971 w 234"/>
                  <a:gd name="T33" fmla="*/ 318692397 h 221"/>
                  <a:gd name="T34" fmla="*/ 148082937 w 234"/>
                  <a:gd name="T35" fmla="*/ 304632423 h 221"/>
                  <a:gd name="T36" fmla="*/ 127383408 w 234"/>
                  <a:gd name="T37" fmla="*/ 318692397 h 221"/>
                  <a:gd name="T38" fmla="*/ 106683879 w 234"/>
                  <a:gd name="T39" fmla="*/ 320254755 h 221"/>
                  <a:gd name="T40" fmla="*/ 98721551 w 234"/>
                  <a:gd name="T41" fmla="*/ 299945348 h 221"/>
                  <a:gd name="T42" fmla="*/ 66876004 w 234"/>
                  <a:gd name="T43" fmla="*/ 301507707 h 221"/>
                  <a:gd name="T44" fmla="*/ 68468470 w 234"/>
                  <a:gd name="T45" fmla="*/ 299945348 h 221"/>
                  <a:gd name="T46" fmla="*/ 62099869 w 234"/>
                  <a:gd name="T47" fmla="*/ 304632423 h 221"/>
                  <a:gd name="T48" fmla="*/ 46176475 w 234"/>
                  <a:gd name="T49" fmla="*/ 299945348 h 221"/>
                  <a:gd name="T50" fmla="*/ 36622933 w 234"/>
                  <a:gd name="T51" fmla="*/ 256203069 h 221"/>
                  <a:gd name="T52" fmla="*/ 36622933 w 234"/>
                  <a:gd name="T53" fmla="*/ 224959656 h 221"/>
                  <a:gd name="T54" fmla="*/ 14330934 w 234"/>
                  <a:gd name="T55" fmla="*/ 209337324 h 221"/>
                  <a:gd name="T56" fmla="*/ 17514603 w 234"/>
                  <a:gd name="T57" fmla="*/ 206212608 h 221"/>
                  <a:gd name="T58" fmla="*/ 9553534 w 234"/>
                  <a:gd name="T59" fmla="*/ 189027918 h 221"/>
                  <a:gd name="T60" fmla="*/ 9553534 w 234"/>
                  <a:gd name="T61" fmla="*/ 174967944 h 221"/>
                  <a:gd name="T62" fmla="*/ 0 w 234"/>
                  <a:gd name="T63" fmla="*/ 143724491 h 221"/>
                  <a:gd name="T64" fmla="*/ 11146002 w 234"/>
                  <a:gd name="T65" fmla="*/ 123415085 h 221"/>
                  <a:gd name="T66" fmla="*/ 4777398 w 234"/>
                  <a:gd name="T67" fmla="*/ 123415085 h 221"/>
                  <a:gd name="T68" fmla="*/ 25476936 w 234"/>
                  <a:gd name="T69" fmla="*/ 95295138 h 221"/>
                  <a:gd name="T70" fmla="*/ 35030468 w 234"/>
                  <a:gd name="T71" fmla="*/ 120290369 h 221"/>
                  <a:gd name="T72" fmla="*/ 68468470 w 234"/>
                  <a:gd name="T73" fmla="*/ 143724491 h 221"/>
                  <a:gd name="T74" fmla="*/ 117829876 w 234"/>
                  <a:gd name="T75" fmla="*/ 131226876 h 221"/>
                  <a:gd name="T76" fmla="*/ 132159543 w 234"/>
                  <a:gd name="T77" fmla="*/ 115604544 h 221"/>
                  <a:gd name="T78" fmla="*/ 179928503 w 234"/>
                  <a:gd name="T79" fmla="*/ 124977443 h 221"/>
                  <a:gd name="T80" fmla="*/ 210181564 w 234"/>
                  <a:gd name="T81" fmla="*/ 114042186 h 221"/>
                  <a:gd name="T82" fmla="*/ 226104958 w 234"/>
                  <a:gd name="T83" fmla="*/ 78110429 h 221"/>
                  <a:gd name="T84" fmla="*/ 235658490 w 234"/>
                  <a:gd name="T85" fmla="*/ 57802272 h 221"/>
                  <a:gd name="T86" fmla="*/ 245212022 w 234"/>
                  <a:gd name="T87" fmla="*/ 29682315 h 221"/>
                  <a:gd name="T88" fmla="*/ 251581884 w 234"/>
                  <a:gd name="T89" fmla="*/ 0 h 221"/>
                  <a:gd name="T90" fmla="*/ 285019877 w 234"/>
                  <a:gd name="T91" fmla="*/ 4687076 h 221"/>
                  <a:gd name="T92" fmla="*/ 316865403 w 234"/>
                  <a:gd name="T93" fmla="*/ 9372902 h 221"/>
                  <a:gd name="T94" fmla="*/ 312088006 w 234"/>
                  <a:gd name="T95" fmla="*/ 14059978 h 221"/>
                  <a:gd name="T96" fmla="*/ 313680472 w 234"/>
                  <a:gd name="T97" fmla="*/ 18747053 h 221"/>
                  <a:gd name="T98" fmla="*/ 323234004 w 234"/>
                  <a:gd name="T99" fmla="*/ 29682315 h 221"/>
                  <a:gd name="T100" fmla="*/ 313680472 w 234"/>
                  <a:gd name="T101" fmla="*/ 29682315 h 221"/>
                  <a:gd name="T102" fmla="*/ 302534475 w 234"/>
                  <a:gd name="T103" fmla="*/ 29682315 h 221"/>
                  <a:gd name="T104" fmla="*/ 310496803 w 234"/>
                  <a:gd name="T105" fmla="*/ 45304657 h 221"/>
                  <a:gd name="T106" fmla="*/ 337565011 w 234"/>
                  <a:gd name="T107" fmla="*/ 89046955 h 221"/>
                  <a:gd name="T108" fmla="*/ 328011401 w 234"/>
                  <a:gd name="T109" fmla="*/ 103106929 h 221"/>
                  <a:gd name="T110" fmla="*/ 348711009 w 234"/>
                  <a:gd name="T111" fmla="*/ 123415085 h 221"/>
                  <a:gd name="T112" fmla="*/ 372595469 w 234"/>
                  <a:gd name="T113" fmla="*/ 143724491 h 22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34"/>
                  <a:gd name="T172" fmla="*/ 0 h 221"/>
                  <a:gd name="T173" fmla="*/ 234 w 234"/>
                  <a:gd name="T174" fmla="*/ 221 h 22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34" h="221">
                    <a:moveTo>
                      <a:pt x="234" y="92"/>
                    </a:moveTo>
                    <a:lnTo>
                      <a:pt x="212" y="89"/>
                    </a:lnTo>
                    <a:lnTo>
                      <a:pt x="211" y="89"/>
                    </a:lnTo>
                    <a:lnTo>
                      <a:pt x="199" y="124"/>
                    </a:lnTo>
                    <a:lnTo>
                      <a:pt x="202" y="127"/>
                    </a:lnTo>
                    <a:lnTo>
                      <a:pt x="197" y="138"/>
                    </a:lnTo>
                    <a:lnTo>
                      <a:pt x="183" y="146"/>
                    </a:lnTo>
                    <a:lnTo>
                      <a:pt x="173" y="161"/>
                    </a:lnTo>
                    <a:lnTo>
                      <a:pt x="173" y="173"/>
                    </a:lnTo>
                    <a:lnTo>
                      <a:pt x="177" y="173"/>
                    </a:lnTo>
                    <a:lnTo>
                      <a:pt x="171" y="182"/>
                    </a:lnTo>
                    <a:lnTo>
                      <a:pt x="167" y="192"/>
                    </a:lnTo>
                    <a:lnTo>
                      <a:pt x="161" y="211"/>
                    </a:lnTo>
                    <a:lnTo>
                      <a:pt x="131" y="221"/>
                    </a:lnTo>
                    <a:lnTo>
                      <a:pt x="128" y="207"/>
                    </a:lnTo>
                    <a:lnTo>
                      <a:pt x="123" y="202"/>
                    </a:lnTo>
                    <a:lnTo>
                      <a:pt x="107" y="204"/>
                    </a:lnTo>
                    <a:lnTo>
                      <a:pt x="93" y="195"/>
                    </a:lnTo>
                    <a:lnTo>
                      <a:pt x="80" y="204"/>
                    </a:lnTo>
                    <a:lnTo>
                      <a:pt x="67" y="205"/>
                    </a:lnTo>
                    <a:lnTo>
                      <a:pt x="62" y="192"/>
                    </a:lnTo>
                    <a:lnTo>
                      <a:pt x="42" y="193"/>
                    </a:lnTo>
                    <a:lnTo>
                      <a:pt x="43" y="192"/>
                    </a:lnTo>
                    <a:lnTo>
                      <a:pt x="39" y="195"/>
                    </a:lnTo>
                    <a:lnTo>
                      <a:pt x="29" y="192"/>
                    </a:lnTo>
                    <a:lnTo>
                      <a:pt x="23" y="164"/>
                    </a:lnTo>
                    <a:lnTo>
                      <a:pt x="23" y="144"/>
                    </a:lnTo>
                    <a:lnTo>
                      <a:pt x="9" y="134"/>
                    </a:lnTo>
                    <a:lnTo>
                      <a:pt x="11" y="132"/>
                    </a:lnTo>
                    <a:lnTo>
                      <a:pt x="6" y="121"/>
                    </a:lnTo>
                    <a:lnTo>
                      <a:pt x="6" y="112"/>
                    </a:lnTo>
                    <a:lnTo>
                      <a:pt x="0" y="92"/>
                    </a:lnTo>
                    <a:lnTo>
                      <a:pt x="7" y="79"/>
                    </a:lnTo>
                    <a:lnTo>
                      <a:pt x="3" y="79"/>
                    </a:lnTo>
                    <a:lnTo>
                      <a:pt x="16" y="61"/>
                    </a:lnTo>
                    <a:lnTo>
                      <a:pt x="22" y="77"/>
                    </a:lnTo>
                    <a:lnTo>
                      <a:pt x="43" y="92"/>
                    </a:lnTo>
                    <a:lnTo>
                      <a:pt x="74" y="84"/>
                    </a:lnTo>
                    <a:lnTo>
                      <a:pt x="83" y="74"/>
                    </a:lnTo>
                    <a:lnTo>
                      <a:pt x="113" y="80"/>
                    </a:lnTo>
                    <a:lnTo>
                      <a:pt x="132" y="73"/>
                    </a:lnTo>
                    <a:lnTo>
                      <a:pt x="142" y="50"/>
                    </a:lnTo>
                    <a:lnTo>
                      <a:pt x="148" y="37"/>
                    </a:lnTo>
                    <a:lnTo>
                      <a:pt x="154" y="19"/>
                    </a:lnTo>
                    <a:lnTo>
                      <a:pt x="158" y="0"/>
                    </a:lnTo>
                    <a:lnTo>
                      <a:pt x="179" y="3"/>
                    </a:lnTo>
                    <a:lnTo>
                      <a:pt x="199" y="6"/>
                    </a:lnTo>
                    <a:lnTo>
                      <a:pt x="196" y="9"/>
                    </a:lnTo>
                    <a:lnTo>
                      <a:pt x="197" y="12"/>
                    </a:lnTo>
                    <a:lnTo>
                      <a:pt x="203" y="19"/>
                    </a:lnTo>
                    <a:lnTo>
                      <a:pt x="197" y="19"/>
                    </a:lnTo>
                    <a:lnTo>
                      <a:pt x="190" y="19"/>
                    </a:lnTo>
                    <a:lnTo>
                      <a:pt x="195" y="29"/>
                    </a:lnTo>
                    <a:lnTo>
                      <a:pt x="212" y="57"/>
                    </a:lnTo>
                    <a:lnTo>
                      <a:pt x="206" y="66"/>
                    </a:lnTo>
                    <a:lnTo>
                      <a:pt x="219" y="79"/>
                    </a:lnTo>
                    <a:lnTo>
                      <a:pt x="234" y="92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0" name="Freeform 539">
                <a:extLst>
                  <a:ext uri="{FF2B5EF4-FFF2-40B4-BE49-F238E27FC236}">
                    <a16:creationId xmlns="" xmlns:a16="http://schemas.microsoft.com/office/drawing/2014/main" id="{CB958394-F660-4928-981C-1D724B3A4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15188" y="4246563"/>
                <a:ext cx="317500" cy="376237"/>
              </a:xfrm>
              <a:custGeom>
                <a:avLst/>
                <a:gdLst>
                  <a:gd name="T0" fmla="*/ 393774381 w 256"/>
                  <a:gd name="T1" fmla="*/ 365756480 h 299"/>
                  <a:gd name="T2" fmla="*/ 389159471 w 256"/>
                  <a:gd name="T3" fmla="*/ 367340701 h 299"/>
                  <a:gd name="T4" fmla="*/ 384545802 w 256"/>
                  <a:gd name="T5" fmla="*/ 421175286 h 299"/>
                  <a:gd name="T6" fmla="*/ 378393002 w 256"/>
                  <a:gd name="T7" fmla="*/ 473425650 h 299"/>
                  <a:gd name="T8" fmla="*/ 359934603 w 256"/>
                  <a:gd name="T9" fmla="*/ 457592245 h 299"/>
                  <a:gd name="T10" fmla="*/ 358396713 w 256"/>
                  <a:gd name="T11" fmla="*/ 467092540 h 299"/>
                  <a:gd name="T12" fmla="*/ 339938313 w 256"/>
                  <a:gd name="T13" fmla="*/ 459175208 h 299"/>
                  <a:gd name="T14" fmla="*/ 339938313 w 256"/>
                  <a:gd name="T15" fmla="*/ 473425650 h 299"/>
                  <a:gd name="T16" fmla="*/ 304559327 w 256"/>
                  <a:gd name="T17" fmla="*/ 437008692 h 299"/>
                  <a:gd name="T18" fmla="*/ 286102168 w 256"/>
                  <a:gd name="T19" fmla="*/ 416425139 h 299"/>
                  <a:gd name="T20" fmla="*/ 266105878 w 256"/>
                  <a:gd name="T21" fmla="*/ 395840328 h 299"/>
                  <a:gd name="T22" fmla="*/ 246108349 w 256"/>
                  <a:gd name="T23" fmla="*/ 376840996 h 299"/>
                  <a:gd name="T24" fmla="*/ 227651190 w 256"/>
                  <a:gd name="T25" fmla="*/ 356256185 h 299"/>
                  <a:gd name="T26" fmla="*/ 212268570 w 256"/>
                  <a:gd name="T27" fmla="*/ 321422111 h 299"/>
                  <a:gd name="T28" fmla="*/ 196887191 w 256"/>
                  <a:gd name="T29" fmla="*/ 286588115 h 299"/>
                  <a:gd name="T30" fmla="*/ 192272281 w 256"/>
                  <a:gd name="T31" fmla="*/ 281839226 h 299"/>
                  <a:gd name="T32" fmla="*/ 172275991 w 256"/>
                  <a:gd name="T33" fmla="*/ 250171157 h 299"/>
                  <a:gd name="T34" fmla="*/ 153817553 w 256"/>
                  <a:gd name="T35" fmla="*/ 220087309 h 299"/>
                  <a:gd name="T36" fmla="*/ 143051084 w 256"/>
                  <a:gd name="T37" fmla="*/ 193170645 h 299"/>
                  <a:gd name="T38" fmla="*/ 132283374 w 256"/>
                  <a:gd name="T39" fmla="*/ 164669721 h 299"/>
                  <a:gd name="T40" fmla="*/ 103058505 w 256"/>
                  <a:gd name="T41" fmla="*/ 134585873 h 299"/>
                  <a:gd name="T42" fmla="*/ 78447287 w 256"/>
                  <a:gd name="T43" fmla="*/ 101334841 h 299"/>
                  <a:gd name="T44" fmla="*/ 52298198 w 256"/>
                  <a:gd name="T45" fmla="*/ 72835195 h 299"/>
                  <a:gd name="T46" fmla="*/ 24611209 w 256"/>
                  <a:gd name="T47" fmla="*/ 45917273 h 299"/>
                  <a:gd name="T48" fmla="*/ 0 w 256"/>
                  <a:gd name="T49" fmla="*/ 0 h 299"/>
                  <a:gd name="T50" fmla="*/ 27686989 w 256"/>
                  <a:gd name="T51" fmla="*/ 1582964 h 299"/>
                  <a:gd name="T52" fmla="*/ 53836087 w 256"/>
                  <a:gd name="T53" fmla="*/ 6333113 h 299"/>
                  <a:gd name="T54" fmla="*/ 81523086 w 256"/>
                  <a:gd name="T55" fmla="*/ 11083263 h 299"/>
                  <a:gd name="T56" fmla="*/ 112287085 w 256"/>
                  <a:gd name="T57" fmla="*/ 50667421 h 299"/>
                  <a:gd name="T58" fmla="*/ 116901995 w 256"/>
                  <a:gd name="T59" fmla="*/ 58584752 h 299"/>
                  <a:gd name="T60" fmla="*/ 147664754 w 256"/>
                  <a:gd name="T61" fmla="*/ 88668620 h 299"/>
                  <a:gd name="T62" fmla="*/ 178428791 w 256"/>
                  <a:gd name="T63" fmla="*/ 118752468 h 299"/>
                  <a:gd name="T64" fmla="*/ 207654900 w 256"/>
                  <a:gd name="T65" fmla="*/ 148836316 h 299"/>
                  <a:gd name="T66" fmla="*/ 206115770 w 256"/>
                  <a:gd name="T67" fmla="*/ 134585873 h 299"/>
                  <a:gd name="T68" fmla="*/ 236879769 w 256"/>
                  <a:gd name="T69" fmla="*/ 159919574 h 299"/>
                  <a:gd name="T70" fmla="*/ 255338169 w 256"/>
                  <a:gd name="T71" fmla="*/ 183670350 h 299"/>
                  <a:gd name="T72" fmla="*/ 289177947 w 256"/>
                  <a:gd name="T73" fmla="*/ 209004051 h 299"/>
                  <a:gd name="T74" fmla="*/ 293792857 w 256"/>
                  <a:gd name="T75" fmla="*/ 209004051 h 299"/>
                  <a:gd name="T76" fmla="*/ 315327037 w 256"/>
                  <a:gd name="T77" fmla="*/ 229587604 h 299"/>
                  <a:gd name="T78" fmla="*/ 299945657 w 256"/>
                  <a:gd name="T79" fmla="*/ 239087899 h 299"/>
                  <a:gd name="T80" fmla="*/ 304559327 w 256"/>
                  <a:gd name="T81" fmla="*/ 245421009 h 299"/>
                  <a:gd name="T82" fmla="*/ 299945657 w 256"/>
                  <a:gd name="T83" fmla="*/ 250171157 h 299"/>
                  <a:gd name="T84" fmla="*/ 304559327 w 256"/>
                  <a:gd name="T85" fmla="*/ 266004562 h 299"/>
                  <a:gd name="T86" fmla="*/ 333785513 w 256"/>
                  <a:gd name="T87" fmla="*/ 273921894 h 299"/>
                  <a:gd name="T88" fmla="*/ 338400423 w 256"/>
                  <a:gd name="T89" fmla="*/ 302422779 h 299"/>
                  <a:gd name="T90" fmla="*/ 346091113 w 256"/>
                  <a:gd name="T91" fmla="*/ 311923074 h 299"/>
                  <a:gd name="T92" fmla="*/ 346091113 w 256"/>
                  <a:gd name="T93" fmla="*/ 330922484 h 299"/>
                  <a:gd name="T94" fmla="*/ 373778092 w 256"/>
                  <a:gd name="T95" fmla="*/ 327756479 h 299"/>
                  <a:gd name="T96" fmla="*/ 393774381 w 256"/>
                  <a:gd name="T97" fmla="*/ 365756480 h 2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56"/>
                  <a:gd name="T148" fmla="*/ 0 h 299"/>
                  <a:gd name="T149" fmla="*/ 256 w 256"/>
                  <a:gd name="T150" fmla="*/ 299 h 2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56" h="299">
                    <a:moveTo>
                      <a:pt x="256" y="231"/>
                    </a:moveTo>
                    <a:lnTo>
                      <a:pt x="253" y="232"/>
                    </a:lnTo>
                    <a:lnTo>
                      <a:pt x="250" y="266"/>
                    </a:lnTo>
                    <a:lnTo>
                      <a:pt x="246" y="299"/>
                    </a:lnTo>
                    <a:lnTo>
                      <a:pt x="234" y="289"/>
                    </a:lnTo>
                    <a:lnTo>
                      <a:pt x="233" y="295"/>
                    </a:lnTo>
                    <a:lnTo>
                      <a:pt x="221" y="290"/>
                    </a:lnTo>
                    <a:lnTo>
                      <a:pt x="221" y="299"/>
                    </a:lnTo>
                    <a:lnTo>
                      <a:pt x="198" y="276"/>
                    </a:lnTo>
                    <a:lnTo>
                      <a:pt x="186" y="263"/>
                    </a:lnTo>
                    <a:lnTo>
                      <a:pt x="173" y="250"/>
                    </a:lnTo>
                    <a:lnTo>
                      <a:pt x="160" y="238"/>
                    </a:lnTo>
                    <a:lnTo>
                      <a:pt x="148" y="225"/>
                    </a:lnTo>
                    <a:lnTo>
                      <a:pt x="138" y="203"/>
                    </a:lnTo>
                    <a:lnTo>
                      <a:pt x="128" y="181"/>
                    </a:lnTo>
                    <a:lnTo>
                      <a:pt x="125" y="178"/>
                    </a:lnTo>
                    <a:lnTo>
                      <a:pt x="112" y="158"/>
                    </a:lnTo>
                    <a:lnTo>
                      <a:pt x="100" y="139"/>
                    </a:lnTo>
                    <a:lnTo>
                      <a:pt x="93" y="122"/>
                    </a:lnTo>
                    <a:lnTo>
                      <a:pt x="86" y="104"/>
                    </a:lnTo>
                    <a:lnTo>
                      <a:pt x="67" y="85"/>
                    </a:lnTo>
                    <a:lnTo>
                      <a:pt x="51" y="64"/>
                    </a:lnTo>
                    <a:lnTo>
                      <a:pt x="34" y="46"/>
                    </a:lnTo>
                    <a:lnTo>
                      <a:pt x="16" y="29"/>
                    </a:lnTo>
                    <a:lnTo>
                      <a:pt x="0" y="0"/>
                    </a:lnTo>
                    <a:lnTo>
                      <a:pt x="18" y="1"/>
                    </a:lnTo>
                    <a:lnTo>
                      <a:pt x="35" y="4"/>
                    </a:lnTo>
                    <a:lnTo>
                      <a:pt x="53" y="7"/>
                    </a:lnTo>
                    <a:lnTo>
                      <a:pt x="73" y="32"/>
                    </a:lnTo>
                    <a:lnTo>
                      <a:pt x="76" y="37"/>
                    </a:lnTo>
                    <a:lnTo>
                      <a:pt x="96" y="56"/>
                    </a:lnTo>
                    <a:lnTo>
                      <a:pt x="116" y="75"/>
                    </a:lnTo>
                    <a:lnTo>
                      <a:pt x="135" y="94"/>
                    </a:lnTo>
                    <a:lnTo>
                      <a:pt x="134" y="85"/>
                    </a:lnTo>
                    <a:lnTo>
                      <a:pt x="154" y="101"/>
                    </a:lnTo>
                    <a:lnTo>
                      <a:pt x="166" y="116"/>
                    </a:lnTo>
                    <a:lnTo>
                      <a:pt x="188" y="132"/>
                    </a:lnTo>
                    <a:lnTo>
                      <a:pt x="191" y="132"/>
                    </a:lnTo>
                    <a:lnTo>
                      <a:pt x="205" y="145"/>
                    </a:lnTo>
                    <a:lnTo>
                      <a:pt x="195" y="151"/>
                    </a:lnTo>
                    <a:lnTo>
                      <a:pt x="198" y="155"/>
                    </a:lnTo>
                    <a:lnTo>
                      <a:pt x="195" y="158"/>
                    </a:lnTo>
                    <a:lnTo>
                      <a:pt x="198" y="168"/>
                    </a:lnTo>
                    <a:lnTo>
                      <a:pt x="217" y="173"/>
                    </a:lnTo>
                    <a:lnTo>
                      <a:pt x="220" y="191"/>
                    </a:lnTo>
                    <a:lnTo>
                      <a:pt x="225" y="197"/>
                    </a:lnTo>
                    <a:lnTo>
                      <a:pt x="225" y="209"/>
                    </a:lnTo>
                    <a:lnTo>
                      <a:pt x="243" y="207"/>
                    </a:lnTo>
                    <a:lnTo>
                      <a:pt x="256" y="231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1" name="Freeform 540">
                <a:extLst>
                  <a:ext uri="{FF2B5EF4-FFF2-40B4-BE49-F238E27FC236}">
                    <a16:creationId xmlns="" xmlns:a16="http://schemas.microsoft.com/office/drawing/2014/main" id="{EFC74EA5-2EDD-4FDE-8FA9-4DF719ADF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72463" y="4446588"/>
                <a:ext cx="288925" cy="285750"/>
              </a:xfrm>
              <a:custGeom>
                <a:avLst/>
                <a:gdLst>
                  <a:gd name="T0" fmla="*/ 279414556 w 228"/>
                  <a:gd name="T1" fmla="*/ 300009926 h 228"/>
                  <a:gd name="T2" fmla="*/ 277808996 w 228"/>
                  <a:gd name="T3" fmla="*/ 322000137 h 228"/>
                  <a:gd name="T4" fmla="*/ 285838067 w 228"/>
                  <a:gd name="T5" fmla="*/ 317287770 h 228"/>
                  <a:gd name="T6" fmla="*/ 316348792 w 228"/>
                  <a:gd name="T7" fmla="*/ 312576656 h 228"/>
                  <a:gd name="T8" fmla="*/ 329195814 w 228"/>
                  <a:gd name="T9" fmla="*/ 334566945 h 228"/>
                  <a:gd name="T10" fmla="*/ 350071986 w 228"/>
                  <a:gd name="T11" fmla="*/ 358127528 h 228"/>
                  <a:gd name="T12" fmla="*/ 351677547 w 228"/>
                  <a:gd name="T13" fmla="*/ 325142133 h 228"/>
                  <a:gd name="T14" fmla="*/ 354888668 w 228"/>
                  <a:gd name="T15" fmla="*/ 292156816 h 228"/>
                  <a:gd name="T16" fmla="*/ 356495497 w 228"/>
                  <a:gd name="T17" fmla="*/ 257599875 h 228"/>
                  <a:gd name="T18" fmla="*/ 361312179 w 228"/>
                  <a:gd name="T19" fmla="*/ 223044186 h 228"/>
                  <a:gd name="T20" fmla="*/ 362919007 w 228"/>
                  <a:gd name="T21" fmla="*/ 188488498 h 228"/>
                  <a:gd name="T22" fmla="*/ 362919007 w 228"/>
                  <a:gd name="T23" fmla="*/ 157073514 h 228"/>
                  <a:gd name="T24" fmla="*/ 366130129 w 228"/>
                  <a:gd name="T25" fmla="*/ 122517825 h 228"/>
                  <a:gd name="T26" fmla="*/ 366130129 w 228"/>
                  <a:gd name="T27" fmla="*/ 87960884 h 228"/>
                  <a:gd name="T28" fmla="*/ 342042914 w 228"/>
                  <a:gd name="T29" fmla="*/ 83248517 h 228"/>
                  <a:gd name="T30" fmla="*/ 295473967 w 228"/>
                  <a:gd name="T31" fmla="*/ 62829911 h 228"/>
                  <a:gd name="T32" fmla="*/ 252116220 w 228"/>
                  <a:gd name="T33" fmla="*/ 42410071 h 228"/>
                  <a:gd name="T34" fmla="*/ 226422177 w 228"/>
                  <a:gd name="T35" fmla="*/ 61258286 h 228"/>
                  <a:gd name="T36" fmla="*/ 191094770 w 228"/>
                  <a:gd name="T37" fmla="*/ 81678126 h 228"/>
                  <a:gd name="T38" fmla="*/ 150948105 w 228"/>
                  <a:gd name="T39" fmla="*/ 120946201 h 228"/>
                  <a:gd name="T40" fmla="*/ 136495523 w 228"/>
                  <a:gd name="T41" fmla="*/ 106810353 h 228"/>
                  <a:gd name="T42" fmla="*/ 123649769 w 228"/>
                  <a:gd name="T43" fmla="*/ 87960884 h 228"/>
                  <a:gd name="T44" fmla="*/ 120437380 w 228"/>
                  <a:gd name="T45" fmla="*/ 95815247 h 228"/>
                  <a:gd name="T46" fmla="*/ 110802747 w 228"/>
                  <a:gd name="T47" fmla="*/ 50263180 h 228"/>
                  <a:gd name="T48" fmla="*/ 110802747 w 228"/>
                  <a:gd name="T49" fmla="*/ 29844584 h 228"/>
                  <a:gd name="T50" fmla="*/ 109197187 w 228"/>
                  <a:gd name="T51" fmla="*/ 10995111 h 228"/>
                  <a:gd name="T52" fmla="*/ 73868492 w 228"/>
                  <a:gd name="T53" fmla="*/ 6282741 h 228"/>
                  <a:gd name="T54" fmla="*/ 38539807 w 228"/>
                  <a:gd name="T55" fmla="*/ 0 h 228"/>
                  <a:gd name="T56" fmla="*/ 6423513 w 228"/>
                  <a:gd name="T57" fmla="*/ 21990221 h 228"/>
                  <a:gd name="T58" fmla="*/ 0 w 228"/>
                  <a:gd name="T59" fmla="*/ 40839690 h 228"/>
                  <a:gd name="T60" fmla="*/ 27299613 w 228"/>
                  <a:gd name="T61" fmla="*/ 50263180 h 228"/>
                  <a:gd name="T62" fmla="*/ 46568888 w 228"/>
                  <a:gd name="T63" fmla="*/ 75395388 h 228"/>
                  <a:gd name="T64" fmla="*/ 73868492 w 228"/>
                  <a:gd name="T65" fmla="*/ 75395388 h 228"/>
                  <a:gd name="T66" fmla="*/ 99561287 w 228"/>
                  <a:gd name="T67" fmla="*/ 72253392 h 228"/>
                  <a:gd name="T68" fmla="*/ 99561287 w 228"/>
                  <a:gd name="T69" fmla="*/ 81678126 h 228"/>
                  <a:gd name="T70" fmla="*/ 94744604 w 228"/>
                  <a:gd name="T71" fmla="*/ 86390513 h 228"/>
                  <a:gd name="T72" fmla="*/ 93137776 w 228"/>
                  <a:gd name="T73" fmla="*/ 86390513 h 228"/>
                  <a:gd name="T74" fmla="*/ 81897563 w 228"/>
                  <a:gd name="T75" fmla="*/ 86390513 h 228"/>
                  <a:gd name="T76" fmla="*/ 46568888 w 228"/>
                  <a:gd name="T77" fmla="*/ 95815247 h 228"/>
                  <a:gd name="T78" fmla="*/ 32116296 w 228"/>
                  <a:gd name="T79" fmla="*/ 102097986 h 228"/>
                  <a:gd name="T80" fmla="*/ 64233859 w 228"/>
                  <a:gd name="T81" fmla="*/ 127228939 h 228"/>
                  <a:gd name="T82" fmla="*/ 59415909 w 228"/>
                  <a:gd name="T83" fmla="*/ 146078408 h 228"/>
                  <a:gd name="T84" fmla="*/ 78686441 w 228"/>
                  <a:gd name="T85" fmla="*/ 147648779 h 228"/>
                  <a:gd name="T86" fmla="*/ 102773676 w 228"/>
                  <a:gd name="T87" fmla="*/ 108380724 h 228"/>
                  <a:gd name="T88" fmla="*/ 94744604 w 228"/>
                  <a:gd name="T89" fmla="*/ 131941306 h 228"/>
                  <a:gd name="T90" fmla="*/ 125255330 w 228"/>
                  <a:gd name="T91" fmla="*/ 146078408 h 228"/>
                  <a:gd name="T92" fmla="*/ 134889962 w 228"/>
                  <a:gd name="T93" fmla="*/ 146078408 h 228"/>
                  <a:gd name="T94" fmla="*/ 131678840 w 228"/>
                  <a:gd name="T95" fmla="*/ 157073514 h 228"/>
                  <a:gd name="T96" fmla="*/ 160582738 w 228"/>
                  <a:gd name="T97" fmla="*/ 168068658 h 228"/>
                  <a:gd name="T98" fmla="*/ 187882381 w 228"/>
                  <a:gd name="T99" fmla="*/ 177493393 h 228"/>
                  <a:gd name="T100" fmla="*/ 216787545 w 228"/>
                  <a:gd name="T101" fmla="*/ 188488498 h 228"/>
                  <a:gd name="T102" fmla="*/ 242480321 w 228"/>
                  <a:gd name="T103" fmla="*/ 197911979 h 228"/>
                  <a:gd name="T104" fmla="*/ 256932903 w 228"/>
                  <a:gd name="T105" fmla="*/ 216761448 h 228"/>
                  <a:gd name="T106" fmla="*/ 277808996 w 228"/>
                  <a:gd name="T107" fmla="*/ 262312242 h 228"/>
                  <a:gd name="T108" fmla="*/ 285838067 w 228"/>
                  <a:gd name="T109" fmla="*/ 271736976 h 228"/>
                  <a:gd name="T110" fmla="*/ 268174363 w 228"/>
                  <a:gd name="T111" fmla="*/ 271736976 h 228"/>
                  <a:gd name="T112" fmla="*/ 289050456 w 228"/>
                  <a:gd name="T113" fmla="*/ 279591339 h 228"/>
                  <a:gd name="T114" fmla="*/ 269779924 w 228"/>
                  <a:gd name="T115" fmla="*/ 279591339 h 228"/>
                  <a:gd name="T116" fmla="*/ 277808996 w 228"/>
                  <a:gd name="T117" fmla="*/ 293727187 h 228"/>
                  <a:gd name="T118" fmla="*/ 252116220 w 228"/>
                  <a:gd name="T119" fmla="*/ 289014820 h 228"/>
                  <a:gd name="T120" fmla="*/ 231240127 w 228"/>
                  <a:gd name="T121" fmla="*/ 328284129 h 228"/>
                  <a:gd name="T122" fmla="*/ 263356413 w 228"/>
                  <a:gd name="T123" fmla="*/ 322000137 h 228"/>
                  <a:gd name="T124" fmla="*/ 279414556 w 228"/>
                  <a:gd name="T125" fmla="*/ 300009926 h 22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228"/>
                  <a:gd name="T190" fmla="*/ 0 h 228"/>
                  <a:gd name="T191" fmla="*/ 228 w 228"/>
                  <a:gd name="T192" fmla="*/ 228 h 228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228" h="228">
                    <a:moveTo>
                      <a:pt x="174" y="191"/>
                    </a:moveTo>
                    <a:lnTo>
                      <a:pt x="173" y="205"/>
                    </a:lnTo>
                    <a:lnTo>
                      <a:pt x="178" y="202"/>
                    </a:lnTo>
                    <a:lnTo>
                      <a:pt x="197" y="199"/>
                    </a:lnTo>
                    <a:lnTo>
                      <a:pt x="205" y="213"/>
                    </a:lnTo>
                    <a:lnTo>
                      <a:pt x="218" y="228"/>
                    </a:lnTo>
                    <a:lnTo>
                      <a:pt x="219" y="207"/>
                    </a:lnTo>
                    <a:lnTo>
                      <a:pt x="221" y="186"/>
                    </a:lnTo>
                    <a:lnTo>
                      <a:pt x="222" y="164"/>
                    </a:lnTo>
                    <a:lnTo>
                      <a:pt x="225" y="142"/>
                    </a:lnTo>
                    <a:lnTo>
                      <a:pt x="226" y="120"/>
                    </a:lnTo>
                    <a:lnTo>
                      <a:pt x="226" y="100"/>
                    </a:lnTo>
                    <a:lnTo>
                      <a:pt x="228" y="78"/>
                    </a:lnTo>
                    <a:lnTo>
                      <a:pt x="228" y="56"/>
                    </a:lnTo>
                    <a:lnTo>
                      <a:pt x="213" y="53"/>
                    </a:lnTo>
                    <a:lnTo>
                      <a:pt x="184" y="40"/>
                    </a:lnTo>
                    <a:lnTo>
                      <a:pt x="157" y="27"/>
                    </a:lnTo>
                    <a:lnTo>
                      <a:pt x="141" y="39"/>
                    </a:lnTo>
                    <a:lnTo>
                      <a:pt x="119" y="52"/>
                    </a:lnTo>
                    <a:lnTo>
                      <a:pt x="94" y="77"/>
                    </a:lnTo>
                    <a:lnTo>
                      <a:pt x="85" y="68"/>
                    </a:lnTo>
                    <a:lnTo>
                      <a:pt x="77" y="56"/>
                    </a:lnTo>
                    <a:lnTo>
                      <a:pt x="75" y="61"/>
                    </a:lnTo>
                    <a:lnTo>
                      <a:pt x="69" y="32"/>
                    </a:lnTo>
                    <a:lnTo>
                      <a:pt x="69" y="19"/>
                    </a:lnTo>
                    <a:lnTo>
                      <a:pt x="68" y="7"/>
                    </a:lnTo>
                    <a:lnTo>
                      <a:pt x="46" y="4"/>
                    </a:lnTo>
                    <a:lnTo>
                      <a:pt x="24" y="0"/>
                    </a:lnTo>
                    <a:lnTo>
                      <a:pt x="4" y="14"/>
                    </a:lnTo>
                    <a:lnTo>
                      <a:pt x="0" y="26"/>
                    </a:lnTo>
                    <a:lnTo>
                      <a:pt x="17" y="32"/>
                    </a:lnTo>
                    <a:lnTo>
                      <a:pt x="29" y="48"/>
                    </a:lnTo>
                    <a:lnTo>
                      <a:pt x="46" y="48"/>
                    </a:lnTo>
                    <a:lnTo>
                      <a:pt x="62" y="46"/>
                    </a:lnTo>
                    <a:lnTo>
                      <a:pt x="62" y="52"/>
                    </a:lnTo>
                    <a:lnTo>
                      <a:pt x="59" y="55"/>
                    </a:lnTo>
                    <a:lnTo>
                      <a:pt x="58" y="55"/>
                    </a:lnTo>
                    <a:lnTo>
                      <a:pt x="51" y="55"/>
                    </a:lnTo>
                    <a:lnTo>
                      <a:pt x="29" y="61"/>
                    </a:lnTo>
                    <a:lnTo>
                      <a:pt x="20" y="65"/>
                    </a:lnTo>
                    <a:lnTo>
                      <a:pt x="40" y="81"/>
                    </a:lnTo>
                    <a:lnTo>
                      <a:pt x="37" y="93"/>
                    </a:lnTo>
                    <a:lnTo>
                      <a:pt x="49" y="94"/>
                    </a:lnTo>
                    <a:lnTo>
                      <a:pt x="64" y="69"/>
                    </a:lnTo>
                    <a:lnTo>
                      <a:pt x="59" y="84"/>
                    </a:lnTo>
                    <a:lnTo>
                      <a:pt x="78" y="93"/>
                    </a:lnTo>
                    <a:lnTo>
                      <a:pt x="84" y="93"/>
                    </a:lnTo>
                    <a:lnTo>
                      <a:pt x="82" y="100"/>
                    </a:lnTo>
                    <a:lnTo>
                      <a:pt x="100" y="107"/>
                    </a:lnTo>
                    <a:lnTo>
                      <a:pt x="117" y="113"/>
                    </a:lnTo>
                    <a:lnTo>
                      <a:pt x="135" y="120"/>
                    </a:lnTo>
                    <a:lnTo>
                      <a:pt x="151" y="126"/>
                    </a:lnTo>
                    <a:lnTo>
                      <a:pt x="160" y="138"/>
                    </a:lnTo>
                    <a:lnTo>
                      <a:pt x="173" y="167"/>
                    </a:lnTo>
                    <a:lnTo>
                      <a:pt x="178" y="173"/>
                    </a:lnTo>
                    <a:lnTo>
                      <a:pt x="167" y="173"/>
                    </a:lnTo>
                    <a:lnTo>
                      <a:pt x="180" y="178"/>
                    </a:lnTo>
                    <a:lnTo>
                      <a:pt x="168" y="178"/>
                    </a:lnTo>
                    <a:lnTo>
                      <a:pt x="173" y="187"/>
                    </a:lnTo>
                    <a:lnTo>
                      <a:pt x="157" y="184"/>
                    </a:lnTo>
                    <a:lnTo>
                      <a:pt x="144" y="209"/>
                    </a:lnTo>
                    <a:lnTo>
                      <a:pt x="164" y="205"/>
                    </a:lnTo>
                    <a:lnTo>
                      <a:pt x="174" y="191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2" name="Freeform 541">
                <a:extLst>
                  <a:ext uri="{FF2B5EF4-FFF2-40B4-BE49-F238E27FC236}">
                    <a16:creationId xmlns="" xmlns:a16="http://schemas.microsoft.com/office/drawing/2014/main" id="{971BBC4B-D22D-4DC3-AC8F-BD5D60F1A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8925" y="4370388"/>
                <a:ext cx="188913" cy="247650"/>
              </a:xfrm>
              <a:custGeom>
                <a:avLst/>
                <a:gdLst>
                  <a:gd name="T0" fmla="*/ 237920792 w 150"/>
                  <a:gd name="T1" fmla="*/ 8318202 h 192"/>
                  <a:gd name="T2" fmla="*/ 226817750 w 150"/>
                  <a:gd name="T3" fmla="*/ 0 h 192"/>
                  <a:gd name="T4" fmla="*/ 191923014 w 150"/>
                  <a:gd name="T5" fmla="*/ 36601895 h 192"/>
                  <a:gd name="T6" fmla="*/ 142752719 w 150"/>
                  <a:gd name="T7" fmla="*/ 29946303 h 192"/>
                  <a:gd name="T8" fmla="*/ 96754941 w 150"/>
                  <a:gd name="T9" fmla="*/ 21628103 h 192"/>
                  <a:gd name="T10" fmla="*/ 76134447 w 150"/>
                  <a:gd name="T11" fmla="*/ 19964200 h 192"/>
                  <a:gd name="T12" fmla="*/ 60273318 w 150"/>
                  <a:gd name="T13" fmla="*/ 39928401 h 192"/>
                  <a:gd name="T14" fmla="*/ 53928362 w 150"/>
                  <a:gd name="T15" fmla="*/ 36601895 h 192"/>
                  <a:gd name="T16" fmla="*/ 34894746 w 150"/>
                  <a:gd name="T17" fmla="*/ 73202499 h 192"/>
                  <a:gd name="T18" fmla="*/ 38067223 w 150"/>
                  <a:gd name="T19" fmla="*/ 111468302 h 192"/>
                  <a:gd name="T20" fmla="*/ 33309136 w 150"/>
                  <a:gd name="T21" fmla="*/ 106476608 h 192"/>
                  <a:gd name="T22" fmla="*/ 19033612 w 150"/>
                  <a:gd name="T23" fmla="*/ 146404998 h 192"/>
                  <a:gd name="T24" fmla="*/ 0 w 150"/>
                  <a:gd name="T25" fmla="*/ 189661225 h 192"/>
                  <a:gd name="T26" fmla="*/ 4758088 w 150"/>
                  <a:gd name="T27" fmla="*/ 227927007 h 192"/>
                  <a:gd name="T28" fmla="*/ 23791703 w 150"/>
                  <a:gd name="T29" fmla="*/ 232917411 h 192"/>
                  <a:gd name="T30" fmla="*/ 20619221 w 150"/>
                  <a:gd name="T31" fmla="*/ 264527602 h 192"/>
                  <a:gd name="T32" fmla="*/ 20619221 w 150"/>
                  <a:gd name="T33" fmla="*/ 296137793 h 192"/>
                  <a:gd name="T34" fmla="*/ 20619221 w 150"/>
                  <a:gd name="T35" fmla="*/ 319429784 h 192"/>
                  <a:gd name="T36" fmla="*/ 53928362 w 150"/>
                  <a:gd name="T37" fmla="*/ 314438090 h 192"/>
                  <a:gd name="T38" fmla="*/ 53928362 w 150"/>
                  <a:gd name="T39" fmla="*/ 261199806 h 192"/>
                  <a:gd name="T40" fmla="*/ 50755884 w 150"/>
                  <a:gd name="T41" fmla="*/ 207961522 h 192"/>
                  <a:gd name="T42" fmla="*/ 76134447 w 150"/>
                  <a:gd name="T43" fmla="*/ 189661225 h 192"/>
                  <a:gd name="T44" fmla="*/ 79306924 w 150"/>
                  <a:gd name="T45" fmla="*/ 216281012 h 192"/>
                  <a:gd name="T46" fmla="*/ 80892533 w 150"/>
                  <a:gd name="T47" fmla="*/ 234581309 h 192"/>
                  <a:gd name="T48" fmla="*/ 96754941 w 150"/>
                  <a:gd name="T49" fmla="*/ 259537198 h 192"/>
                  <a:gd name="T50" fmla="*/ 101513028 w 150"/>
                  <a:gd name="T51" fmla="*/ 286155695 h 192"/>
                  <a:gd name="T52" fmla="*/ 115788548 w 150"/>
                  <a:gd name="T53" fmla="*/ 279501393 h 192"/>
                  <a:gd name="T54" fmla="*/ 139580242 w 150"/>
                  <a:gd name="T55" fmla="*/ 264527602 h 192"/>
                  <a:gd name="T56" fmla="*/ 147510806 w 150"/>
                  <a:gd name="T57" fmla="*/ 259537198 h 192"/>
                  <a:gd name="T58" fmla="*/ 125304722 w 150"/>
                  <a:gd name="T59" fmla="*/ 221271416 h 192"/>
                  <a:gd name="T60" fmla="*/ 130062809 w 150"/>
                  <a:gd name="T61" fmla="*/ 211289318 h 192"/>
                  <a:gd name="T62" fmla="*/ 114201680 w 150"/>
                  <a:gd name="T63" fmla="*/ 181343025 h 192"/>
                  <a:gd name="T64" fmla="*/ 95168073 w 150"/>
                  <a:gd name="T65" fmla="*/ 153060590 h 192"/>
                  <a:gd name="T66" fmla="*/ 109443593 w 150"/>
                  <a:gd name="T67" fmla="*/ 154723198 h 192"/>
                  <a:gd name="T68" fmla="*/ 134822155 w 150"/>
                  <a:gd name="T69" fmla="*/ 133096395 h 192"/>
                  <a:gd name="T70" fmla="*/ 161786326 w 150"/>
                  <a:gd name="T71" fmla="*/ 111468302 h 192"/>
                  <a:gd name="T72" fmla="*/ 171302539 w 150"/>
                  <a:gd name="T73" fmla="*/ 111468302 h 192"/>
                  <a:gd name="T74" fmla="*/ 164958804 w 150"/>
                  <a:gd name="T75" fmla="*/ 98158408 h 192"/>
                  <a:gd name="T76" fmla="*/ 150683284 w 150"/>
                  <a:gd name="T77" fmla="*/ 104812710 h 192"/>
                  <a:gd name="T78" fmla="*/ 106271115 w 150"/>
                  <a:gd name="T79" fmla="*/ 111468302 h 192"/>
                  <a:gd name="T80" fmla="*/ 74548837 w 150"/>
                  <a:gd name="T81" fmla="*/ 133096395 h 192"/>
                  <a:gd name="T82" fmla="*/ 45997798 w 150"/>
                  <a:gd name="T83" fmla="*/ 89840209 h 192"/>
                  <a:gd name="T84" fmla="*/ 60273318 w 150"/>
                  <a:gd name="T85" fmla="*/ 51574406 h 192"/>
                  <a:gd name="T86" fmla="*/ 111029202 w 150"/>
                  <a:gd name="T87" fmla="*/ 53238304 h 192"/>
                  <a:gd name="T88" fmla="*/ 164958804 w 150"/>
                  <a:gd name="T89" fmla="*/ 56566100 h 192"/>
                  <a:gd name="T90" fmla="*/ 215714708 w 150"/>
                  <a:gd name="T91" fmla="*/ 46584002 h 192"/>
                  <a:gd name="T92" fmla="*/ 237920792 w 150"/>
                  <a:gd name="T93" fmla="*/ 8318202 h 192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50"/>
                  <a:gd name="T142" fmla="*/ 0 h 192"/>
                  <a:gd name="T143" fmla="*/ 150 w 150"/>
                  <a:gd name="T144" fmla="*/ 192 h 192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50" h="192">
                    <a:moveTo>
                      <a:pt x="150" y="5"/>
                    </a:moveTo>
                    <a:lnTo>
                      <a:pt x="143" y="0"/>
                    </a:lnTo>
                    <a:lnTo>
                      <a:pt x="121" y="22"/>
                    </a:lnTo>
                    <a:lnTo>
                      <a:pt x="90" y="18"/>
                    </a:lnTo>
                    <a:lnTo>
                      <a:pt x="61" y="13"/>
                    </a:lnTo>
                    <a:lnTo>
                      <a:pt x="48" y="12"/>
                    </a:lnTo>
                    <a:lnTo>
                      <a:pt x="38" y="24"/>
                    </a:lnTo>
                    <a:lnTo>
                      <a:pt x="34" y="22"/>
                    </a:lnTo>
                    <a:lnTo>
                      <a:pt x="22" y="44"/>
                    </a:lnTo>
                    <a:lnTo>
                      <a:pt x="24" y="67"/>
                    </a:lnTo>
                    <a:lnTo>
                      <a:pt x="21" y="64"/>
                    </a:lnTo>
                    <a:lnTo>
                      <a:pt x="12" y="88"/>
                    </a:lnTo>
                    <a:lnTo>
                      <a:pt x="0" y="114"/>
                    </a:lnTo>
                    <a:lnTo>
                      <a:pt x="3" y="137"/>
                    </a:lnTo>
                    <a:lnTo>
                      <a:pt x="15" y="140"/>
                    </a:lnTo>
                    <a:lnTo>
                      <a:pt x="13" y="159"/>
                    </a:lnTo>
                    <a:lnTo>
                      <a:pt x="13" y="178"/>
                    </a:lnTo>
                    <a:lnTo>
                      <a:pt x="13" y="192"/>
                    </a:lnTo>
                    <a:lnTo>
                      <a:pt x="34" y="189"/>
                    </a:lnTo>
                    <a:lnTo>
                      <a:pt x="34" y="157"/>
                    </a:lnTo>
                    <a:lnTo>
                      <a:pt x="32" y="125"/>
                    </a:lnTo>
                    <a:lnTo>
                      <a:pt x="48" y="114"/>
                    </a:lnTo>
                    <a:lnTo>
                      <a:pt x="50" y="130"/>
                    </a:lnTo>
                    <a:lnTo>
                      <a:pt x="51" y="141"/>
                    </a:lnTo>
                    <a:lnTo>
                      <a:pt x="61" y="156"/>
                    </a:lnTo>
                    <a:lnTo>
                      <a:pt x="64" y="172"/>
                    </a:lnTo>
                    <a:lnTo>
                      <a:pt x="73" y="168"/>
                    </a:lnTo>
                    <a:lnTo>
                      <a:pt x="88" y="159"/>
                    </a:lnTo>
                    <a:lnTo>
                      <a:pt x="93" y="156"/>
                    </a:lnTo>
                    <a:lnTo>
                      <a:pt x="79" y="133"/>
                    </a:lnTo>
                    <a:lnTo>
                      <a:pt x="82" y="127"/>
                    </a:lnTo>
                    <a:lnTo>
                      <a:pt x="72" y="109"/>
                    </a:lnTo>
                    <a:lnTo>
                      <a:pt x="60" y="92"/>
                    </a:lnTo>
                    <a:lnTo>
                      <a:pt x="69" y="93"/>
                    </a:lnTo>
                    <a:lnTo>
                      <a:pt x="85" y="80"/>
                    </a:lnTo>
                    <a:lnTo>
                      <a:pt x="102" y="67"/>
                    </a:lnTo>
                    <a:lnTo>
                      <a:pt x="108" y="67"/>
                    </a:lnTo>
                    <a:lnTo>
                      <a:pt x="104" y="59"/>
                    </a:lnTo>
                    <a:lnTo>
                      <a:pt x="95" y="63"/>
                    </a:lnTo>
                    <a:lnTo>
                      <a:pt x="67" y="67"/>
                    </a:lnTo>
                    <a:lnTo>
                      <a:pt x="47" y="80"/>
                    </a:lnTo>
                    <a:lnTo>
                      <a:pt x="29" y="54"/>
                    </a:lnTo>
                    <a:lnTo>
                      <a:pt x="38" y="31"/>
                    </a:lnTo>
                    <a:lnTo>
                      <a:pt x="70" y="32"/>
                    </a:lnTo>
                    <a:lnTo>
                      <a:pt x="104" y="34"/>
                    </a:lnTo>
                    <a:lnTo>
                      <a:pt x="136" y="28"/>
                    </a:lnTo>
                    <a:lnTo>
                      <a:pt x="150" y="5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="" xmlns:a16="http://schemas.microsoft.com/office/drawing/2014/main" id="{DD61DE04-016A-4DD8-9BC8-15E6B7229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7288" y="4627563"/>
                <a:ext cx="266700" cy="93662"/>
              </a:xfrm>
              <a:custGeom>
                <a:avLst/>
                <a:gdLst>
                  <a:gd name="T0" fmla="*/ 335513693 w 212"/>
                  <a:gd name="T1" fmla="*/ 118548237 h 74"/>
                  <a:gd name="T2" fmla="*/ 330765931 w 212"/>
                  <a:gd name="T3" fmla="*/ 112139987 h 74"/>
                  <a:gd name="T4" fmla="*/ 330765931 w 212"/>
                  <a:gd name="T5" fmla="*/ 78497603 h 74"/>
                  <a:gd name="T6" fmla="*/ 305444456 w 212"/>
                  <a:gd name="T7" fmla="*/ 73691732 h 74"/>
                  <a:gd name="T8" fmla="*/ 278539214 w 212"/>
                  <a:gd name="T9" fmla="*/ 72090619 h 74"/>
                  <a:gd name="T10" fmla="*/ 269043690 w 212"/>
                  <a:gd name="T11" fmla="*/ 46457618 h 74"/>
                  <a:gd name="T12" fmla="*/ 223148659 w 212"/>
                  <a:gd name="T13" fmla="*/ 30437616 h 74"/>
                  <a:gd name="T14" fmla="*/ 207322786 w 212"/>
                  <a:gd name="T15" fmla="*/ 20825874 h 74"/>
                  <a:gd name="T16" fmla="*/ 191495656 w 212"/>
                  <a:gd name="T17" fmla="*/ 36845866 h 74"/>
                  <a:gd name="T18" fmla="*/ 163009045 w 212"/>
                  <a:gd name="T19" fmla="*/ 36845866 h 74"/>
                  <a:gd name="T20" fmla="*/ 132939887 w 212"/>
                  <a:gd name="T21" fmla="*/ 36845866 h 74"/>
                  <a:gd name="T22" fmla="*/ 117112756 w 212"/>
                  <a:gd name="T23" fmla="*/ 22428253 h 74"/>
                  <a:gd name="T24" fmla="*/ 75965467 w 212"/>
                  <a:gd name="T25" fmla="*/ 1602380 h 74"/>
                  <a:gd name="T26" fmla="*/ 30069168 w 212"/>
                  <a:gd name="T27" fmla="*/ 0 h 74"/>
                  <a:gd name="T28" fmla="*/ 11078116 w 212"/>
                  <a:gd name="T29" fmla="*/ 27234124 h 74"/>
                  <a:gd name="T30" fmla="*/ 0 w 212"/>
                  <a:gd name="T31" fmla="*/ 32039995 h 74"/>
                  <a:gd name="T32" fmla="*/ 36399517 w 212"/>
                  <a:gd name="T33" fmla="*/ 44856505 h 74"/>
                  <a:gd name="T34" fmla="*/ 36399517 w 212"/>
                  <a:gd name="T35" fmla="*/ 52865868 h 74"/>
                  <a:gd name="T36" fmla="*/ 75965467 w 212"/>
                  <a:gd name="T37" fmla="*/ 62477611 h 74"/>
                  <a:gd name="T38" fmla="*/ 112364994 w 212"/>
                  <a:gd name="T39" fmla="*/ 73691732 h 74"/>
                  <a:gd name="T40" fmla="*/ 147183172 w 212"/>
                  <a:gd name="T41" fmla="*/ 81702361 h 74"/>
                  <a:gd name="T42" fmla="*/ 182000132 w 212"/>
                  <a:gd name="T43" fmla="*/ 88110631 h 74"/>
                  <a:gd name="T44" fmla="*/ 227896421 w 212"/>
                  <a:gd name="T45" fmla="*/ 96119995 h 74"/>
                  <a:gd name="T46" fmla="*/ 276956627 w 212"/>
                  <a:gd name="T47" fmla="*/ 99324752 h 74"/>
                  <a:gd name="T48" fmla="*/ 305444456 w 212"/>
                  <a:gd name="T49" fmla="*/ 108936495 h 74"/>
                  <a:gd name="T50" fmla="*/ 335513693 w 212"/>
                  <a:gd name="T51" fmla="*/ 118548237 h 7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212"/>
                  <a:gd name="T79" fmla="*/ 0 h 74"/>
                  <a:gd name="T80" fmla="*/ 212 w 212"/>
                  <a:gd name="T81" fmla="*/ 74 h 74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212" h="74">
                    <a:moveTo>
                      <a:pt x="212" y="74"/>
                    </a:moveTo>
                    <a:lnTo>
                      <a:pt x="209" y="70"/>
                    </a:lnTo>
                    <a:lnTo>
                      <a:pt x="209" y="49"/>
                    </a:lnTo>
                    <a:lnTo>
                      <a:pt x="193" y="46"/>
                    </a:lnTo>
                    <a:lnTo>
                      <a:pt x="176" y="45"/>
                    </a:lnTo>
                    <a:lnTo>
                      <a:pt x="170" y="29"/>
                    </a:lnTo>
                    <a:lnTo>
                      <a:pt x="141" y="19"/>
                    </a:lnTo>
                    <a:lnTo>
                      <a:pt x="131" y="13"/>
                    </a:lnTo>
                    <a:lnTo>
                      <a:pt x="121" y="23"/>
                    </a:lnTo>
                    <a:lnTo>
                      <a:pt x="103" y="23"/>
                    </a:lnTo>
                    <a:lnTo>
                      <a:pt x="84" y="23"/>
                    </a:lnTo>
                    <a:lnTo>
                      <a:pt x="74" y="14"/>
                    </a:lnTo>
                    <a:lnTo>
                      <a:pt x="48" y="1"/>
                    </a:lnTo>
                    <a:lnTo>
                      <a:pt x="19" y="0"/>
                    </a:lnTo>
                    <a:lnTo>
                      <a:pt x="7" y="17"/>
                    </a:lnTo>
                    <a:lnTo>
                      <a:pt x="0" y="20"/>
                    </a:lnTo>
                    <a:lnTo>
                      <a:pt x="23" y="28"/>
                    </a:lnTo>
                    <a:lnTo>
                      <a:pt x="23" y="33"/>
                    </a:lnTo>
                    <a:lnTo>
                      <a:pt x="48" y="39"/>
                    </a:lnTo>
                    <a:lnTo>
                      <a:pt x="71" y="46"/>
                    </a:lnTo>
                    <a:lnTo>
                      <a:pt x="93" y="51"/>
                    </a:lnTo>
                    <a:lnTo>
                      <a:pt x="115" y="55"/>
                    </a:lnTo>
                    <a:lnTo>
                      <a:pt x="144" y="60"/>
                    </a:lnTo>
                    <a:lnTo>
                      <a:pt x="175" y="62"/>
                    </a:lnTo>
                    <a:lnTo>
                      <a:pt x="193" y="68"/>
                    </a:lnTo>
                    <a:lnTo>
                      <a:pt x="212" y="74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="" xmlns:a16="http://schemas.microsoft.com/office/drawing/2014/main" id="{B047ED6D-29F6-407D-8D1B-A0191F641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2750" y="4711700"/>
                <a:ext cx="112713" cy="63500"/>
              </a:xfrm>
              <a:custGeom>
                <a:avLst/>
                <a:gdLst>
                  <a:gd name="T0" fmla="*/ 141157995 w 90"/>
                  <a:gd name="T1" fmla="*/ 0 h 51"/>
                  <a:gd name="T2" fmla="*/ 87832241 w 90"/>
                  <a:gd name="T3" fmla="*/ 3100294 h 51"/>
                  <a:gd name="T4" fmla="*/ 54894989 w 90"/>
                  <a:gd name="T5" fmla="*/ 20153156 h 51"/>
                  <a:gd name="T6" fmla="*/ 17252602 w 90"/>
                  <a:gd name="T7" fmla="*/ 37206018 h 51"/>
                  <a:gd name="T8" fmla="*/ 1567963 w 90"/>
                  <a:gd name="T9" fmla="*/ 65111157 h 51"/>
                  <a:gd name="T10" fmla="*/ 0 w 90"/>
                  <a:gd name="T11" fmla="*/ 69761597 h 51"/>
                  <a:gd name="T12" fmla="*/ 4705141 w 90"/>
                  <a:gd name="T13" fmla="*/ 79063721 h 51"/>
                  <a:gd name="T14" fmla="*/ 50189849 w 90"/>
                  <a:gd name="T15" fmla="*/ 52708739 h 51"/>
                  <a:gd name="T16" fmla="*/ 95673306 w 90"/>
                  <a:gd name="T17" fmla="*/ 27905139 h 51"/>
                  <a:gd name="T18" fmla="*/ 141157995 w 90"/>
                  <a:gd name="T19" fmla="*/ 0 h 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51"/>
                  <a:gd name="T32" fmla="*/ 90 w 90"/>
                  <a:gd name="T33" fmla="*/ 51 h 5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51">
                    <a:moveTo>
                      <a:pt x="90" y="0"/>
                    </a:moveTo>
                    <a:lnTo>
                      <a:pt x="56" y="2"/>
                    </a:lnTo>
                    <a:lnTo>
                      <a:pt x="35" y="13"/>
                    </a:lnTo>
                    <a:lnTo>
                      <a:pt x="11" y="24"/>
                    </a:lnTo>
                    <a:lnTo>
                      <a:pt x="1" y="42"/>
                    </a:lnTo>
                    <a:lnTo>
                      <a:pt x="0" y="45"/>
                    </a:lnTo>
                    <a:lnTo>
                      <a:pt x="3" y="51"/>
                    </a:lnTo>
                    <a:lnTo>
                      <a:pt x="32" y="34"/>
                    </a:lnTo>
                    <a:lnTo>
                      <a:pt x="61" y="18"/>
                    </a:lnTo>
                    <a:lnTo>
                      <a:pt x="90" y="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="" xmlns:a16="http://schemas.microsoft.com/office/drawing/2014/main" id="{224A36F7-6D52-4D5C-B2B4-3E4AD47A7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6100" y="4360863"/>
                <a:ext cx="36513" cy="100012"/>
              </a:xfrm>
              <a:custGeom>
                <a:avLst/>
                <a:gdLst>
                  <a:gd name="T0" fmla="*/ 39211739 w 34"/>
                  <a:gd name="T1" fmla="*/ 79707053 h 80"/>
                  <a:gd name="T2" fmla="*/ 21912094 w 34"/>
                  <a:gd name="T3" fmla="*/ 53137625 h 80"/>
                  <a:gd name="T4" fmla="*/ 33444827 w 34"/>
                  <a:gd name="T5" fmla="*/ 34382872 h 80"/>
                  <a:gd name="T6" fmla="*/ 27678998 w 34"/>
                  <a:gd name="T7" fmla="*/ 25005501 h 80"/>
                  <a:gd name="T8" fmla="*/ 17299641 w 34"/>
                  <a:gd name="T9" fmla="*/ 37509496 h 80"/>
                  <a:gd name="T10" fmla="*/ 9225976 w 34"/>
                  <a:gd name="T11" fmla="*/ 57826936 h 80"/>
                  <a:gd name="T12" fmla="*/ 9225976 w 34"/>
                  <a:gd name="T13" fmla="*/ 43760253 h 80"/>
                  <a:gd name="T14" fmla="*/ 13839499 w 34"/>
                  <a:gd name="T15" fmla="*/ 17192061 h 80"/>
                  <a:gd name="T16" fmla="*/ 13839499 w 34"/>
                  <a:gd name="T17" fmla="*/ 0 h 80"/>
                  <a:gd name="T18" fmla="*/ 0 w 34"/>
                  <a:gd name="T19" fmla="*/ 29694811 h 80"/>
                  <a:gd name="T20" fmla="*/ 3460143 w 34"/>
                  <a:gd name="T21" fmla="*/ 59389623 h 80"/>
                  <a:gd name="T22" fmla="*/ 6919212 w 34"/>
                  <a:gd name="T23" fmla="*/ 89084444 h 80"/>
                  <a:gd name="T24" fmla="*/ 21912094 w 34"/>
                  <a:gd name="T25" fmla="*/ 125029993 h 80"/>
                  <a:gd name="T26" fmla="*/ 12686118 w 34"/>
                  <a:gd name="T27" fmla="*/ 75017742 h 80"/>
                  <a:gd name="T28" fmla="*/ 39211739 w 34"/>
                  <a:gd name="T29" fmla="*/ 79707053 h 8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4"/>
                  <a:gd name="T46" fmla="*/ 0 h 80"/>
                  <a:gd name="T47" fmla="*/ 34 w 34"/>
                  <a:gd name="T48" fmla="*/ 80 h 8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4" h="80">
                    <a:moveTo>
                      <a:pt x="34" y="51"/>
                    </a:moveTo>
                    <a:lnTo>
                      <a:pt x="19" y="34"/>
                    </a:lnTo>
                    <a:lnTo>
                      <a:pt x="29" y="22"/>
                    </a:lnTo>
                    <a:lnTo>
                      <a:pt x="24" y="16"/>
                    </a:lnTo>
                    <a:lnTo>
                      <a:pt x="15" y="24"/>
                    </a:lnTo>
                    <a:lnTo>
                      <a:pt x="8" y="37"/>
                    </a:lnTo>
                    <a:lnTo>
                      <a:pt x="8" y="28"/>
                    </a:lnTo>
                    <a:lnTo>
                      <a:pt x="12" y="11"/>
                    </a:lnTo>
                    <a:lnTo>
                      <a:pt x="12" y="0"/>
                    </a:lnTo>
                    <a:lnTo>
                      <a:pt x="0" y="19"/>
                    </a:lnTo>
                    <a:lnTo>
                      <a:pt x="3" y="38"/>
                    </a:lnTo>
                    <a:lnTo>
                      <a:pt x="6" y="57"/>
                    </a:lnTo>
                    <a:lnTo>
                      <a:pt x="19" y="80"/>
                    </a:lnTo>
                    <a:lnTo>
                      <a:pt x="11" y="48"/>
                    </a:lnTo>
                    <a:lnTo>
                      <a:pt x="34" y="51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="" xmlns:a16="http://schemas.microsoft.com/office/drawing/2014/main" id="{89D9ECF1-3906-4DB5-AE31-0270E185A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5625" y="4525963"/>
                <a:ext cx="84138" cy="33337"/>
              </a:xfrm>
              <a:custGeom>
                <a:avLst/>
                <a:gdLst>
                  <a:gd name="T0" fmla="*/ 104105919 w 68"/>
                  <a:gd name="T1" fmla="*/ 38588965 h 24"/>
                  <a:gd name="T2" fmla="*/ 97982408 w 68"/>
                  <a:gd name="T3" fmla="*/ 46306489 h 24"/>
                  <a:gd name="T4" fmla="*/ 55115334 w 68"/>
                  <a:gd name="T5" fmla="*/ 21223166 h 24"/>
                  <a:gd name="T6" fmla="*/ 27557667 w 68"/>
                  <a:gd name="T7" fmla="*/ 25083317 h 24"/>
                  <a:gd name="T8" fmla="*/ 4592944 w 68"/>
                  <a:gd name="T9" fmla="*/ 15435032 h 24"/>
                  <a:gd name="T10" fmla="*/ 0 w 68"/>
                  <a:gd name="T11" fmla="*/ 27012696 h 24"/>
                  <a:gd name="T12" fmla="*/ 3062376 w 68"/>
                  <a:gd name="T13" fmla="*/ 9646894 h 24"/>
                  <a:gd name="T14" fmla="*/ 22964724 w 68"/>
                  <a:gd name="T15" fmla="*/ 0 h 24"/>
                  <a:gd name="T16" fmla="*/ 55115334 w 68"/>
                  <a:gd name="T17" fmla="*/ 1929379 h 24"/>
                  <a:gd name="T18" fmla="*/ 87264716 w 68"/>
                  <a:gd name="T19" fmla="*/ 3858758 h 24"/>
                  <a:gd name="T20" fmla="*/ 104105919 w 68"/>
                  <a:gd name="T21" fmla="*/ 38588965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8"/>
                  <a:gd name="T34" fmla="*/ 0 h 24"/>
                  <a:gd name="T35" fmla="*/ 68 w 68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8" h="24">
                    <a:moveTo>
                      <a:pt x="68" y="20"/>
                    </a:moveTo>
                    <a:lnTo>
                      <a:pt x="64" y="24"/>
                    </a:lnTo>
                    <a:lnTo>
                      <a:pt x="36" y="11"/>
                    </a:lnTo>
                    <a:lnTo>
                      <a:pt x="18" y="13"/>
                    </a:lnTo>
                    <a:lnTo>
                      <a:pt x="3" y="8"/>
                    </a:lnTo>
                    <a:lnTo>
                      <a:pt x="0" y="14"/>
                    </a:lnTo>
                    <a:lnTo>
                      <a:pt x="2" y="5"/>
                    </a:lnTo>
                    <a:lnTo>
                      <a:pt x="15" y="0"/>
                    </a:lnTo>
                    <a:lnTo>
                      <a:pt x="36" y="1"/>
                    </a:lnTo>
                    <a:lnTo>
                      <a:pt x="57" y="2"/>
                    </a:lnTo>
                    <a:lnTo>
                      <a:pt x="68" y="2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7" name="Freeform 546">
                <a:extLst>
                  <a:ext uri="{FF2B5EF4-FFF2-40B4-BE49-F238E27FC236}">
                    <a16:creationId xmlns="" xmlns:a16="http://schemas.microsoft.com/office/drawing/2014/main" id="{EA9C4D08-7424-463F-936A-E94394ABC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6388" y="4703763"/>
                <a:ext cx="95250" cy="17462"/>
              </a:xfrm>
              <a:custGeom>
                <a:avLst/>
                <a:gdLst>
                  <a:gd name="T0" fmla="*/ 119375814 w 76"/>
                  <a:gd name="T1" fmla="*/ 2710103 h 15"/>
                  <a:gd name="T2" fmla="*/ 119375814 w 76"/>
                  <a:gd name="T3" fmla="*/ 0 h 15"/>
                  <a:gd name="T4" fmla="*/ 113093076 w 76"/>
                  <a:gd name="T5" fmla="*/ 0 h 15"/>
                  <a:gd name="T6" fmla="*/ 100527601 w 76"/>
                  <a:gd name="T7" fmla="*/ 9486522 h 15"/>
                  <a:gd name="T8" fmla="*/ 80107744 w 76"/>
                  <a:gd name="T9" fmla="*/ 9486522 h 15"/>
                  <a:gd name="T10" fmla="*/ 50263174 w 76"/>
                  <a:gd name="T11" fmla="*/ 5421370 h 15"/>
                  <a:gd name="T12" fmla="*/ 21990218 w 76"/>
                  <a:gd name="T13" fmla="*/ 1355051 h 15"/>
                  <a:gd name="T14" fmla="*/ 0 w 76"/>
                  <a:gd name="T15" fmla="*/ 14906728 h 15"/>
                  <a:gd name="T16" fmla="*/ 17277847 w 76"/>
                  <a:gd name="T17" fmla="*/ 20328100 h 15"/>
                  <a:gd name="T18" fmla="*/ 53405169 w 76"/>
                  <a:gd name="T19" fmla="*/ 18973045 h 15"/>
                  <a:gd name="T20" fmla="*/ 89531243 w 76"/>
                  <a:gd name="T21" fmla="*/ 18973045 h 15"/>
                  <a:gd name="T22" fmla="*/ 119375814 w 76"/>
                  <a:gd name="T23" fmla="*/ 2710103 h 1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"/>
                  <a:gd name="T37" fmla="*/ 0 h 15"/>
                  <a:gd name="T38" fmla="*/ 76 w 76"/>
                  <a:gd name="T39" fmla="*/ 15 h 1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" h="15">
                    <a:moveTo>
                      <a:pt x="76" y="2"/>
                    </a:moveTo>
                    <a:lnTo>
                      <a:pt x="76" y="0"/>
                    </a:lnTo>
                    <a:lnTo>
                      <a:pt x="72" y="0"/>
                    </a:lnTo>
                    <a:lnTo>
                      <a:pt x="64" y="7"/>
                    </a:lnTo>
                    <a:lnTo>
                      <a:pt x="51" y="7"/>
                    </a:lnTo>
                    <a:lnTo>
                      <a:pt x="32" y="4"/>
                    </a:lnTo>
                    <a:lnTo>
                      <a:pt x="14" y="1"/>
                    </a:lnTo>
                    <a:lnTo>
                      <a:pt x="0" y="11"/>
                    </a:lnTo>
                    <a:lnTo>
                      <a:pt x="11" y="15"/>
                    </a:lnTo>
                    <a:lnTo>
                      <a:pt x="34" y="14"/>
                    </a:lnTo>
                    <a:lnTo>
                      <a:pt x="57" y="14"/>
                    </a:lnTo>
                    <a:lnTo>
                      <a:pt x="76" y="2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8" name="Freeform 547">
                <a:extLst>
                  <a:ext uri="{FF2B5EF4-FFF2-40B4-BE49-F238E27FC236}">
                    <a16:creationId xmlns="" xmlns:a16="http://schemas.microsoft.com/office/drawing/2014/main" id="{0546BE3D-B872-42A0-B395-C36680F6FF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7288" y="4478338"/>
                <a:ext cx="49212" cy="55562"/>
              </a:xfrm>
              <a:custGeom>
                <a:avLst/>
                <a:gdLst>
                  <a:gd name="T0" fmla="*/ 65454614 w 37"/>
                  <a:gd name="T1" fmla="*/ 52094933 h 40"/>
                  <a:gd name="T2" fmla="*/ 60147700 w 37"/>
                  <a:gd name="T3" fmla="*/ 77178388 h 40"/>
                  <a:gd name="T4" fmla="*/ 28304879 w 37"/>
                  <a:gd name="T5" fmla="*/ 52094933 h 40"/>
                  <a:gd name="T6" fmla="*/ 14151774 w 37"/>
                  <a:gd name="T7" fmla="*/ 25083466 h 40"/>
                  <a:gd name="T8" fmla="*/ 0 w 37"/>
                  <a:gd name="T9" fmla="*/ 19295292 h 40"/>
                  <a:gd name="T10" fmla="*/ 17691047 w 37"/>
                  <a:gd name="T11" fmla="*/ 5788172 h 40"/>
                  <a:gd name="T12" fmla="*/ 24766937 w 37"/>
                  <a:gd name="T13" fmla="*/ 0 h 40"/>
                  <a:gd name="T14" fmla="*/ 42456648 w 37"/>
                  <a:gd name="T15" fmla="*/ 40518584 h 40"/>
                  <a:gd name="T16" fmla="*/ 65454614 w 37"/>
                  <a:gd name="T17" fmla="*/ 52094933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7"/>
                  <a:gd name="T28" fmla="*/ 0 h 40"/>
                  <a:gd name="T29" fmla="*/ 37 w 37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7" h="40">
                    <a:moveTo>
                      <a:pt x="37" y="27"/>
                    </a:moveTo>
                    <a:lnTo>
                      <a:pt x="34" y="40"/>
                    </a:lnTo>
                    <a:lnTo>
                      <a:pt x="16" y="27"/>
                    </a:lnTo>
                    <a:lnTo>
                      <a:pt x="8" y="13"/>
                    </a:lnTo>
                    <a:lnTo>
                      <a:pt x="0" y="10"/>
                    </a:lnTo>
                    <a:lnTo>
                      <a:pt x="10" y="3"/>
                    </a:lnTo>
                    <a:lnTo>
                      <a:pt x="14" y="0"/>
                    </a:lnTo>
                    <a:lnTo>
                      <a:pt x="24" y="21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49" name="Freeform 548">
                <a:extLst>
                  <a:ext uri="{FF2B5EF4-FFF2-40B4-BE49-F238E27FC236}">
                    <a16:creationId xmlns="" xmlns:a16="http://schemas.microsoft.com/office/drawing/2014/main" id="{805DB413-669B-416A-A5B4-42EC10B41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5900" y="4699000"/>
                <a:ext cx="73025" cy="28575"/>
              </a:xfrm>
              <a:custGeom>
                <a:avLst/>
                <a:gdLst>
                  <a:gd name="T0" fmla="*/ 91942267 w 58"/>
                  <a:gd name="T1" fmla="*/ 20065860 h 23"/>
                  <a:gd name="T2" fmla="*/ 85601684 w 58"/>
                  <a:gd name="T3" fmla="*/ 10805078 h 23"/>
                  <a:gd name="T4" fmla="*/ 74504386 w 58"/>
                  <a:gd name="T5" fmla="*/ 12348128 h 23"/>
                  <a:gd name="T6" fmla="*/ 41215057 w 58"/>
                  <a:gd name="T7" fmla="*/ 0 h 23"/>
                  <a:gd name="T8" fmla="*/ 58652929 w 58"/>
                  <a:gd name="T9" fmla="*/ 20065860 h 23"/>
                  <a:gd name="T10" fmla="*/ 39629911 w 58"/>
                  <a:gd name="T11" fmla="*/ 20065860 h 23"/>
                  <a:gd name="T12" fmla="*/ 9510877 w 58"/>
                  <a:gd name="T13" fmla="*/ 15435469 h 23"/>
                  <a:gd name="T14" fmla="*/ 0 w 58"/>
                  <a:gd name="T15" fmla="*/ 35501329 h 23"/>
                  <a:gd name="T16" fmla="*/ 33289329 w 58"/>
                  <a:gd name="T17" fmla="*/ 30870939 h 23"/>
                  <a:gd name="T18" fmla="*/ 64993512 w 58"/>
                  <a:gd name="T19" fmla="*/ 24696256 h 23"/>
                  <a:gd name="T20" fmla="*/ 76089532 w 58"/>
                  <a:gd name="T21" fmla="*/ 27783597 h 23"/>
                  <a:gd name="T22" fmla="*/ 74504386 w 58"/>
                  <a:gd name="T23" fmla="*/ 26240548 h 23"/>
                  <a:gd name="T24" fmla="*/ 91942267 w 58"/>
                  <a:gd name="T25" fmla="*/ 20065860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8"/>
                  <a:gd name="T40" fmla="*/ 0 h 23"/>
                  <a:gd name="T41" fmla="*/ 58 w 58"/>
                  <a:gd name="T42" fmla="*/ 23 h 2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8" h="23">
                    <a:moveTo>
                      <a:pt x="58" y="13"/>
                    </a:moveTo>
                    <a:lnTo>
                      <a:pt x="54" y="7"/>
                    </a:lnTo>
                    <a:lnTo>
                      <a:pt x="47" y="8"/>
                    </a:lnTo>
                    <a:lnTo>
                      <a:pt x="26" y="0"/>
                    </a:lnTo>
                    <a:lnTo>
                      <a:pt x="37" y="13"/>
                    </a:lnTo>
                    <a:lnTo>
                      <a:pt x="25" y="13"/>
                    </a:lnTo>
                    <a:lnTo>
                      <a:pt x="6" y="10"/>
                    </a:lnTo>
                    <a:lnTo>
                      <a:pt x="0" y="23"/>
                    </a:lnTo>
                    <a:lnTo>
                      <a:pt x="21" y="20"/>
                    </a:lnTo>
                    <a:lnTo>
                      <a:pt x="41" y="16"/>
                    </a:lnTo>
                    <a:lnTo>
                      <a:pt x="48" y="18"/>
                    </a:lnTo>
                    <a:lnTo>
                      <a:pt x="47" y="17"/>
                    </a:lnTo>
                    <a:lnTo>
                      <a:pt x="58" y="13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0" name="Freeform 549">
                <a:extLst>
                  <a:ext uri="{FF2B5EF4-FFF2-40B4-BE49-F238E27FC236}">
                    <a16:creationId xmlns="" xmlns:a16="http://schemas.microsoft.com/office/drawing/2014/main" id="{84FAB977-0760-4A4B-B035-0D6718C7E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5750" y="4745038"/>
                <a:ext cx="47625" cy="23812"/>
              </a:xfrm>
              <a:custGeom>
                <a:avLst/>
                <a:gdLst>
                  <a:gd name="T0" fmla="*/ 56703513 w 40"/>
                  <a:gd name="T1" fmla="*/ 23142997 h 21"/>
                  <a:gd name="T2" fmla="*/ 34022106 w 40"/>
                  <a:gd name="T3" fmla="*/ 27000539 h 21"/>
                  <a:gd name="T4" fmla="*/ 7087790 w 40"/>
                  <a:gd name="T5" fmla="*/ 11571498 h 21"/>
                  <a:gd name="T6" fmla="*/ 0 w 40"/>
                  <a:gd name="T7" fmla="*/ 0 h 21"/>
                  <a:gd name="T8" fmla="*/ 34022106 w 40"/>
                  <a:gd name="T9" fmla="*/ 0 h 21"/>
                  <a:gd name="T10" fmla="*/ 56703513 w 40"/>
                  <a:gd name="T11" fmla="*/ 23142997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"/>
                  <a:gd name="T19" fmla="*/ 0 h 21"/>
                  <a:gd name="T20" fmla="*/ 40 w 40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" h="21">
                    <a:moveTo>
                      <a:pt x="40" y="18"/>
                    </a:moveTo>
                    <a:lnTo>
                      <a:pt x="24" y="21"/>
                    </a:lnTo>
                    <a:lnTo>
                      <a:pt x="5" y="9"/>
                    </a:lnTo>
                    <a:lnTo>
                      <a:pt x="0" y="0"/>
                    </a:lnTo>
                    <a:lnTo>
                      <a:pt x="24" y="0"/>
                    </a:lnTo>
                    <a:lnTo>
                      <a:pt x="40" y="18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="" xmlns:a16="http://schemas.microsoft.com/office/drawing/2014/main" id="{46F9CCFA-A473-47F9-92E3-A7D055EA7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6888" y="4533900"/>
                <a:ext cx="38100" cy="25400"/>
              </a:xfrm>
              <a:custGeom>
                <a:avLst/>
                <a:gdLst>
                  <a:gd name="T0" fmla="*/ 50055525 w 29"/>
                  <a:gd name="T1" fmla="*/ 14297526 h 19"/>
                  <a:gd name="T2" fmla="*/ 32794905 w 29"/>
                  <a:gd name="T3" fmla="*/ 33955786 h 19"/>
                  <a:gd name="T4" fmla="*/ 0 w 29"/>
                  <a:gd name="T5" fmla="*/ 14297526 h 19"/>
                  <a:gd name="T6" fmla="*/ 17260614 w 29"/>
                  <a:gd name="T7" fmla="*/ 0 h 19"/>
                  <a:gd name="T8" fmla="*/ 50055525 w 29"/>
                  <a:gd name="T9" fmla="*/ 1429752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19"/>
                  <a:gd name="T17" fmla="*/ 29 w 2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19">
                    <a:moveTo>
                      <a:pt x="29" y="8"/>
                    </a:moveTo>
                    <a:lnTo>
                      <a:pt x="19" y="19"/>
                    </a:lnTo>
                    <a:lnTo>
                      <a:pt x="0" y="8"/>
                    </a:lnTo>
                    <a:lnTo>
                      <a:pt x="10" y="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="" xmlns:a16="http://schemas.microsoft.com/office/drawing/2014/main" id="{8E2C9F6A-9B90-4CD7-A57E-41273EC04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3988" y="4699000"/>
                <a:ext cx="33337" cy="22225"/>
              </a:xfrm>
              <a:custGeom>
                <a:avLst/>
                <a:gdLst>
                  <a:gd name="T0" fmla="*/ 41161325 w 27"/>
                  <a:gd name="T1" fmla="*/ 13505854 h 16"/>
                  <a:gd name="T2" fmla="*/ 35063116 w 27"/>
                  <a:gd name="T3" fmla="*/ 5788223 h 16"/>
                  <a:gd name="T4" fmla="*/ 0 w 27"/>
                  <a:gd name="T5" fmla="*/ 0 h 16"/>
                  <a:gd name="T6" fmla="*/ 21343092 w 27"/>
                  <a:gd name="T7" fmla="*/ 30871910 h 16"/>
                  <a:gd name="T8" fmla="*/ 41161325 w 27"/>
                  <a:gd name="T9" fmla="*/ 13505854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16"/>
                  <a:gd name="T17" fmla="*/ 27 w 2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16">
                    <a:moveTo>
                      <a:pt x="27" y="7"/>
                    </a:moveTo>
                    <a:lnTo>
                      <a:pt x="23" y="3"/>
                    </a:lnTo>
                    <a:lnTo>
                      <a:pt x="0" y="0"/>
                    </a:lnTo>
                    <a:lnTo>
                      <a:pt x="14" y="16"/>
                    </a:lnTo>
                    <a:lnTo>
                      <a:pt x="27" y="7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="" xmlns:a16="http://schemas.microsoft.com/office/drawing/2014/main" id="{B024D88E-0718-4C70-8AE3-2BA7D720F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3925" y="4381500"/>
                <a:ext cx="22225" cy="30163"/>
              </a:xfrm>
              <a:custGeom>
                <a:avLst/>
                <a:gdLst>
                  <a:gd name="T0" fmla="*/ 25997400 w 19"/>
                  <a:gd name="T1" fmla="*/ 20533461 h 24"/>
                  <a:gd name="T2" fmla="*/ 24628808 w 19"/>
                  <a:gd name="T3" fmla="*/ 37908605 h 24"/>
                  <a:gd name="T4" fmla="*/ 0 w 19"/>
                  <a:gd name="T5" fmla="*/ 4738104 h 24"/>
                  <a:gd name="T6" fmla="*/ 6841790 w 19"/>
                  <a:gd name="T7" fmla="*/ 0 h 24"/>
                  <a:gd name="T8" fmla="*/ 25997400 w 19"/>
                  <a:gd name="T9" fmla="*/ 20533461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"/>
                  <a:gd name="T16" fmla="*/ 0 h 24"/>
                  <a:gd name="T17" fmla="*/ 19 w 19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" h="24">
                    <a:moveTo>
                      <a:pt x="19" y="13"/>
                    </a:moveTo>
                    <a:lnTo>
                      <a:pt x="18" y="24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9" y="13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4" name="Freeform 553">
                <a:extLst>
                  <a:ext uri="{FF2B5EF4-FFF2-40B4-BE49-F238E27FC236}">
                    <a16:creationId xmlns="" xmlns:a16="http://schemas.microsoft.com/office/drawing/2014/main" id="{49925E74-6DBC-40DB-8A7B-87D615911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6850" y="4703763"/>
                <a:ext cx="19050" cy="23812"/>
              </a:xfrm>
              <a:custGeom>
                <a:avLst/>
                <a:gdLst>
                  <a:gd name="T0" fmla="*/ 20161250 w 18"/>
                  <a:gd name="T1" fmla="*/ 7000728 h 18"/>
                  <a:gd name="T2" fmla="*/ 13440832 w 18"/>
                  <a:gd name="T3" fmla="*/ 0 h 18"/>
                  <a:gd name="T4" fmla="*/ 0 w 18"/>
                  <a:gd name="T5" fmla="*/ 24499902 h 18"/>
                  <a:gd name="T6" fmla="*/ 10080625 w 18"/>
                  <a:gd name="T7" fmla="*/ 31500627 h 18"/>
                  <a:gd name="T8" fmla="*/ 20161250 w 18"/>
                  <a:gd name="T9" fmla="*/ 700072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18" y="4"/>
                    </a:moveTo>
                    <a:lnTo>
                      <a:pt x="12" y="0"/>
                    </a:lnTo>
                    <a:lnTo>
                      <a:pt x="0" y="14"/>
                    </a:lnTo>
                    <a:lnTo>
                      <a:pt x="9" y="18"/>
                    </a:lnTo>
                    <a:lnTo>
                      <a:pt x="18" y="4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5" name="Freeform 554">
                <a:extLst>
                  <a:ext uri="{FF2B5EF4-FFF2-40B4-BE49-F238E27FC236}">
                    <a16:creationId xmlns="" xmlns:a16="http://schemas.microsoft.com/office/drawing/2014/main" id="{23952BA6-BFA0-4B23-B0B2-9E561B0AD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3488" y="4519613"/>
                <a:ext cx="15875" cy="19050"/>
              </a:xfrm>
              <a:custGeom>
                <a:avLst/>
                <a:gdLst>
                  <a:gd name="T0" fmla="*/ 16801042 w 15"/>
                  <a:gd name="T1" fmla="*/ 8505823 h 16"/>
                  <a:gd name="T2" fmla="*/ 8960910 w 15"/>
                  <a:gd name="T3" fmla="*/ 18428490 h 16"/>
                  <a:gd name="T4" fmla="*/ 0 w 15"/>
                  <a:gd name="T5" fmla="*/ 22681405 h 16"/>
                  <a:gd name="T6" fmla="*/ 0 w 15"/>
                  <a:gd name="T7" fmla="*/ 0 h 16"/>
                  <a:gd name="T8" fmla="*/ 16801042 w 15"/>
                  <a:gd name="T9" fmla="*/ 8505823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6"/>
                  <a:gd name="T17" fmla="*/ 15 w 15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6">
                    <a:moveTo>
                      <a:pt x="15" y="6"/>
                    </a:moveTo>
                    <a:lnTo>
                      <a:pt x="8" y="13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5" y="6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6" name="Freeform 555">
                <a:extLst>
                  <a:ext uri="{FF2B5EF4-FFF2-40B4-BE49-F238E27FC236}">
                    <a16:creationId xmlns="" xmlns:a16="http://schemas.microsoft.com/office/drawing/2014/main" id="{9D45846E-629B-464D-884F-9EA1D74FA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0050" y="4579938"/>
                <a:ext cx="14288" cy="41275"/>
              </a:xfrm>
              <a:custGeom>
                <a:avLst/>
                <a:gdLst>
                  <a:gd name="T0" fmla="*/ 15703611 w 13"/>
                  <a:gd name="T1" fmla="*/ 34937991 h 32"/>
                  <a:gd name="T2" fmla="*/ 12079955 w 13"/>
                  <a:gd name="T3" fmla="*/ 33274093 h 32"/>
                  <a:gd name="T4" fmla="*/ 14495726 w 13"/>
                  <a:gd name="T5" fmla="*/ 11645999 h 32"/>
                  <a:gd name="T6" fmla="*/ 14495726 w 13"/>
                  <a:gd name="T7" fmla="*/ 0 h 32"/>
                  <a:gd name="T8" fmla="*/ 0 w 13"/>
                  <a:gd name="T9" fmla="*/ 53238296 h 32"/>
                  <a:gd name="T10" fmla="*/ 15703611 w 13"/>
                  <a:gd name="T11" fmla="*/ 34937991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32"/>
                  <a:gd name="T20" fmla="*/ 13 w 13"/>
                  <a:gd name="T21" fmla="*/ 32 h 3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32">
                    <a:moveTo>
                      <a:pt x="13" y="21"/>
                    </a:moveTo>
                    <a:lnTo>
                      <a:pt x="10" y="20"/>
                    </a:lnTo>
                    <a:lnTo>
                      <a:pt x="12" y="7"/>
                    </a:lnTo>
                    <a:lnTo>
                      <a:pt x="12" y="0"/>
                    </a:lnTo>
                    <a:lnTo>
                      <a:pt x="0" y="32"/>
                    </a:lnTo>
                    <a:lnTo>
                      <a:pt x="13" y="21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7" name="Freeform 556">
                <a:extLst>
                  <a:ext uri="{FF2B5EF4-FFF2-40B4-BE49-F238E27FC236}">
                    <a16:creationId xmlns="" xmlns:a16="http://schemas.microsoft.com/office/drawing/2014/main" id="{93450ED4-712F-406E-B604-4634E6D78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8188" y="4614863"/>
                <a:ext cx="14287" cy="22225"/>
              </a:xfrm>
              <a:custGeom>
                <a:avLst/>
                <a:gdLst>
                  <a:gd name="T0" fmla="*/ 22679815 w 9"/>
                  <a:gd name="T1" fmla="*/ 19155607 h 19"/>
                  <a:gd name="T2" fmla="*/ 17639681 w 9"/>
                  <a:gd name="T3" fmla="*/ 0 h 19"/>
                  <a:gd name="T4" fmla="*/ 0 w 9"/>
                  <a:gd name="T5" fmla="*/ 4104606 h 19"/>
                  <a:gd name="T6" fmla="*/ 0 w 9"/>
                  <a:gd name="T7" fmla="*/ 25997400 h 19"/>
                  <a:gd name="T8" fmla="*/ 22679815 w 9"/>
                  <a:gd name="T9" fmla="*/ 1915560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"/>
                  <a:gd name="T16" fmla="*/ 0 h 19"/>
                  <a:gd name="T17" fmla="*/ 9 w 9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" h="19">
                    <a:moveTo>
                      <a:pt x="9" y="14"/>
                    </a:moveTo>
                    <a:lnTo>
                      <a:pt x="7" y="0"/>
                    </a:lnTo>
                    <a:lnTo>
                      <a:pt x="0" y="3"/>
                    </a:lnTo>
                    <a:lnTo>
                      <a:pt x="0" y="19"/>
                    </a:lnTo>
                    <a:lnTo>
                      <a:pt x="9" y="14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8" name="Freeform 557">
                <a:extLst>
                  <a:ext uri="{FF2B5EF4-FFF2-40B4-BE49-F238E27FC236}">
                    <a16:creationId xmlns="" xmlns:a16="http://schemas.microsoft.com/office/drawing/2014/main" id="{80425CF5-7774-4368-BAAE-C908BDB61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3138" y="4460875"/>
                <a:ext cx="15875" cy="26988"/>
              </a:xfrm>
              <a:custGeom>
                <a:avLst/>
                <a:gdLst>
                  <a:gd name="T0" fmla="*/ 16801042 w 15"/>
                  <a:gd name="T1" fmla="*/ 36417604 h 20"/>
                  <a:gd name="T2" fmla="*/ 5600701 w 15"/>
                  <a:gd name="T3" fmla="*/ 34597264 h 20"/>
                  <a:gd name="T4" fmla="*/ 0 w 15"/>
                  <a:gd name="T5" fmla="*/ 0 h 20"/>
                  <a:gd name="T6" fmla="*/ 16801042 w 15"/>
                  <a:gd name="T7" fmla="*/ 36417604 h 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"/>
                  <a:gd name="T13" fmla="*/ 0 h 20"/>
                  <a:gd name="T14" fmla="*/ 15 w 15"/>
                  <a:gd name="T15" fmla="*/ 20 h 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" h="20">
                    <a:moveTo>
                      <a:pt x="15" y="20"/>
                    </a:moveTo>
                    <a:lnTo>
                      <a:pt x="5" y="19"/>
                    </a:lnTo>
                    <a:lnTo>
                      <a:pt x="0" y="0"/>
                    </a:lnTo>
                    <a:lnTo>
                      <a:pt x="15" y="2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="" xmlns:a16="http://schemas.microsoft.com/office/drawing/2014/main" id="{1DF51E92-91A3-4810-B844-B07C2BAE6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8938" y="4584700"/>
                <a:ext cx="14287" cy="23813"/>
              </a:xfrm>
              <a:custGeom>
                <a:avLst/>
                <a:gdLst>
                  <a:gd name="T0" fmla="*/ 20411835 w 10"/>
                  <a:gd name="T1" fmla="*/ 14137401 h 19"/>
                  <a:gd name="T2" fmla="*/ 18370223 w 10"/>
                  <a:gd name="T3" fmla="*/ 0 h 19"/>
                  <a:gd name="T4" fmla="*/ 10206632 w 10"/>
                  <a:gd name="T5" fmla="*/ 4712467 h 19"/>
                  <a:gd name="T6" fmla="*/ 0 w 10"/>
                  <a:gd name="T7" fmla="*/ 29845207 h 19"/>
                  <a:gd name="T8" fmla="*/ 20411835 w 10"/>
                  <a:gd name="T9" fmla="*/ 14137401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9"/>
                  <a:gd name="T17" fmla="*/ 10 w 10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9">
                    <a:moveTo>
                      <a:pt x="10" y="9"/>
                    </a:moveTo>
                    <a:lnTo>
                      <a:pt x="9" y="0"/>
                    </a:lnTo>
                    <a:lnTo>
                      <a:pt x="5" y="3"/>
                    </a:lnTo>
                    <a:lnTo>
                      <a:pt x="0" y="19"/>
                    </a:lnTo>
                    <a:lnTo>
                      <a:pt x="10" y="9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="" xmlns:a16="http://schemas.microsoft.com/office/drawing/2014/main" id="{5A185392-CC05-4C01-B05E-4CCCF4F94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484688"/>
                <a:ext cx="26988" cy="7937"/>
              </a:xfrm>
              <a:custGeom>
                <a:avLst/>
                <a:gdLst>
                  <a:gd name="T0" fmla="*/ 30348005 w 24"/>
                  <a:gd name="T1" fmla="*/ 12599192 h 5"/>
                  <a:gd name="T2" fmla="*/ 12645003 w 24"/>
                  <a:gd name="T3" fmla="*/ 0 h 5"/>
                  <a:gd name="T4" fmla="*/ 0 w 24"/>
                  <a:gd name="T5" fmla="*/ 12599192 h 5"/>
                  <a:gd name="T6" fmla="*/ 30348005 w 24"/>
                  <a:gd name="T7" fmla="*/ 12599192 h 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"/>
                  <a:gd name="T13" fmla="*/ 0 h 5"/>
                  <a:gd name="T14" fmla="*/ 24 w 24"/>
                  <a:gd name="T15" fmla="*/ 5 h 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" h="5">
                    <a:moveTo>
                      <a:pt x="24" y="5"/>
                    </a:moveTo>
                    <a:lnTo>
                      <a:pt x="10" y="0"/>
                    </a:lnTo>
                    <a:lnTo>
                      <a:pt x="0" y="5"/>
                    </a:lnTo>
                    <a:lnTo>
                      <a:pt x="24" y="5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="" xmlns:a16="http://schemas.microsoft.com/office/drawing/2014/main" id="{537A7443-76C0-4934-8816-BC0F31D45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3425" y="4637088"/>
                <a:ext cx="9525" cy="25400"/>
              </a:xfrm>
              <a:custGeom>
                <a:avLst/>
                <a:gdLst>
                  <a:gd name="T0" fmla="*/ 11340702 w 8"/>
                  <a:gd name="T1" fmla="*/ 17640298 h 16"/>
                  <a:gd name="T2" fmla="*/ 1418034 w 8"/>
                  <a:gd name="T3" fmla="*/ 40322493 h 16"/>
                  <a:gd name="T4" fmla="*/ 0 w 8"/>
                  <a:gd name="T5" fmla="*/ 0 h 16"/>
                  <a:gd name="T6" fmla="*/ 11340702 w 8"/>
                  <a:gd name="T7" fmla="*/ 17640298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"/>
                  <a:gd name="T13" fmla="*/ 0 h 16"/>
                  <a:gd name="T14" fmla="*/ 8 w 8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" h="16">
                    <a:moveTo>
                      <a:pt x="8" y="7"/>
                    </a:moveTo>
                    <a:lnTo>
                      <a:pt x="1" y="16"/>
                    </a:lnTo>
                    <a:lnTo>
                      <a:pt x="0" y="0"/>
                    </a:lnTo>
                    <a:lnTo>
                      <a:pt x="8" y="7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62" name="Freeform 561">
                <a:extLst>
                  <a:ext uri="{FF2B5EF4-FFF2-40B4-BE49-F238E27FC236}">
                    <a16:creationId xmlns="" xmlns:a16="http://schemas.microsoft.com/office/drawing/2014/main" id="{F6A4B133-3445-4359-A3F3-AC570A9C3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1600" y="4664075"/>
                <a:ext cx="42863" cy="4763"/>
              </a:xfrm>
              <a:custGeom>
                <a:avLst/>
                <a:gdLst>
                  <a:gd name="T0" fmla="*/ 57413643 w 32"/>
                  <a:gd name="T1" fmla="*/ 0 h 4"/>
                  <a:gd name="T2" fmla="*/ 14353746 w 32"/>
                  <a:gd name="T3" fmla="*/ 5671542 h 4"/>
                  <a:gd name="T4" fmla="*/ 0 w 32"/>
                  <a:gd name="T5" fmla="*/ 0 h 4"/>
                  <a:gd name="T6" fmla="*/ 57413643 w 32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4"/>
                  <a:gd name="T14" fmla="*/ 32 w 32"/>
                  <a:gd name="T15" fmla="*/ 4 h 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4">
                    <a:moveTo>
                      <a:pt x="32" y="0"/>
                    </a:moveTo>
                    <a:lnTo>
                      <a:pt x="8" y="4"/>
                    </a:lnTo>
                    <a:lnTo>
                      <a:pt x="0" y="0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63" name="Freeform 562">
                <a:extLst>
                  <a:ext uri="{FF2B5EF4-FFF2-40B4-BE49-F238E27FC236}">
                    <a16:creationId xmlns="" xmlns:a16="http://schemas.microsoft.com/office/drawing/2014/main" id="{0085AC50-456F-42E8-8631-4E1EA304C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0813" y="4265613"/>
                <a:ext cx="25400" cy="31750"/>
              </a:xfrm>
              <a:custGeom>
                <a:avLst/>
                <a:gdLst>
                  <a:gd name="T0" fmla="*/ 16092713 w 21"/>
                  <a:gd name="T1" fmla="*/ 40322498 h 25"/>
                  <a:gd name="T2" fmla="*/ 0 w 21"/>
                  <a:gd name="T3" fmla="*/ 16129000 h 25"/>
                  <a:gd name="T4" fmla="*/ 30721903 w 21"/>
                  <a:gd name="T5" fmla="*/ 0 h 25"/>
                  <a:gd name="T6" fmla="*/ 30721903 w 21"/>
                  <a:gd name="T7" fmla="*/ 4838700 h 25"/>
                  <a:gd name="T8" fmla="*/ 24870229 w 21"/>
                  <a:gd name="T9" fmla="*/ 24193503 h 25"/>
                  <a:gd name="T10" fmla="*/ 16092713 w 21"/>
                  <a:gd name="T11" fmla="*/ 40322498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"/>
                  <a:gd name="T19" fmla="*/ 0 h 25"/>
                  <a:gd name="T20" fmla="*/ 21 w 21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" h="25">
                    <a:moveTo>
                      <a:pt x="11" y="25"/>
                    </a:moveTo>
                    <a:lnTo>
                      <a:pt x="0" y="10"/>
                    </a:lnTo>
                    <a:lnTo>
                      <a:pt x="21" y="0"/>
                    </a:lnTo>
                    <a:lnTo>
                      <a:pt x="21" y="3"/>
                    </a:lnTo>
                    <a:lnTo>
                      <a:pt x="17" y="15"/>
                    </a:lnTo>
                    <a:lnTo>
                      <a:pt x="11" y="25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</p:grpSp>
        <p:sp>
          <p:nvSpPr>
            <p:cNvPr id="98" name="Freeform 97">
              <a:extLst>
                <a:ext uri="{FF2B5EF4-FFF2-40B4-BE49-F238E27FC236}">
                  <a16:creationId xmlns="" xmlns:a16="http://schemas.microsoft.com/office/drawing/2014/main" id="{E251D68E-196B-4A1A-A423-C9F73089B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7156" y="3625850"/>
              <a:ext cx="279400" cy="198438"/>
            </a:xfrm>
            <a:custGeom>
              <a:avLst/>
              <a:gdLst>
                <a:gd name="T0" fmla="*/ 263725793 w 221"/>
                <a:gd name="T1" fmla="*/ 0 h 159"/>
                <a:gd name="T2" fmla="*/ 287701087 w 221"/>
                <a:gd name="T3" fmla="*/ 17133060 h 159"/>
                <a:gd name="T4" fmla="*/ 286101807 w 221"/>
                <a:gd name="T5" fmla="*/ 42055131 h 159"/>
                <a:gd name="T6" fmla="*/ 303683774 w 221"/>
                <a:gd name="T7" fmla="*/ 34267369 h 159"/>
                <a:gd name="T8" fmla="*/ 303683774 w 221"/>
                <a:gd name="T9" fmla="*/ 45170232 h 159"/>
                <a:gd name="T10" fmla="*/ 311675118 w 221"/>
                <a:gd name="T11" fmla="*/ 48285333 h 159"/>
                <a:gd name="T12" fmla="*/ 353232459 w 221"/>
                <a:gd name="T13" fmla="*/ 68534737 h 159"/>
                <a:gd name="T14" fmla="*/ 314872414 w 221"/>
                <a:gd name="T15" fmla="*/ 79437591 h 159"/>
                <a:gd name="T16" fmla="*/ 324461773 w 221"/>
                <a:gd name="T17" fmla="*/ 98128216 h 159"/>
                <a:gd name="T18" fmla="*/ 298888463 w 221"/>
                <a:gd name="T19" fmla="*/ 104359666 h 159"/>
                <a:gd name="T20" fmla="*/ 292495135 w 221"/>
                <a:gd name="T21" fmla="*/ 113704969 h 159"/>
                <a:gd name="T22" fmla="*/ 260528497 w 221"/>
                <a:gd name="T23" fmla="*/ 109032318 h 159"/>
                <a:gd name="T24" fmla="*/ 226963843 w 221"/>
                <a:gd name="T25" fmla="*/ 104359666 h 159"/>
                <a:gd name="T26" fmla="*/ 220570515 w 221"/>
                <a:gd name="T27" fmla="*/ 133953126 h 159"/>
                <a:gd name="T28" fmla="*/ 210979891 w 221"/>
                <a:gd name="T29" fmla="*/ 161990283 h 159"/>
                <a:gd name="T30" fmla="*/ 201390532 w 221"/>
                <a:gd name="T31" fmla="*/ 182238478 h 159"/>
                <a:gd name="T32" fmla="*/ 185406581 w 221"/>
                <a:gd name="T33" fmla="*/ 218063388 h 159"/>
                <a:gd name="T34" fmla="*/ 155039183 w 221"/>
                <a:gd name="T35" fmla="*/ 228967489 h 159"/>
                <a:gd name="T36" fmla="*/ 107088594 w 221"/>
                <a:gd name="T37" fmla="*/ 219620938 h 159"/>
                <a:gd name="T38" fmla="*/ 92703923 w 221"/>
                <a:gd name="T39" fmla="*/ 235197691 h 159"/>
                <a:gd name="T40" fmla="*/ 43155297 w 221"/>
                <a:gd name="T41" fmla="*/ 247658095 h 159"/>
                <a:gd name="T42" fmla="*/ 9590626 w 221"/>
                <a:gd name="T43" fmla="*/ 224293590 h 159"/>
                <a:gd name="T44" fmla="*/ 0 w 221"/>
                <a:gd name="T45" fmla="*/ 199372782 h 159"/>
                <a:gd name="T46" fmla="*/ 1598016 w 221"/>
                <a:gd name="T47" fmla="*/ 202487883 h 159"/>
                <a:gd name="T48" fmla="*/ 30368632 w 221"/>
                <a:gd name="T49" fmla="*/ 218063388 h 159"/>
                <a:gd name="T50" fmla="*/ 60737265 w 221"/>
                <a:gd name="T51" fmla="*/ 227409939 h 159"/>
                <a:gd name="T52" fmla="*/ 52744657 w 221"/>
                <a:gd name="T53" fmla="*/ 224293590 h 159"/>
                <a:gd name="T54" fmla="*/ 57539969 w 221"/>
                <a:gd name="T55" fmla="*/ 214948287 h 159"/>
                <a:gd name="T56" fmla="*/ 62335280 w 221"/>
                <a:gd name="T57" fmla="*/ 194700130 h 159"/>
                <a:gd name="T58" fmla="*/ 62335280 w 221"/>
                <a:gd name="T59" fmla="*/ 186912378 h 159"/>
                <a:gd name="T60" fmla="*/ 67130592 w 221"/>
                <a:gd name="T61" fmla="*/ 172893175 h 159"/>
                <a:gd name="T62" fmla="*/ 92703923 w 221"/>
                <a:gd name="T63" fmla="*/ 165105423 h 159"/>
                <a:gd name="T64" fmla="*/ 118277233 w 221"/>
                <a:gd name="T65" fmla="*/ 157317631 h 159"/>
                <a:gd name="T66" fmla="*/ 139055232 w 221"/>
                <a:gd name="T67" fmla="*/ 124607823 h 159"/>
                <a:gd name="T68" fmla="*/ 163030527 w 221"/>
                <a:gd name="T69" fmla="*/ 95013115 h 159"/>
                <a:gd name="T70" fmla="*/ 180612533 w 221"/>
                <a:gd name="T71" fmla="*/ 118377621 h 159"/>
                <a:gd name="T72" fmla="*/ 190201893 w 221"/>
                <a:gd name="T73" fmla="*/ 102800868 h 159"/>
                <a:gd name="T74" fmla="*/ 196595220 w 221"/>
                <a:gd name="T75" fmla="*/ 84110262 h 159"/>
                <a:gd name="T76" fmla="*/ 204586564 w 221"/>
                <a:gd name="T77" fmla="*/ 104359666 h 159"/>
                <a:gd name="T78" fmla="*/ 204586564 w 221"/>
                <a:gd name="T79" fmla="*/ 88782913 h 159"/>
                <a:gd name="T80" fmla="*/ 212579171 w 221"/>
                <a:gd name="T81" fmla="*/ 77880040 h 159"/>
                <a:gd name="T82" fmla="*/ 209381875 w 221"/>
                <a:gd name="T83" fmla="*/ 66977187 h 159"/>
                <a:gd name="T84" fmla="*/ 217373219 w 221"/>
                <a:gd name="T85" fmla="*/ 57630636 h 159"/>
                <a:gd name="T86" fmla="*/ 236554466 w 221"/>
                <a:gd name="T87" fmla="*/ 28037167 h 159"/>
                <a:gd name="T88" fmla="*/ 252537153 w 221"/>
                <a:gd name="T89" fmla="*/ 0 h 159"/>
                <a:gd name="T90" fmla="*/ 257332465 w 221"/>
                <a:gd name="T91" fmla="*/ 12460409 h 159"/>
                <a:gd name="T92" fmla="*/ 263725793 w 221"/>
                <a:gd name="T93" fmla="*/ 0 h 1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21"/>
                <a:gd name="T142" fmla="*/ 0 h 159"/>
                <a:gd name="T143" fmla="*/ 221 w 221"/>
                <a:gd name="T144" fmla="*/ 159 h 15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21" h="159">
                  <a:moveTo>
                    <a:pt x="165" y="0"/>
                  </a:moveTo>
                  <a:lnTo>
                    <a:pt x="180" y="11"/>
                  </a:lnTo>
                  <a:lnTo>
                    <a:pt x="179" y="27"/>
                  </a:lnTo>
                  <a:lnTo>
                    <a:pt x="190" y="22"/>
                  </a:lnTo>
                  <a:lnTo>
                    <a:pt x="190" y="29"/>
                  </a:lnTo>
                  <a:lnTo>
                    <a:pt x="195" y="31"/>
                  </a:lnTo>
                  <a:lnTo>
                    <a:pt x="221" y="44"/>
                  </a:lnTo>
                  <a:lnTo>
                    <a:pt x="197" y="51"/>
                  </a:lnTo>
                  <a:lnTo>
                    <a:pt x="203" y="63"/>
                  </a:lnTo>
                  <a:lnTo>
                    <a:pt x="187" y="67"/>
                  </a:lnTo>
                  <a:lnTo>
                    <a:pt x="183" y="73"/>
                  </a:lnTo>
                  <a:lnTo>
                    <a:pt x="163" y="70"/>
                  </a:lnTo>
                  <a:lnTo>
                    <a:pt x="142" y="67"/>
                  </a:lnTo>
                  <a:lnTo>
                    <a:pt x="138" y="86"/>
                  </a:lnTo>
                  <a:lnTo>
                    <a:pt x="132" y="104"/>
                  </a:lnTo>
                  <a:lnTo>
                    <a:pt x="126" y="117"/>
                  </a:lnTo>
                  <a:lnTo>
                    <a:pt x="116" y="140"/>
                  </a:lnTo>
                  <a:lnTo>
                    <a:pt x="97" y="147"/>
                  </a:lnTo>
                  <a:lnTo>
                    <a:pt x="67" y="141"/>
                  </a:lnTo>
                  <a:lnTo>
                    <a:pt x="58" y="151"/>
                  </a:lnTo>
                  <a:lnTo>
                    <a:pt x="27" y="159"/>
                  </a:lnTo>
                  <a:lnTo>
                    <a:pt x="6" y="144"/>
                  </a:lnTo>
                  <a:lnTo>
                    <a:pt x="0" y="128"/>
                  </a:lnTo>
                  <a:lnTo>
                    <a:pt x="1" y="130"/>
                  </a:lnTo>
                  <a:lnTo>
                    <a:pt x="19" y="140"/>
                  </a:lnTo>
                  <a:lnTo>
                    <a:pt x="38" y="146"/>
                  </a:lnTo>
                  <a:lnTo>
                    <a:pt x="33" y="144"/>
                  </a:lnTo>
                  <a:lnTo>
                    <a:pt x="36" y="138"/>
                  </a:lnTo>
                  <a:lnTo>
                    <a:pt x="39" y="125"/>
                  </a:lnTo>
                  <a:lnTo>
                    <a:pt x="39" y="120"/>
                  </a:lnTo>
                  <a:lnTo>
                    <a:pt x="42" y="111"/>
                  </a:lnTo>
                  <a:lnTo>
                    <a:pt x="58" y="106"/>
                  </a:lnTo>
                  <a:lnTo>
                    <a:pt x="74" y="101"/>
                  </a:lnTo>
                  <a:lnTo>
                    <a:pt x="87" y="80"/>
                  </a:lnTo>
                  <a:lnTo>
                    <a:pt x="102" y="61"/>
                  </a:lnTo>
                  <a:lnTo>
                    <a:pt x="113" y="76"/>
                  </a:lnTo>
                  <a:lnTo>
                    <a:pt x="119" y="66"/>
                  </a:lnTo>
                  <a:lnTo>
                    <a:pt x="123" y="54"/>
                  </a:lnTo>
                  <a:lnTo>
                    <a:pt x="128" y="67"/>
                  </a:lnTo>
                  <a:lnTo>
                    <a:pt x="128" y="57"/>
                  </a:lnTo>
                  <a:lnTo>
                    <a:pt x="133" y="50"/>
                  </a:lnTo>
                  <a:lnTo>
                    <a:pt x="131" y="43"/>
                  </a:lnTo>
                  <a:lnTo>
                    <a:pt x="136" y="37"/>
                  </a:lnTo>
                  <a:lnTo>
                    <a:pt x="148" y="18"/>
                  </a:lnTo>
                  <a:lnTo>
                    <a:pt x="158" y="0"/>
                  </a:lnTo>
                  <a:lnTo>
                    <a:pt x="161" y="8"/>
                  </a:lnTo>
                  <a:lnTo>
                    <a:pt x="16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99" name="Freeform 98">
              <a:extLst>
                <a:ext uri="{FF2B5EF4-FFF2-40B4-BE49-F238E27FC236}">
                  <a16:creationId xmlns="" xmlns:a16="http://schemas.microsoft.com/office/drawing/2014/main" id="{D757816A-2EF8-4619-8FE3-BEF237DE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2994" y="3636963"/>
              <a:ext cx="128587" cy="174625"/>
            </a:xfrm>
            <a:custGeom>
              <a:avLst/>
              <a:gdLst>
                <a:gd name="T0" fmla="*/ 137775240 w 101"/>
                <a:gd name="T1" fmla="*/ 222583124 h 137"/>
                <a:gd name="T2" fmla="*/ 94011113 w 101"/>
                <a:gd name="T3" fmla="*/ 188464983 h 137"/>
                <a:gd name="T4" fmla="*/ 48626261 w 101"/>
                <a:gd name="T5" fmla="*/ 157595846 h 137"/>
                <a:gd name="T6" fmla="*/ 27554541 w 101"/>
                <a:gd name="T7" fmla="*/ 108855098 h 137"/>
                <a:gd name="T8" fmla="*/ 16208328 w 101"/>
                <a:gd name="T9" fmla="*/ 56864013 h 137"/>
                <a:gd name="T10" fmla="*/ 0 w 101"/>
                <a:gd name="T11" fmla="*/ 6499364 h 137"/>
                <a:gd name="T12" fmla="*/ 1620706 w 101"/>
                <a:gd name="T13" fmla="*/ 0 h 137"/>
                <a:gd name="T14" fmla="*/ 29175246 w 101"/>
                <a:gd name="T15" fmla="*/ 14622612 h 137"/>
                <a:gd name="T16" fmla="*/ 32417929 w 101"/>
                <a:gd name="T17" fmla="*/ 32494266 h 137"/>
                <a:gd name="T18" fmla="*/ 58351764 w 101"/>
                <a:gd name="T19" fmla="*/ 32494266 h 137"/>
                <a:gd name="T20" fmla="*/ 74560087 w 101"/>
                <a:gd name="T21" fmla="*/ 14622612 h 137"/>
                <a:gd name="T22" fmla="*/ 98873228 w 101"/>
                <a:gd name="T23" fmla="*/ 37368469 h 137"/>
                <a:gd name="T24" fmla="*/ 121565644 w 101"/>
                <a:gd name="T25" fmla="*/ 63363374 h 137"/>
                <a:gd name="T26" fmla="*/ 126429032 w 101"/>
                <a:gd name="T27" fmla="*/ 103980896 h 137"/>
                <a:gd name="T28" fmla="*/ 128049737 w 101"/>
                <a:gd name="T29" fmla="*/ 144598398 h 137"/>
                <a:gd name="T30" fmla="*/ 147500742 w 101"/>
                <a:gd name="T31" fmla="*/ 181965622 h 137"/>
                <a:gd name="T32" fmla="*/ 163709065 w 101"/>
                <a:gd name="T33" fmla="*/ 219334080 h 137"/>
                <a:gd name="T34" fmla="*/ 150742152 w 101"/>
                <a:gd name="T35" fmla="*/ 212834719 h 137"/>
                <a:gd name="T36" fmla="*/ 137775240 w 101"/>
                <a:gd name="T37" fmla="*/ 222583124 h 1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1"/>
                <a:gd name="T58" fmla="*/ 0 h 137"/>
                <a:gd name="T59" fmla="*/ 101 w 101"/>
                <a:gd name="T60" fmla="*/ 137 h 1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1" h="137">
                  <a:moveTo>
                    <a:pt x="85" y="137"/>
                  </a:moveTo>
                  <a:lnTo>
                    <a:pt x="58" y="116"/>
                  </a:lnTo>
                  <a:lnTo>
                    <a:pt x="30" y="97"/>
                  </a:lnTo>
                  <a:lnTo>
                    <a:pt x="17" y="67"/>
                  </a:lnTo>
                  <a:lnTo>
                    <a:pt x="10" y="35"/>
                  </a:lnTo>
                  <a:lnTo>
                    <a:pt x="0" y="4"/>
                  </a:lnTo>
                  <a:lnTo>
                    <a:pt x="1" y="0"/>
                  </a:lnTo>
                  <a:lnTo>
                    <a:pt x="18" y="9"/>
                  </a:lnTo>
                  <a:lnTo>
                    <a:pt x="20" y="20"/>
                  </a:lnTo>
                  <a:lnTo>
                    <a:pt x="36" y="20"/>
                  </a:lnTo>
                  <a:lnTo>
                    <a:pt x="46" y="9"/>
                  </a:lnTo>
                  <a:lnTo>
                    <a:pt x="61" y="23"/>
                  </a:lnTo>
                  <a:lnTo>
                    <a:pt x="75" y="39"/>
                  </a:lnTo>
                  <a:lnTo>
                    <a:pt x="78" y="64"/>
                  </a:lnTo>
                  <a:lnTo>
                    <a:pt x="79" y="89"/>
                  </a:lnTo>
                  <a:lnTo>
                    <a:pt x="91" y="112"/>
                  </a:lnTo>
                  <a:lnTo>
                    <a:pt x="101" y="135"/>
                  </a:lnTo>
                  <a:lnTo>
                    <a:pt x="93" y="131"/>
                  </a:lnTo>
                  <a:lnTo>
                    <a:pt x="85" y="13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="" xmlns:a16="http://schemas.microsoft.com/office/drawing/2014/main" id="{B2D39D41-1706-43B5-87AB-BB49D2BE6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6294" y="3600450"/>
              <a:ext cx="6350" cy="11113"/>
            </a:xfrm>
            <a:custGeom>
              <a:avLst/>
              <a:gdLst>
                <a:gd name="T0" fmla="*/ 3225800 w 5"/>
                <a:gd name="T1" fmla="*/ 6175494 h 10"/>
                <a:gd name="T2" fmla="*/ 3225800 w 5"/>
                <a:gd name="T3" fmla="*/ 4939729 h 10"/>
                <a:gd name="T4" fmla="*/ 4838699 w 5"/>
                <a:gd name="T5" fmla="*/ 2470420 h 10"/>
                <a:gd name="T6" fmla="*/ 8064499 w 5"/>
                <a:gd name="T7" fmla="*/ 1234654 h 10"/>
                <a:gd name="T8" fmla="*/ 4838699 w 5"/>
                <a:gd name="T9" fmla="*/ 0 h 10"/>
                <a:gd name="T10" fmla="*/ 8064499 w 5"/>
                <a:gd name="T11" fmla="*/ 1234654 h 10"/>
                <a:gd name="T12" fmla="*/ 8064499 w 5"/>
                <a:gd name="T13" fmla="*/ 6175494 h 10"/>
                <a:gd name="T14" fmla="*/ 4838699 w 5"/>
                <a:gd name="T15" fmla="*/ 9879458 h 10"/>
                <a:gd name="T16" fmla="*/ 4838699 w 5"/>
                <a:gd name="T17" fmla="*/ 12349877 h 10"/>
                <a:gd name="T18" fmla="*/ 3225800 w 5"/>
                <a:gd name="T19" fmla="*/ 12349877 h 10"/>
                <a:gd name="T20" fmla="*/ 0 w 5"/>
                <a:gd name="T21" fmla="*/ 8644802 h 10"/>
                <a:gd name="T22" fmla="*/ 3225800 w 5"/>
                <a:gd name="T23" fmla="*/ 6175494 h 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"/>
                <a:gd name="T37" fmla="*/ 0 h 10"/>
                <a:gd name="T38" fmla="*/ 5 w 5"/>
                <a:gd name="T39" fmla="*/ 10 h 1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" h="10">
                  <a:moveTo>
                    <a:pt x="2" y="5"/>
                  </a:moveTo>
                  <a:lnTo>
                    <a:pt x="2" y="4"/>
                  </a:lnTo>
                  <a:lnTo>
                    <a:pt x="3" y="2"/>
                  </a:lnTo>
                  <a:lnTo>
                    <a:pt x="5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5"/>
                  </a:lnTo>
                  <a:lnTo>
                    <a:pt x="3" y="8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0" y="7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="" xmlns:a16="http://schemas.microsoft.com/office/drawing/2014/main" id="{43F5B358-E4CC-4825-BC00-46165372B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6294" y="3611563"/>
              <a:ext cx="4762" cy="0"/>
            </a:xfrm>
            <a:custGeom>
              <a:avLst/>
              <a:gdLst>
                <a:gd name="T0" fmla="*/ 11338321 w 2"/>
                <a:gd name="T1" fmla="*/ 0 w 2"/>
                <a:gd name="T2" fmla="*/ 11338321 w 2"/>
                <a:gd name="T3" fmla="*/ 0 60000 65536"/>
                <a:gd name="T4" fmla="*/ 0 60000 65536"/>
                <a:gd name="T5" fmla="*/ 0 60000 65536"/>
                <a:gd name="T6" fmla="*/ 0 w 2"/>
                <a:gd name="T7" fmla="*/ 2 w 2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="" xmlns:a16="http://schemas.microsoft.com/office/drawing/2014/main" id="{67689FD7-EE32-4845-B4C1-5803650D1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3619" y="3940175"/>
              <a:ext cx="285750" cy="266700"/>
            </a:xfrm>
            <a:custGeom>
              <a:avLst/>
              <a:gdLst>
                <a:gd name="T0" fmla="*/ 362902560 w 225"/>
                <a:gd name="T1" fmla="*/ 321127010 h 211"/>
                <a:gd name="T2" fmla="*/ 348386464 w 225"/>
                <a:gd name="T3" fmla="*/ 330713039 h 211"/>
                <a:gd name="T4" fmla="*/ 348386464 w 225"/>
                <a:gd name="T5" fmla="*/ 337103805 h 211"/>
                <a:gd name="T6" fmla="*/ 327418691 w 225"/>
                <a:gd name="T7" fmla="*/ 335506133 h 211"/>
                <a:gd name="T8" fmla="*/ 291934900 w 225"/>
                <a:gd name="T9" fmla="*/ 325920025 h 211"/>
                <a:gd name="T10" fmla="*/ 256451110 w 225"/>
                <a:gd name="T11" fmla="*/ 317931667 h 211"/>
                <a:gd name="T12" fmla="*/ 238709215 w 225"/>
                <a:gd name="T13" fmla="*/ 297161936 h 211"/>
                <a:gd name="T14" fmla="*/ 219354420 w 225"/>
                <a:gd name="T15" fmla="*/ 274795798 h 211"/>
                <a:gd name="T16" fmla="*/ 198386726 w 225"/>
                <a:gd name="T17" fmla="*/ 250830724 h 211"/>
                <a:gd name="T18" fmla="*/ 180644830 w 225"/>
                <a:gd name="T19" fmla="*/ 225267979 h 211"/>
                <a:gd name="T20" fmla="*/ 130644904 w 225"/>
                <a:gd name="T21" fmla="*/ 207694856 h 211"/>
                <a:gd name="T22" fmla="*/ 130644904 w 225"/>
                <a:gd name="T23" fmla="*/ 215681950 h 211"/>
                <a:gd name="T24" fmla="*/ 106451411 w 225"/>
                <a:gd name="T25" fmla="*/ 209292527 h 211"/>
                <a:gd name="T26" fmla="*/ 109677210 w 225"/>
                <a:gd name="T27" fmla="*/ 230060994 h 211"/>
                <a:gd name="T28" fmla="*/ 95161114 w 225"/>
                <a:gd name="T29" fmla="*/ 228463322 h 211"/>
                <a:gd name="T30" fmla="*/ 99999813 w 225"/>
                <a:gd name="T31" fmla="*/ 238049352 h 211"/>
                <a:gd name="T32" fmla="*/ 48387007 w 225"/>
                <a:gd name="T33" fmla="*/ 238049352 h 211"/>
                <a:gd name="T34" fmla="*/ 90322415 w 225"/>
                <a:gd name="T35" fmla="*/ 260416754 h 211"/>
                <a:gd name="T36" fmla="*/ 72580500 w 225"/>
                <a:gd name="T37" fmla="*/ 276393470 h 211"/>
                <a:gd name="T38" fmla="*/ 33870901 w 225"/>
                <a:gd name="T39" fmla="*/ 276393470 h 211"/>
                <a:gd name="T40" fmla="*/ 0 w 225"/>
                <a:gd name="T41" fmla="*/ 274795798 h 211"/>
                <a:gd name="T42" fmla="*/ 1612900 w 225"/>
                <a:gd name="T43" fmla="*/ 241244695 h 211"/>
                <a:gd name="T44" fmla="*/ 4838700 w 225"/>
                <a:gd name="T45" fmla="*/ 207694856 h 211"/>
                <a:gd name="T46" fmla="*/ 6451601 w 225"/>
                <a:gd name="T47" fmla="*/ 172546081 h 211"/>
                <a:gd name="T48" fmla="*/ 11290302 w 225"/>
                <a:gd name="T49" fmla="*/ 137397267 h 211"/>
                <a:gd name="T50" fmla="*/ 12903201 w 225"/>
                <a:gd name="T51" fmla="*/ 102249756 h 211"/>
                <a:gd name="T52" fmla="*/ 12903201 w 225"/>
                <a:gd name="T53" fmla="*/ 70296305 h 211"/>
                <a:gd name="T54" fmla="*/ 16129001 w 225"/>
                <a:gd name="T55" fmla="*/ 35148785 h 211"/>
                <a:gd name="T56" fmla="*/ 16129001 w 225"/>
                <a:gd name="T57" fmla="*/ 0 h 211"/>
                <a:gd name="T58" fmla="*/ 53225705 w 225"/>
                <a:gd name="T59" fmla="*/ 15976721 h 211"/>
                <a:gd name="T60" fmla="*/ 88709516 w 225"/>
                <a:gd name="T61" fmla="*/ 33551113 h 211"/>
                <a:gd name="T62" fmla="*/ 124193306 w 225"/>
                <a:gd name="T63" fmla="*/ 49526575 h 211"/>
                <a:gd name="T64" fmla="*/ 161289996 w 225"/>
                <a:gd name="T65" fmla="*/ 65503290 h 211"/>
                <a:gd name="T66" fmla="*/ 191935127 w 225"/>
                <a:gd name="T67" fmla="*/ 105445100 h 211"/>
                <a:gd name="T68" fmla="*/ 193548027 w 225"/>
                <a:gd name="T69" fmla="*/ 123019487 h 211"/>
                <a:gd name="T70" fmla="*/ 227418918 w 225"/>
                <a:gd name="T71" fmla="*/ 137397267 h 211"/>
                <a:gd name="T72" fmla="*/ 259676909 w 225"/>
                <a:gd name="T73" fmla="*/ 151776311 h 211"/>
                <a:gd name="T74" fmla="*/ 261289808 w 225"/>
                <a:gd name="T75" fmla="*/ 174143753 h 211"/>
                <a:gd name="T76" fmla="*/ 229031817 w 225"/>
                <a:gd name="T77" fmla="*/ 178936768 h 211"/>
                <a:gd name="T78" fmla="*/ 248386612 w 225"/>
                <a:gd name="T79" fmla="*/ 214084278 h 211"/>
                <a:gd name="T80" fmla="*/ 270967206 w 225"/>
                <a:gd name="T81" fmla="*/ 238049352 h 211"/>
                <a:gd name="T82" fmla="*/ 287096201 w 225"/>
                <a:gd name="T83" fmla="*/ 274795798 h 211"/>
                <a:gd name="T84" fmla="*/ 311289695 w 225"/>
                <a:gd name="T85" fmla="*/ 276393470 h 211"/>
                <a:gd name="T86" fmla="*/ 308063896 w 225"/>
                <a:gd name="T87" fmla="*/ 290772514 h 211"/>
                <a:gd name="T88" fmla="*/ 330644490 w 225"/>
                <a:gd name="T89" fmla="*/ 301954951 h 211"/>
                <a:gd name="T90" fmla="*/ 325805791 w 225"/>
                <a:gd name="T91" fmla="*/ 311540980 h 211"/>
                <a:gd name="T92" fmla="*/ 362902560 w 225"/>
                <a:gd name="T93" fmla="*/ 321127010 h 21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25"/>
                <a:gd name="T142" fmla="*/ 0 h 211"/>
                <a:gd name="T143" fmla="*/ 225 w 225"/>
                <a:gd name="T144" fmla="*/ 211 h 21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25" h="211">
                  <a:moveTo>
                    <a:pt x="225" y="201"/>
                  </a:moveTo>
                  <a:lnTo>
                    <a:pt x="216" y="207"/>
                  </a:lnTo>
                  <a:lnTo>
                    <a:pt x="216" y="211"/>
                  </a:lnTo>
                  <a:lnTo>
                    <a:pt x="203" y="210"/>
                  </a:lnTo>
                  <a:lnTo>
                    <a:pt x="181" y="204"/>
                  </a:lnTo>
                  <a:lnTo>
                    <a:pt x="159" y="199"/>
                  </a:lnTo>
                  <a:lnTo>
                    <a:pt x="148" y="186"/>
                  </a:lnTo>
                  <a:lnTo>
                    <a:pt x="136" y="172"/>
                  </a:lnTo>
                  <a:lnTo>
                    <a:pt x="123" y="157"/>
                  </a:lnTo>
                  <a:lnTo>
                    <a:pt x="112" y="141"/>
                  </a:lnTo>
                  <a:lnTo>
                    <a:pt x="81" y="130"/>
                  </a:lnTo>
                  <a:lnTo>
                    <a:pt x="81" y="135"/>
                  </a:lnTo>
                  <a:lnTo>
                    <a:pt x="66" y="131"/>
                  </a:lnTo>
                  <a:lnTo>
                    <a:pt x="68" y="144"/>
                  </a:lnTo>
                  <a:lnTo>
                    <a:pt x="59" y="143"/>
                  </a:lnTo>
                  <a:lnTo>
                    <a:pt x="62" y="149"/>
                  </a:lnTo>
                  <a:lnTo>
                    <a:pt x="30" y="149"/>
                  </a:lnTo>
                  <a:lnTo>
                    <a:pt x="56" y="163"/>
                  </a:lnTo>
                  <a:lnTo>
                    <a:pt x="45" y="173"/>
                  </a:lnTo>
                  <a:lnTo>
                    <a:pt x="21" y="173"/>
                  </a:lnTo>
                  <a:lnTo>
                    <a:pt x="0" y="172"/>
                  </a:lnTo>
                  <a:lnTo>
                    <a:pt x="1" y="151"/>
                  </a:lnTo>
                  <a:lnTo>
                    <a:pt x="3" y="130"/>
                  </a:lnTo>
                  <a:lnTo>
                    <a:pt x="4" y="108"/>
                  </a:lnTo>
                  <a:lnTo>
                    <a:pt x="7" y="86"/>
                  </a:lnTo>
                  <a:lnTo>
                    <a:pt x="8" y="64"/>
                  </a:lnTo>
                  <a:lnTo>
                    <a:pt x="8" y="44"/>
                  </a:lnTo>
                  <a:lnTo>
                    <a:pt x="10" y="22"/>
                  </a:lnTo>
                  <a:lnTo>
                    <a:pt x="10" y="0"/>
                  </a:lnTo>
                  <a:lnTo>
                    <a:pt x="33" y="10"/>
                  </a:lnTo>
                  <a:lnTo>
                    <a:pt x="55" y="21"/>
                  </a:lnTo>
                  <a:lnTo>
                    <a:pt x="77" y="31"/>
                  </a:lnTo>
                  <a:lnTo>
                    <a:pt x="100" y="41"/>
                  </a:lnTo>
                  <a:lnTo>
                    <a:pt x="119" y="66"/>
                  </a:lnTo>
                  <a:lnTo>
                    <a:pt x="120" y="77"/>
                  </a:lnTo>
                  <a:lnTo>
                    <a:pt x="141" y="86"/>
                  </a:lnTo>
                  <a:lnTo>
                    <a:pt x="161" y="95"/>
                  </a:lnTo>
                  <a:lnTo>
                    <a:pt x="162" y="109"/>
                  </a:lnTo>
                  <a:lnTo>
                    <a:pt x="142" y="112"/>
                  </a:lnTo>
                  <a:lnTo>
                    <a:pt x="154" y="134"/>
                  </a:lnTo>
                  <a:lnTo>
                    <a:pt x="168" y="149"/>
                  </a:lnTo>
                  <a:lnTo>
                    <a:pt x="178" y="172"/>
                  </a:lnTo>
                  <a:lnTo>
                    <a:pt x="193" y="173"/>
                  </a:lnTo>
                  <a:lnTo>
                    <a:pt x="191" y="182"/>
                  </a:lnTo>
                  <a:lnTo>
                    <a:pt x="205" y="189"/>
                  </a:lnTo>
                  <a:lnTo>
                    <a:pt x="202" y="195"/>
                  </a:lnTo>
                  <a:lnTo>
                    <a:pt x="225" y="20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="" xmlns:a16="http://schemas.microsoft.com/office/drawing/2014/main" id="{DF6DCF28-B369-4555-A6D7-F7BF90DCA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7456" y="3998913"/>
              <a:ext cx="122238" cy="63500"/>
            </a:xfrm>
            <a:custGeom>
              <a:avLst/>
              <a:gdLst>
                <a:gd name="T0" fmla="*/ 155647164 w 96"/>
                <a:gd name="T1" fmla="*/ 4148667 h 54"/>
                <a:gd name="T2" fmla="*/ 144298133 w 96"/>
                <a:gd name="T3" fmla="*/ 27656603 h 54"/>
                <a:gd name="T4" fmla="*/ 137813154 w 96"/>
                <a:gd name="T5" fmla="*/ 31804093 h 54"/>
                <a:gd name="T6" fmla="*/ 139434081 w 96"/>
                <a:gd name="T7" fmla="*/ 44250098 h 54"/>
                <a:gd name="T8" fmla="*/ 113492893 w 96"/>
                <a:gd name="T9" fmla="*/ 53929142 h 54"/>
                <a:gd name="T10" fmla="*/ 61610499 w 96"/>
                <a:gd name="T11" fmla="*/ 74671294 h 54"/>
                <a:gd name="T12" fmla="*/ 30805249 w 96"/>
                <a:gd name="T13" fmla="*/ 67756851 h 54"/>
                <a:gd name="T14" fmla="*/ 8107181 w 96"/>
                <a:gd name="T15" fmla="*/ 56694919 h 54"/>
                <a:gd name="T16" fmla="*/ 0 w 96"/>
                <a:gd name="T17" fmla="*/ 44250098 h 54"/>
                <a:gd name="T18" fmla="*/ 51882395 w 96"/>
                <a:gd name="T19" fmla="*/ 48397588 h 54"/>
                <a:gd name="T20" fmla="*/ 64853625 w 96"/>
                <a:gd name="T21" fmla="*/ 27656603 h 54"/>
                <a:gd name="T22" fmla="*/ 64853625 w 96"/>
                <a:gd name="T23" fmla="*/ 37335647 h 54"/>
                <a:gd name="T24" fmla="*/ 85930780 w 96"/>
                <a:gd name="T25" fmla="*/ 48397588 h 54"/>
                <a:gd name="T26" fmla="*/ 119977872 w 96"/>
                <a:gd name="T27" fmla="*/ 23507938 h 54"/>
                <a:gd name="T28" fmla="*/ 119977872 w 96"/>
                <a:gd name="T29" fmla="*/ 1382889 h 54"/>
                <a:gd name="T30" fmla="*/ 142677207 w 96"/>
                <a:gd name="T31" fmla="*/ 0 h 54"/>
                <a:gd name="T32" fmla="*/ 155647164 w 96"/>
                <a:gd name="T33" fmla="*/ 4148667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6"/>
                <a:gd name="T52" fmla="*/ 0 h 54"/>
                <a:gd name="T53" fmla="*/ 96 w 96"/>
                <a:gd name="T54" fmla="*/ 54 h 5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6" h="54">
                  <a:moveTo>
                    <a:pt x="96" y="3"/>
                  </a:moveTo>
                  <a:lnTo>
                    <a:pt x="89" y="20"/>
                  </a:lnTo>
                  <a:lnTo>
                    <a:pt x="85" y="23"/>
                  </a:lnTo>
                  <a:lnTo>
                    <a:pt x="86" y="32"/>
                  </a:lnTo>
                  <a:lnTo>
                    <a:pt x="70" y="39"/>
                  </a:lnTo>
                  <a:lnTo>
                    <a:pt x="38" y="54"/>
                  </a:lnTo>
                  <a:lnTo>
                    <a:pt x="19" y="49"/>
                  </a:lnTo>
                  <a:lnTo>
                    <a:pt x="5" y="41"/>
                  </a:lnTo>
                  <a:lnTo>
                    <a:pt x="0" y="32"/>
                  </a:lnTo>
                  <a:lnTo>
                    <a:pt x="32" y="35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53" y="35"/>
                  </a:lnTo>
                  <a:lnTo>
                    <a:pt x="74" y="17"/>
                  </a:lnTo>
                  <a:lnTo>
                    <a:pt x="74" y="1"/>
                  </a:lnTo>
                  <a:lnTo>
                    <a:pt x="88" y="0"/>
                  </a:lnTo>
                  <a:lnTo>
                    <a:pt x="96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="" xmlns:a16="http://schemas.microsoft.com/office/drawing/2014/main" id="{D0D02E61-85CF-468B-A7A8-418E44791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369" y="4035425"/>
              <a:ext cx="31750" cy="52388"/>
            </a:xfrm>
            <a:custGeom>
              <a:avLst/>
              <a:gdLst>
                <a:gd name="T0" fmla="*/ 38771633 w 26"/>
                <a:gd name="T1" fmla="*/ 60036646 h 40"/>
                <a:gd name="T2" fmla="*/ 29824241 w 26"/>
                <a:gd name="T3" fmla="*/ 68612558 h 40"/>
                <a:gd name="T4" fmla="*/ 5965337 w 26"/>
                <a:gd name="T5" fmla="*/ 37736382 h 40"/>
                <a:gd name="T6" fmla="*/ 0 w 26"/>
                <a:gd name="T7" fmla="*/ 0 h 40"/>
                <a:gd name="T8" fmla="*/ 19385816 w 26"/>
                <a:gd name="T9" fmla="*/ 30876176 h 40"/>
                <a:gd name="T10" fmla="*/ 38771633 w 26"/>
                <a:gd name="T11" fmla="*/ 60036646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40"/>
                <a:gd name="T20" fmla="*/ 26 w 26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40">
                  <a:moveTo>
                    <a:pt x="26" y="35"/>
                  </a:moveTo>
                  <a:lnTo>
                    <a:pt x="20" y="40"/>
                  </a:lnTo>
                  <a:lnTo>
                    <a:pt x="4" y="22"/>
                  </a:lnTo>
                  <a:lnTo>
                    <a:pt x="0" y="0"/>
                  </a:lnTo>
                  <a:lnTo>
                    <a:pt x="13" y="18"/>
                  </a:lnTo>
                  <a:lnTo>
                    <a:pt x="26" y="3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="" xmlns:a16="http://schemas.microsoft.com/office/drawing/2014/main" id="{97F300AB-233D-4C90-A7CA-9B1017455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8419" y="3946525"/>
              <a:ext cx="63500" cy="65088"/>
            </a:xfrm>
            <a:custGeom>
              <a:avLst/>
              <a:gdLst>
                <a:gd name="T0" fmla="*/ 79063721 w 51"/>
                <a:gd name="T1" fmla="*/ 63924854 h 54"/>
                <a:gd name="T2" fmla="*/ 68211450 w 51"/>
                <a:gd name="T3" fmla="*/ 78452733 h 54"/>
                <a:gd name="T4" fmla="*/ 43407859 w 51"/>
                <a:gd name="T5" fmla="*/ 31961824 h 54"/>
                <a:gd name="T6" fmla="*/ 23253454 w 51"/>
                <a:gd name="T7" fmla="*/ 17433941 h 54"/>
                <a:gd name="T8" fmla="*/ 0 w 51"/>
                <a:gd name="T9" fmla="*/ 0 h 54"/>
                <a:gd name="T10" fmla="*/ 3100294 w 51"/>
                <a:gd name="T11" fmla="*/ 0 h 54"/>
                <a:gd name="T12" fmla="*/ 32555578 w 51"/>
                <a:gd name="T13" fmla="*/ 18886367 h 54"/>
                <a:gd name="T14" fmla="*/ 58910570 w 51"/>
                <a:gd name="T15" fmla="*/ 40678802 h 54"/>
                <a:gd name="T16" fmla="*/ 79063721 w 51"/>
                <a:gd name="T17" fmla="*/ 63924854 h 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1"/>
                <a:gd name="T28" fmla="*/ 0 h 54"/>
                <a:gd name="T29" fmla="*/ 51 w 51"/>
                <a:gd name="T30" fmla="*/ 54 h 5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1" h="54">
                  <a:moveTo>
                    <a:pt x="51" y="44"/>
                  </a:moveTo>
                  <a:lnTo>
                    <a:pt x="44" y="54"/>
                  </a:lnTo>
                  <a:lnTo>
                    <a:pt x="28" y="22"/>
                  </a:lnTo>
                  <a:lnTo>
                    <a:pt x="15" y="1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1" y="13"/>
                  </a:lnTo>
                  <a:lnTo>
                    <a:pt x="38" y="28"/>
                  </a:lnTo>
                  <a:lnTo>
                    <a:pt x="51" y="4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="" xmlns:a16="http://schemas.microsoft.com/office/drawing/2014/main" id="{992B69B4-3D86-4016-A44B-0CA6EA78B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9369" y="4181475"/>
              <a:ext cx="12700" cy="11113"/>
            </a:xfrm>
            <a:custGeom>
              <a:avLst/>
              <a:gdLst>
                <a:gd name="T0" fmla="*/ 20161247 w 8"/>
                <a:gd name="T1" fmla="*/ 7561604 h 7"/>
                <a:gd name="T2" fmla="*/ 2520950 w 8"/>
                <a:gd name="T3" fmla="*/ 17642683 h 7"/>
                <a:gd name="T4" fmla="*/ 0 w 8"/>
                <a:gd name="T5" fmla="*/ 0 h 7"/>
                <a:gd name="T6" fmla="*/ 20161247 w 8"/>
                <a:gd name="T7" fmla="*/ 7561604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7"/>
                <a:gd name="T14" fmla="*/ 8 w 8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7">
                  <a:moveTo>
                    <a:pt x="8" y="3"/>
                  </a:moveTo>
                  <a:lnTo>
                    <a:pt x="1" y="7"/>
                  </a:lnTo>
                  <a:lnTo>
                    <a:pt x="0" y="0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="" xmlns:a16="http://schemas.microsoft.com/office/drawing/2014/main" id="{FD95DB5A-D0CE-4F48-A1D1-47603EDA1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5481" y="2973388"/>
              <a:ext cx="147638" cy="190500"/>
            </a:xfrm>
            <a:custGeom>
              <a:avLst/>
              <a:gdLst>
                <a:gd name="T0" fmla="*/ 67088523 w 114"/>
                <a:gd name="T1" fmla="*/ 199999598 h 150"/>
                <a:gd name="T2" fmla="*/ 65411407 w 114"/>
                <a:gd name="T3" fmla="*/ 203225397 h 150"/>
                <a:gd name="T4" fmla="*/ 55347420 w 114"/>
                <a:gd name="T5" fmla="*/ 191935101 h 150"/>
                <a:gd name="T6" fmla="*/ 55347420 w 114"/>
                <a:gd name="T7" fmla="*/ 196773799 h 150"/>
                <a:gd name="T8" fmla="*/ 45284727 w 114"/>
                <a:gd name="T9" fmla="*/ 164515773 h 150"/>
                <a:gd name="T10" fmla="*/ 33543614 w 114"/>
                <a:gd name="T11" fmla="*/ 130644887 h 150"/>
                <a:gd name="T12" fmla="*/ 31866498 w 114"/>
                <a:gd name="T13" fmla="*/ 108064296 h 150"/>
                <a:gd name="T14" fmla="*/ 1677116 w 114"/>
                <a:gd name="T15" fmla="*/ 82257886 h 150"/>
                <a:gd name="T16" fmla="*/ 11739813 w 114"/>
                <a:gd name="T17" fmla="*/ 66128893 h 150"/>
                <a:gd name="T18" fmla="*/ 28512267 w 114"/>
                <a:gd name="T19" fmla="*/ 58064396 h 150"/>
                <a:gd name="T20" fmla="*/ 0 w 114"/>
                <a:gd name="T21" fmla="*/ 30645097 h 150"/>
                <a:gd name="T22" fmla="*/ 0 w 114"/>
                <a:gd name="T23" fmla="*/ 0 h 150"/>
                <a:gd name="T24" fmla="*/ 23480921 w 114"/>
                <a:gd name="T25" fmla="*/ 11290300 h 150"/>
                <a:gd name="T26" fmla="*/ 35220729 w 114"/>
                <a:gd name="T27" fmla="*/ 24193500 h 150"/>
                <a:gd name="T28" fmla="*/ 45284727 w 114"/>
                <a:gd name="T29" fmla="*/ 16128998 h 150"/>
                <a:gd name="T30" fmla="*/ 62057176 w 114"/>
                <a:gd name="T31" fmla="*/ 49999899 h 150"/>
                <a:gd name="T32" fmla="*/ 102309262 w 114"/>
                <a:gd name="T33" fmla="*/ 53225698 h 150"/>
                <a:gd name="T34" fmla="*/ 142562622 w 114"/>
                <a:gd name="T35" fmla="*/ 58064396 h 150"/>
                <a:gd name="T36" fmla="*/ 162689302 w 114"/>
                <a:gd name="T37" fmla="*/ 72580490 h 150"/>
                <a:gd name="T38" fmla="*/ 157657956 w 114"/>
                <a:gd name="T39" fmla="*/ 88709504 h 150"/>
                <a:gd name="T40" fmla="*/ 129144404 w 114"/>
                <a:gd name="T41" fmla="*/ 108064296 h 150"/>
                <a:gd name="T42" fmla="*/ 135854161 w 114"/>
                <a:gd name="T43" fmla="*/ 143548081 h 150"/>
                <a:gd name="T44" fmla="*/ 142562622 w 114"/>
                <a:gd name="T45" fmla="*/ 149999679 h 150"/>
                <a:gd name="T46" fmla="*/ 161012187 w 114"/>
                <a:gd name="T47" fmla="*/ 119354591 h 150"/>
                <a:gd name="T48" fmla="*/ 174429151 w 114"/>
                <a:gd name="T49" fmla="*/ 156451276 h 150"/>
                <a:gd name="T50" fmla="*/ 189524485 w 114"/>
                <a:gd name="T51" fmla="*/ 195160900 h 150"/>
                <a:gd name="T52" fmla="*/ 191201600 w 114"/>
                <a:gd name="T53" fmla="*/ 220967289 h 150"/>
                <a:gd name="T54" fmla="*/ 179461792 w 114"/>
                <a:gd name="T55" fmla="*/ 227418887 h 150"/>
                <a:gd name="T56" fmla="*/ 187847369 w 114"/>
                <a:gd name="T57" fmla="*/ 241934981 h 150"/>
                <a:gd name="T58" fmla="*/ 166043533 w 114"/>
                <a:gd name="T59" fmla="*/ 199999598 h 150"/>
                <a:gd name="T60" fmla="*/ 140885507 w 114"/>
                <a:gd name="T61" fmla="*/ 159677075 h 150"/>
                <a:gd name="T62" fmla="*/ 115727480 w 114"/>
                <a:gd name="T63" fmla="*/ 154838377 h 150"/>
                <a:gd name="T64" fmla="*/ 103986377 w 114"/>
                <a:gd name="T65" fmla="*/ 130644887 h 150"/>
                <a:gd name="T66" fmla="*/ 67088523 w 114"/>
                <a:gd name="T67" fmla="*/ 109677195 h 150"/>
                <a:gd name="T68" fmla="*/ 53670304 w 114"/>
                <a:gd name="T69" fmla="*/ 109677195 h 150"/>
                <a:gd name="T70" fmla="*/ 97277916 w 114"/>
                <a:gd name="T71" fmla="*/ 133870685 h 150"/>
                <a:gd name="T72" fmla="*/ 107341903 w 114"/>
                <a:gd name="T73" fmla="*/ 159677075 h 150"/>
                <a:gd name="T74" fmla="*/ 109019019 w 114"/>
                <a:gd name="T75" fmla="*/ 169354510 h 150"/>
                <a:gd name="T76" fmla="*/ 98955031 w 114"/>
                <a:gd name="T77" fmla="*/ 201612497 h 150"/>
                <a:gd name="T78" fmla="*/ 93923685 w 114"/>
                <a:gd name="T79" fmla="*/ 190322202 h 150"/>
                <a:gd name="T80" fmla="*/ 85538108 w 114"/>
                <a:gd name="T81" fmla="*/ 191935101 h 150"/>
                <a:gd name="T82" fmla="*/ 77151215 w 114"/>
                <a:gd name="T83" fmla="*/ 199999598 h 150"/>
                <a:gd name="T84" fmla="*/ 67088523 w 114"/>
                <a:gd name="T85" fmla="*/ 199999598 h 15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4"/>
                <a:gd name="T130" fmla="*/ 0 h 150"/>
                <a:gd name="T131" fmla="*/ 114 w 114"/>
                <a:gd name="T132" fmla="*/ 150 h 15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4" h="150">
                  <a:moveTo>
                    <a:pt x="40" y="124"/>
                  </a:moveTo>
                  <a:lnTo>
                    <a:pt x="39" y="126"/>
                  </a:lnTo>
                  <a:lnTo>
                    <a:pt x="33" y="119"/>
                  </a:lnTo>
                  <a:lnTo>
                    <a:pt x="33" y="122"/>
                  </a:lnTo>
                  <a:lnTo>
                    <a:pt x="27" y="102"/>
                  </a:lnTo>
                  <a:lnTo>
                    <a:pt x="20" y="81"/>
                  </a:lnTo>
                  <a:lnTo>
                    <a:pt x="19" y="67"/>
                  </a:lnTo>
                  <a:lnTo>
                    <a:pt x="1" y="51"/>
                  </a:lnTo>
                  <a:lnTo>
                    <a:pt x="7" y="41"/>
                  </a:lnTo>
                  <a:lnTo>
                    <a:pt x="17" y="36"/>
                  </a:lnTo>
                  <a:lnTo>
                    <a:pt x="0" y="19"/>
                  </a:lnTo>
                  <a:lnTo>
                    <a:pt x="0" y="0"/>
                  </a:lnTo>
                  <a:lnTo>
                    <a:pt x="14" y="7"/>
                  </a:lnTo>
                  <a:lnTo>
                    <a:pt x="21" y="15"/>
                  </a:lnTo>
                  <a:lnTo>
                    <a:pt x="27" y="10"/>
                  </a:lnTo>
                  <a:lnTo>
                    <a:pt x="37" y="31"/>
                  </a:lnTo>
                  <a:lnTo>
                    <a:pt x="61" y="33"/>
                  </a:lnTo>
                  <a:lnTo>
                    <a:pt x="85" y="36"/>
                  </a:lnTo>
                  <a:lnTo>
                    <a:pt x="97" y="45"/>
                  </a:lnTo>
                  <a:lnTo>
                    <a:pt x="94" y="55"/>
                  </a:lnTo>
                  <a:lnTo>
                    <a:pt x="77" y="67"/>
                  </a:lnTo>
                  <a:lnTo>
                    <a:pt x="81" y="89"/>
                  </a:lnTo>
                  <a:lnTo>
                    <a:pt x="85" y="93"/>
                  </a:lnTo>
                  <a:lnTo>
                    <a:pt x="96" y="74"/>
                  </a:lnTo>
                  <a:lnTo>
                    <a:pt x="104" y="97"/>
                  </a:lnTo>
                  <a:lnTo>
                    <a:pt x="113" y="121"/>
                  </a:lnTo>
                  <a:lnTo>
                    <a:pt x="114" y="137"/>
                  </a:lnTo>
                  <a:lnTo>
                    <a:pt x="107" y="141"/>
                  </a:lnTo>
                  <a:lnTo>
                    <a:pt x="112" y="150"/>
                  </a:lnTo>
                  <a:lnTo>
                    <a:pt x="99" y="124"/>
                  </a:lnTo>
                  <a:lnTo>
                    <a:pt x="84" y="99"/>
                  </a:lnTo>
                  <a:lnTo>
                    <a:pt x="69" y="96"/>
                  </a:lnTo>
                  <a:lnTo>
                    <a:pt x="62" y="81"/>
                  </a:lnTo>
                  <a:lnTo>
                    <a:pt x="40" y="68"/>
                  </a:lnTo>
                  <a:lnTo>
                    <a:pt x="32" y="68"/>
                  </a:lnTo>
                  <a:lnTo>
                    <a:pt x="58" y="83"/>
                  </a:lnTo>
                  <a:lnTo>
                    <a:pt x="64" y="99"/>
                  </a:lnTo>
                  <a:lnTo>
                    <a:pt x="65" y="105"/>
                  </a:lnTo>
                  <a:lnTo>
                    <a:pt x="59" y="125"/>
                  </a:lnTo>
                  <a:lnTo>
                    <a:pt x="56" y="118"/>
                  </a:lnTo>
                  <a:lnTo>
                    <a:pt x="51" y="119"/>
                  </a:lnTo>
                  <a:lnTo>
                    <a:pt x="46" y="124"/>
                  </a:lnTo>
                  <a:lnTo>
                    <a:pt x="40" y="12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="" xmlns:a16="http://schemas.microsoft.com/office/drawing/2014/main" id="{C89E92F4-E730-47DD-9C2B-6BFD016F9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006" y="2919413"/>
              <a:ext cx="92075" cy="42862"/>
            </a:xfrm>
            <a:custGeom>
              <a:avLst/>
              <a:gdLst>
                <a:gd name="T0" fmla="*/ 72764125 w 74"/>
                <a:gd name="T1" fmla="*/ 6709640 h 37"/>
                <a:gd name="T2" fmla="*/ 23222808 w 74"/>
                <a:gd name="T3" fmla="*/ 0 h 37"/>
                <a:gd name="T4" fmla="*/ 0 w 74"/>
                <a:gd name="T5" fmla="*/ 32206734 h 37"/>
                <a:gd name="T6" fmla="*/ 6192666 w 74"/>
                <a:gd name="T7" fmla="*/ 45627178 h 37"/>
                <a:gd name="T8" fmla="*/ 47993471 w 74"/>
                <a:gd name="T9" fmla="*/ 49652729 h 37"/>
                <a:gd name="T10" fmla="*/ 82053761 w 74"/>
                <a:gd name="T11" fmla="*/ 46968642 h 37"/>
                <a:gd name="T12" fmla="*/ 114564933 w 74"/>
                <a:gd name="T13" fmla="*/ 45627178 h 37"/>
                <a:gd name="T14" fmla="*/ 100631751 w 74"/>
                <a:gd name="T15" fmla="*/ 28181183 h 37"/>
                <a:gd name="T16" fmla="*/ 91342134 w 74"/>
                <a:gd name="T17" fmla="*/ 16103367 h 37"/>
                <a:gd name="T18" fmla="*/ 72764125 w 74"/>
                <a:gd name="T19" fmla="*/ 6709640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4"/>
                <a:gd name="T31" fmla="*/ 0 h 37"/>
                <a:gd name="T32" fmla="*/ 74 w 74"/>
                <a:gd name="T33" fmla="*/ 37 h 3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4" h="37">
                  <a:moveTo>
                    <a:pt x="47" y="5"/>
                  </a:moveTo>
                  <a:lnTo>
                    <a:pt x="15" y="0"/>
                  </a:lnTo>
                  <a:lnTo>
                    <a:pt x="0" y="24"/>
                  </a:lnTo>
                  <a:lnTo>
                    <a:pt x="4" y="34"/>
                  </a:lnTo>
                  <a:lnTo>
                    <a:pt x="31" y="37"/>
                  </a:lnTo>
                  <a:lnTo>
                    <a:pt x="53" y="35"/>
                  </a:lnTo>
                  <a:lnTo>
                    <a:pt x="74" y="34"/>
                  </a:lnTo>
                  <a:lnTo>
                    <a:pt x="65" y="21"/>
                  </a:lnTo>
                  <a:lnTo>
                    <a:pt x="59" y="12"/>
                  </a:lnTo>
                  <a:lnTo>
                    <a:pt x="47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="" xmlns:a16="http://schemas.microsoft.com/office/drawing/2014/main" id="{3CB3B571-813C-437D-8F1D-C36700BE2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9031" y="3368675"/>
              <a:ext cx="153988" cy="141288"/>
            </a:xfrm>
            <a:custGeom>
              <a:avLst/>
              <a:gdLst>
                <a:gd name="T0" fmla="*/ 139284060 w 121"/>
                <a:gd name="T1" fmla="*/ 132085361 h 112"/>
                <a:gd name="T2" fmla="*/ 150620628 w 121"/>
                <a:gd name="T3" fmla="*/ 162320985 h 112"/>
                <a:gd name="T4" fmla="*/ 123088598 w 121"/>
                <a:gd name="T5" fmla="*/ 160730234 h 112"/>
                <a:gd name="T6" fmla="*/ 113370813 w 121"/>
                <a:gd name="T7" fmla="*/ 165503788 h 112"/>
                <a:gd name="T8" fmla="*/ 92316459 w 121"/>
                <a:gd name="T9" fmla="*/ 178234842 h 112"/>
                <a:gd name="T10" fmla="*/ 66403192 w 121"/>
                <a:gd name="T11" fmla="*/ 173461328 h 112"/>
                <a:gd name="T12" fmla="*/ 56685406 w 121"/>
                <a:gd name="T13" fmla="*/ 167095800 h 112"/>
                <a:gd name="T14" fmla="*/ 51826514 w 121"/>
                <a:gd name="T15" fmla="*/ 147999179 h 112"/>
                <a:gd name="T16" fmla="*/ 40489935 w 121"/>
                <a:gd name="T17" fmla="*/ 160730234 h 112"/>
                <a:gd name="T18" fmla="*/ 30772150 w 121"/>
                <a:gd name="T19" fmla="*/ 130493348 h 112"/>
                <a:gd name="T20" fmla="*/ 29152094 w 121"/>
                <a:gd name="T21" fmla="*/ 127310585 h 112"/>
                <a:gd name="T22" fmla="*/ 14576684 w 121"/>
                <a:gd name="T23" fmla="*/ 93890936 h 112"/>
                <a:gd name="T24" fmla="*/ 0 w 121"/>
                <a:gd name="T25" fmla="*/ 58881778 h 112"/>
                <a:gd name="T26" fmla="*/ 24293202 w 121"/>
                <a:gd name="T27" fmla="*/ 17505836 h 112"/>
                <a:gd name="T28" fmla="*/ 64783137 w 121"/>
                <a:gd name="T29" fmla="*/ 14323072 h 112"/>
                <a:gd name="T30" fmla="*/ 103653027 w 121"/>
                <a:gd name="T31" fmla="*/ 14323072 h 112"/>
                <a:gd name="T32" fmla="*/ 134425167 w 121"/>
                <a:gd name="T33" fmla="*/ 33419659 h 112"/>
                <a:gd name="T34" fmla="*/ 134425167 w 121"/>
                <a:gd name="T35" fmla="*/ 19096587 h 112"/>
                <a:gd name="T36" fmla="*/ 149001845 w 121"/>
                <a:gd name="T37" fmla="*/ 9548293 h 112"/>
                <a:gd name="T38" fmla="*/ 163577251 w 121"/>
                <a:gd name="T39" fmla="*/ 14323072 h 112"/>
                <a:gd name="T40" fmla="*/ 189490538 w 121"/>
                <a:gd name="T41" fmla="*/ 0 h 112"/>
                <a:gd name="T42" fmla="*/ 189490538 w 121"/>
                <a:gd name="T43" fmla="*/ 38193173 h 112"/>
                <a:gd name="T44" fmla="*/ 191110593 w 121"/>
                <a:gd name="T45" fmla="*/ 70020820 h 112"/>
                <a:gd name="T46" fmla="*/ 195969486 w 121"/>
                <a:gd name="T47" fmla="*/ 101848476 h 112"/>
                <a:gd name="T48" fmla="*/ 160338414 w 121"/>
                <a:gd name="T49" fmla="*/ 120945057 h 112"/>
                <a:gd name="T50" fmla="*/ 139284060 w 121"/>
                <a:gd name="T51" fmla="*/ 132085361 h 11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21"/>
                <a:gd name="T79" fmla="*/ 0 h 112"/>
                <a:gd name="T80" fmla="*/ 121 w 121"/>
                <a:gd name="T81" fmla="*/ 112 h 11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21" h="112">
                  <a:moveTo>
                    <a:pt x="86" y="83"/>
                  </a:moveTo>
                  <a:lnTo>
                    <a:pt x="93" y="102"/>
                  </a:lnTo>
                  <a:lnTo>
                    <a:pt x="76" y="101"/>
                  </a:lnTo>
                  <a:lnTo>
                    <a:pt x="70" y="104"/>
                  </a:lnTo>
                  <a:lnTo>
                    <a:pt x="57" y="112"/>
                  </a:lnTo>
                  <a:lnTo>
                    <a:pt x="41" y="109"/>
                  </a:lnTo>
                  <a:lnTo>
                    <a:pt x="35" y="105"/>
                  </a:lnTo>
                  <a:lnTo>
                    <a:pt x="32" y="93"/>
                  </a:lnTo>
                  <a:lnTo>
                    <a:pt x="25" y="101"/>
                  </a:lnTo>
                  <a:lnTo>
                    <a:pt x="19" y="82"/>
                  </a:lnTo>
                  <a:lnTo>
                    <a:pt x="18" y="80"/>
                  </a:lnTo>
                  <a:lnTo>
                    <a:pt x="9" y="59"/>
                  </a:lnTo>
                  <a:lnTo>
                    <a:pt x="0" y="37"/>
                  </a:lnTo>
                  <a:lnTo>
                    <a:pt x="15" y="11"/>
                  </a:lnTo>
                  <a:lnTo>
                    <a:pt x="40" y="9"/>
                  </a:lnTo>
                  <a:lnTo>
                    <a:pt x="64" y="9"/>
                  </a:lnTo>
                  <a:lnTo>
                    <a:pt x="83" y="21"/>
                  </a:lnTo>
                  <a:lnTo>
                    <a:pt x="83" y="12"/>
                  </a:lnTo>
                  <a:lnTo>
                    <a:pt x="92" y="6"/>
                  </a:lnTo>
                  <a:lnTo>
                    <a:pt x="101" y="9"/>
                  </a:lnTo>
                  <a:lnTo>
                    <a:pt x="117" y="0"/>
                  </a:lnTo>
                  <a:lnTo>
                    <a:pt x="117" y="24"/>
                  </a:lnTo>
                  <a:lnTo>
                    <a:pt x="118" y="44"/>
                  </a:lnTo>
                  <a:lnTo>
                    <a:pt x="121" y="64"/>
                  </a:lnTo>
                  <a:lnTo>
                    <a:pt x="99" y="76"/>
                  </a:lnTo>
                  <a:lnTo>
                    <a:pt x="86" y="8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="" xmlns:a16="http://schemas.microsoft.com/office/drawing/2014/main" id="{FDA17BB9-D7E5-43BC-ADE9-28738D51B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9544" y="2998788"/>
              <a:ext cx="1587" cy="1587"/>
            </a:xfrm>
            <a:custGeom>
              <a:avLst/>
              <a:gdLst>
                <a:gd name="T0" fmla="*/ 503714 w 5"/>
                <a:gd name="T1" fmla="*/ 0 h 1"/>
                <a:gd name="T2" fmla="*/ 302165 w 5"/>
                <a:gd name="T3" fmla="*/ 2518569 h 1"/>
                <a:gd name="T4" fmla="*/ 0 w 5"/>
                <a:gd name="T5" fmla="*/ 2518569 h 1"/>
                <a:gd name="T6" fmla="*/ 503714 w 5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1"/>
                <a:gd name="T14" fmla="*/ 5 w 5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="" xmlns:a16="http://schemas.microsoft.com/office/drawing/2014/main" id="{F4C06833-899F-4153-9042-BE3CB4EED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3781" y="3113088"/>
              <a:ext cx="242888" cy="280987"/>
            </a:xfrm>
            <a:custGeom>
              <a:avLst/>
              <a:gdLst>
                <a:gd name="T0" fmla="*/ 170857960 w 194"/>
                <a:gd name="T1" fmla="*/ 89691316 h 224"/>
                <a:gd name="T2" fmla="*/ 159885397 w 194"/>
                <a:gd name="T3" fmla="*/ 77103333 h 224"/>
                <a:gd name="T4" fmla="*/ 139507851 w 194"/>
                <a:gd name="T5" fmla="*/ 59793786 h 224"/>
                <a:gd name="T6" fmla="*/ 120697809 w 194"/>
                <a:gd name="T7" fmla="*/ 69235699 h 224"/>
                <a:gd name="T8" fmla="*/ 95617753 w 194"/>
                <a:gd name="T9" fmla="*/ 45632798 h 224"/>
                <a:gd name="T10" fmla="*/ 89347739 w 194"/>
                <a:gd name="T11" fmla="*/ 26750216 h 224"/>
                <a:gd name="T12" fmla="*/ 62700160 w 194"/>
                <a:gd name="T13" fmla="*/ 0 h 224"/>
                <a:gd name="T14" fmla="*/ 43890118 w 194"/>
                <a:gd name="T15" fmla="*/ 3147306 h 224"/>
                <a:gd name="T16" fmla="*/ 53295139 w 194"/>
                <a:gd name="T17" fmla="*/ 50353127 h 224"/>
                <a:gd name="T18" fmla="*/ 37620094 w 194"/>
                <a:gd name="T19" fmla="*/ 44058518 h 224"/>
                <a:gd name="T20" fmla="*/ 32917583 w 194"/>
                <a:gd name="T21" fmla="*/ 34617850 h 224"/>
                <a:gd name="T22" fmla="*/ 14107536 w 194"/>
                <a:gd name="T23" fmla="*/ 64515370 h 224"/>
                <a:gd name="T24" fmla="*/ 0 w 194"/>
                <a:gd name="T25" fmla="*/ 84970987 h 224"/>
                <a:gd name="T26" fmla="*/ 14107536 w 194"/>
                <a:gd name="T27" fmla="*/ 89691316 h 224"/>
                <a:gd name="T28" fmla="*/ 18810047 w 194"/>
                <a:gd name="T29" fmla="*/ 114868497 h 224"/>
                <a:gd name="T30" fmla="*/ 45457621 w 194"/>
                <a:gd name="T31" fmla="*/ 116441522 h 224"/>
                <a:gd name="T32" fmla="*/ 48592628 w 194"/>
                <a:gd name="T33" fmla="*/ 157353971 h 224"/>
                <a:gd name="T34" fmla="*/ 53295139 w 194"/>
                <a:gd name="T35" fmla="*/ 201412509 h 224"/>
                <a:gd name="T36" fmla="*/ 84645228 w 194"/>
                <a:gd name="T37" fmla="*/ 176236582 h 224"/>
                <a:gd name="T38" fmla="*/ 105022774 w 194"/>
                <a:gd name="T39" fmla="*/ 185677241 h 224"/>
                <a:gd name="T40" fmla="*/ 120697809 w 194"/>
                <a:gd name="T41" fmla="*/ 177809607 h 224"/>
                <a:gd name="T42" fmla="*/ 139507851 w 194"/>
                <a:gd name="T43" fmla="*/ 166794669 h 224"/>
                <a:gd name="T44" fmla="*/ 183397989 w 194"/>
                <a:gd name="T45" fmla="*/ 201412509 h 224"/>
                <a:gd name="T46" fmla="*/ 189668003 w 194"/>
                <a:gd name="T47" fmla="*/ 232883044 h 224"/>
                <a:gd name="T48" fmla="*/ 221018073 w 194"/>
                <a:gd name="T49" fmla="*/ 276942797 h 224"/>
                <a:gd name="T50" fmla="*/ 230423094 w 194"/>
                <a:gd name="T51" fmla="*/ 311559383 h 224"/>
                <a:gd name="T52" fmla="*/ 221018073 w 194"/>
                <a:gd name="T53" fmla="*/ 333589338 h 224"/>
                <a:gd name="T54" fmla="*/ 250800639 w 194"/>
                <a:gd name="T55" fmla="*/ 352471910 h 224"/>
                <a:gd name="T56" fmla="*/ 250800639 w 194"/>
                <a:gd name="T57" fmla="*/ 338309667 h 224"/>
                <a:gd name="T58" fmla="*/ 264908171 w 194"/>
                <a:gd name="T59" fmla="*/ 328869008 h 224"/>
                <a:gd name="T60" fmla="*/ 279015702 w 194"/>
                <a:gd name="T61" fmla="*/ 333589338 h 224"/>
                <a:gd name="T62" fmla="*/ 304095759 w 194"/>
                <a:gd name="T63" fmla="*/ 319427016 h 224"/>
                <a:gd name="T64" fmla="*/ 296258241 w 194"/>
                <a:gd name="T65" fmla="*/ 286383456 h 224"/>
                <a:gd name="T66" fmla="*/ 286853220 w 194"/>
                <a:gd name="T67" fmla="*/ 272221213 h 224"/>
                <a:gd name="T68" fmla="*/ 286853220 w 194"/>
                <a:gd name="T69" fmla="*/ 262780554 h 224"/>
                <a:gd name="T70" fmla="*/ 255503150 w 194"/>
                <a:gd name="T71" fmla="*/ 237603374 h 224"/>
                <a:gd name="T72" fmla="*/ 239828115 w 194"/>
                <a:gd name="T73" fmla="*/ 212427447 h 224"/>
                <a:gd name="T74" fmla="*/ 216315562 w 194"/>
                <a:gd name="T75" fmla="*/ 185677241 h 224"/>
                <a:gd name="T76" fmla="*/ 194370513 w 194"/>
                <a:gd name="T77" fmla="*/ 157353971 h 224"/>
                <a:gd name="T78" fmla="*/ 148912872 w 194"/>
                <a:gd name="T79" fmla="*/ 124309156 h 224"/>
                <a:gd name="T80" fmla="*/ 155182886 w 194"/>
                <a:gd name="T81" fmla="*/ 111721193 h 224"/>
                <a:gd name="T82" fmla="*/ 175560471 w 194"/>
                <a:gd name="T83" fmla="*/ 105426584 h 224"/>
                <a:gd name="T84" fmla="*/ 170857960 w 194"/>
                <a:gd name="T85" fmla="*/ 89691316 h 2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94"/>
                <a:gd name="T130" fmla="*/ 0 h 224"/>
                <a:gd name="T131" fmla="*/ 194 w 194"/>
                <a:gd name="T132" fmla="*/ 224 h 2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94" h="224">
                  <a:moveTo>
                    <a:pt x="109" y="57"/>
                  </a:moveTo>
                  <a:lnTo>
                    <a:pt x="102" y="49"/>
                  </a:lnTo>
                  <a:lnTo>
                    <a:pt x="89" y="38"/>
                  </a:lnTo>
                  <a:lnTo>
                    <a:pt x="77" y="44"/>
                  </a:lnTo>
                  <a:lnTo>
                    <a:pt x="61" y="29"/>
                  </a:lnTo>
                  <a:lnTo>
                    <a:pt x="57" y="17"/>
                  </a:lnTo>
                  <a:lnTo>
                    <a:pt x="40" y="0"/>
                  </a:lnTo>
                  <a:lnTo>
                    <a:pt x="28" y="2"/>
                  </a:lnTo>
                  <a:lnTo>
                    <a:pt x="34" y="32"/>
                  </a:lnTo>
                  <a:lnTo>
                    <a:pt x="24" y="28"/>
                  </a:lnTo>
                  <a:lnTo>
                    <a:pt x="21" y="22"/>
                  </a:lnTo>
                  <a:lnTo>
                    <a:pt x="9" y="41"/>
                  </a:lnTo>
                  <a:lnTo>
                    <a:pt x="0" y="54"/>
                  </a:lnTo>
                  <a:lnTo>
                    <a:pt x="9" y="57"/>
                  </a:lnTo>
                  <a:lnTo>
                    <a:pt x="12" y="73"/>
                  </a:lnTo>
                  <a:lnTo>
                    <a:pt x="29" y="74"/>
                  </a:lnTo>
                  <a:lnTo>
                    <a:pt x="31" y="100"/>
                  </a:lnTo>
                  <a:lnTo>
                    <a:pt x="34" y="128"/>
                  </a:lnTo>
                  <a:lnTo>
                    <a:pt x="54" y="112"/>
                  </a:lnTo>
                  <a:lnTo>
                    <a:pt x="67" y="118"/>
                  </a:lnTo>
                  <a:lnTo>
                    <a:pt x="77" y="113"/>
                  </a:lnTo>
                  <a:lnTo>
                    <a:pt x="89" y="106"/>
                  </a:lnTo>
                  <a:lnTo>
                    <a:pt x="117" y="128"/>
                  </a:lnTo>
                  <a:lnTo>
                    <a:pt x="121" y="148"/>
                  </a:lnTo>
                  <a:lnTo>
                    <a:pt x="141" y="176"/>
                  </a:lnTo>
                  <a:lnTo>
                    <a:pt x="147" y="198"/>
                  </a:lnTo>
                  <a:lnTo>
                    <a:pt x="141" y="212"/>
                  </a:lnTo>
                  <a:lnTo>
                    <a:pt x="160" y="224"/>
                  </a:lnTo>
                  <a:lnTo>
                    <a:pt x="160" y="215"/>
                  </a:lnTo>
                  <a:lnTo>
                    <a:pt x="169" y="209"/>
                  </a:lnTo>
                  <a:lnTo>
                    <a:pt x="178" y="212"/>
                  </a:lnTo>
                  <a:lnTo>
                    <a:pt x="194" y="203"/>
                  </a:lnTo>
                  <a:lnTo>
                    <a:pt x="189" y="182"/>
                  </a:lnTo>
                  <a:lnTo>
                    <a:pt x="183" y="173"/>
                  </a:lnTo>
                  <a:lnTo>
                    <a:pt x="183" y="167"/>
                  </a:lnTo>
                  <a:lnTo>
                    <a:pt x="163" y="151"/>
                  </a:lnTo>
                  <a:lnTo>
                    <a:pt x="153" y="135"/>
                  </a:lnTo>
                  <a:lnTo>
                    <a:pt x="138" y="118"/>
                  </a:lnTo>
                  <a:lnTo>
                    <a:pt x="124" y="100"/>
                  </a:lnTo>
                  <a:lnTo>
                    <a:pt x="95" y="79"/>
                  </a:lnTo>
                  <a:lnTo>
                    <a:pt x="99" y="71"/>
                  </a:lnTo>
                  <a:lnTo>
                    <a:pt x="112" y="67"/>
                  </a:lnTo>
                  <a:lnTo>
                    <a:pt x="109" y="5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="" xmlns:a16="http://schemas.microsoft.com/office/drawing/2014/main" id="{513C4F93-855B-47FB-98C1-0FDA18225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5181" y="2906713"/>
              <a:ext cx="252413" cy="609600"/>
            </a:xfrm>
            <a:custGeom>
              <a:avLst/>
              <a:gdLst>
                <a:gd name="T0" fmla="*/ 171467641 w 204"/>
                <a:gd name="T1" fmla="*/ 188775770 h 484"/>
                <a:gd name="T2" fmla="*/ 169935841 w 204"/>
                <a:gd name="T3" fmla="*/ 153876139 h 484"/>
                <a:gd name="T4" fmla="*/ 191369906 w 204"/>
                <a:gd name="T5" fmla="*/ 106285788 h 484"/>
                <a:gd name="T6" fmla="*/ 176060567 w 204"/>
                <a:gd name="T7" fmla="*/ 38072291 h 484"/>
                <a:gd name="T8" fmla="*/ 131661837 w 204"/>
                <a:gd name="T9" fmla="*/ 0 h 484"/>
                <a:gd name="T10" fmla="*/ 122475986 w 204"/>
                <a:gd name="T11" fmla="*/ 31726911 h 484"/>
                <a:gd name="T12" fmla="*/ 125538349 w 204"/>
                <a:gd name="T13" fmla="*/ 57108442 h 484"/>
                <a:gd name="T14" fmla="*/ 67362100 w 204"/>
                <a:gd name="T15" fmla="*/ 87249647 h 484"/>
                <a:gd name="T16" fmla="*/ 64299737 w 204"/>
                <a:gd name="T17" fmla="*/ 142771094 h 484"/>
                <a:gd name="T18" fmla="*/ 24495199 w 204"/>
                <a:gd name="T19" fmla="*/ 193535435 h 484"/>
                <a:gd name="T20" fmla="*/ 24495199 w 204"/>
                <a:gd name="T21" fmla="*/ 271265713 h 484"/>
                <a:gd name="T22" fmla="*/ 9185853 w 204"/>
                <a:gd name="T23" fmla="*/ 274438403 h 484"/>
                <a:gd name="T24" fmla="*/ 0 w 204"/>
                <a:gd name="T25" fmla="*/ 306165304 h 484"/>
                <a:gd name="T26" fmla="*/ 27557562 w 204"/>
                <a:gd name="T27" fmla="*/ 347410354 h 484"/>
                <a:gd name="T28" fmla="*/ 42866910 w 204"/>
                <a:gd name="T29" fmla="*/ 361688089 h 484"/>
                <a:gd name="T30" fmla="*/ 59706812 w 204"/>
                <a:gd name="T31" fmla="*/ 361688089 h 484"/>
                <a:gd name="T32" fmla="*/ 59706812 w 204"/>
                <a:gd name="T33" fmla="*/ 383896920 h 484"/>
                <a:gd name="T34" fmla="*/ 76547951 w 204"/>
                <a:gd name="T35" fmla="*/ 383896920 h 484"/>
                <a:gd name="T36" fmla="*/ 102573722 w 204"/>
                <a:gd name="T37" fmla="*/ 452110387 h 484"/>
                <a:gd name="T38" fmla="*/ 97980797 w 204"/>
                <a:gd name="T39" fmla="*/ 523495285 h 484"/>
                <a:gd name="T40" fmla="*/ 117884298 w 204"/>
                <a:gd name="T41" fmla="*/ 523495285 h 484"/>
                <a:gd name="T42" fmla="*/ 131661837 w 204"/>
                <a:gd name="T43" fmla="*/ 528254950 h 484"/>
                <a:gd name="T44" fmla="*/ 137786562 w 204"/>
                <a:gd name="T45" fmla="*/ 529840665 h 484"/>
                <a:gd name="T46" fmla="*/ 166874716 w 204"/>
                <a:gd name="T47" fmla="*/ 494941074 h 484"/>
                <a:gd name="T48" fmla="*/ 186776980 w 204"/>
                <a:gd name="T49" fmla="*/ 469559553 h 484"/>
                <a:gd name="T50" fmla="*/ 218927458 w 204"/>
                <a:gd name="T51" fmla="*/ 502873429 h 484"/>
                <a:gd name="T52" fmla="*/ 248015573 w 204"/>
                <a:gd name="T53" fmla="*/ 620262963 h 484"/>
                <a:gd name="T54" fmla="*/ 258731986 w 204"/>
                <a:gd name="T55" fmla="*/ 640886078 h 484"/>
                <a:gd name="T56" fmla="*/ 275571888 w 204"/>
                <a:gd name="T57" fmla="*/ 699580373 h 484"/>
                <a:gd name="T58" fmla="*/ 274041325 w 204"/>
                <a:gd name="T59" fmla="*/ 767793840 h 484"/>
                <a:gd name="T60" fmla="*/ 293943589 w 204"/>
                <a:gd name="T61" fmla="*/ 732894249 h 484"/>
                <a:gd name="T62" fmla="*/ 295474152 w 204"/>
                <a:gd name="T63" fmla="*/ 666267757 h 484"/>
                <a:gd name="T64" fmla="*/ 269448400 w 204"/>
                <a:gd name="T65" fmla="*/ 602813797 h 484"/>
                <a:gd name="T66" fmla="*/ 249546135 w 204"/>
                <a:gd name="T67" fmla="*/ 553636471 h 484"/>
                <a:gd name="T68" fmla="*/ 263324912 w 204"/>
                <a:gd name="T69" fmla="*/ 509218809 h 484"/>
                <a:gd name="T70" fmla="*/ 225050946 w 204"/>
                <a:gd name="T71" fmla="*/ 463214173 h 484"/>
                <a:gd name="T72" fmla="*/ 205148682 w 204"/>
                <a:gd name="T73" fmla="*/ 417210796 h 484"/>
                <a:gd name="T74" fmla="*/ 248015573 w 204"/>
                <a:gd name="T75" fmla="*/ 363273805 h 484"/>
                <a:gd name="T76" fmla="*/ 280164813 w 204"/>
                <a:gd name="T77" fmla="*/ 341064974 h 484"/>
                <a:gd name="T78" fmla="*/ 312315291 w 204"/>
                <a:gd name="T79" fmla="*/ 290301853 h 484"/>
                <a:gd name="T80" fmla="*/ 275571888 w 204"/>
                <a:gd name="T81" fmla="*/ 291888828 h 484"/>
                <a:gd name="T82" fmla="*/ 240360285 w 204"/>
                <a:gd name="T83" fmla="*/ 261747642 h 484"/>
                <a:gd name="T84" fmla="*/ 220458021 w 204"/>
                <a:gd name="T85" fmla="*/ 215744266 h 484"/>
                <a:gd name="T86" fmla="*/ 209741607 w 204"/>
                <a:gd name="T87" fmla="*/ 184016105 h 48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4"/>
                <a:gd name="T133" fmla="*/ 0 h 484"/>
                <a:gd name="T134" fmla="*/ 204 w 204"/>
                <a:gd name="T135" fmla="*/ 484 h 48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4" h="484">
                  <a:moveTo>
                    <a:pt x="137" y="116"/>
                  </a:moveTo>
                  <a:lnTo>
                    <a:pt x="112" y="119"/>
                  </a:lnTo>
                  <a:lnTo>
                    <a:pt x="112" y="107"/>
                  </a:lnTo>
                  <a:lnTo>
                    <a:pt x="111" y="97"/>
                  </a:lnTo>
                  <a:lnTo>
                    <a:pt x="121" y="78"/>
                  </a:lnTo>
                  <a:lnTo>
                    <a:pt x="125" y="67"/>
                  </a:lnTo>
                  <a:lnTo>
                    <a:pt x="119" y="45"/>
                  </a:lnTo>
                  <a:lnTo>
                    <a:pt x="115" y="24"/>
                  </a:lnTo>
                  <a:lnTo>
                    <a:pt x="105" y="19"/>
                  </a:lnTo>
                  <a:lnTo>
                    <a:pt x="86" y="0"/>
                  </a:lnTo>
                  <a:lnTo>
                    <a:pt x="83" y="8"/>
                  </a:lnTo>
                  <a:lnTo>
                    <a:pt x="80" y="20"/>
                  </a:lnTo>
                  <a:lnTo>
                    <a:pt x="77" y="29"/>
                  </a:lnTo>
                  <a:lnTo>
                    <a:pt x="82" y="36"/>
                  </a:lnTo>
                  <a:lnTo>
                    <a:pt x="66" y="33"/>
                  </a:lnTo>
                  <a:lnTo>
                    <a:pt x="44" y="55"/>
                  </a:lnTo>
                  <a:lnTo>
                    <a:pt x="42" y="78"/>
                  </a:lnTo>
                  <a:lnTo>
                    <a:pt x="42" y="90"/>
                  </a:lnTo>
                  <a:lnTo>
                    <a:pt x="32" y="122"/>
                  </a:lnTo>
                  <a:lnTo>
                    <a:pt x="16" y="122"/>
                  </a:lnTo>
                  <a:lnTo>
                    <a:pt x="16" y="144"/>
                  </a:lnTo>
                  <a:lnTo>
                    <a:pt x="16" y="171"/>
                  </a:lnTo>
                  <a:lnTo>
                    <a:pt x="7" y="171"/>
                  </a:lnTo>
                  <a:lnTo>
                    <a:pt x="6" y="173"/>
                  </a:lnTo>
                  <a:lnTo>
                    <a:pt x="7" y="189"/>
                  </a:lnTo>
                  <a:lnTo>
                    <a:pt x="0" y="193"/>
                  </a:lnTo>
                  <a:lnTo>
                    <a:pt x="16" y="218"/>
                  </a:lnTo>
                  <a:lnTo>
                    <a:pt x="18" y="219"/>
                  </a:lnTo>
                  <a:lnTo>
                    <a:pt x="22" y="213"/>
                  </a:lnTo>
                  <a:lnTo>
                    <a:pt x="28" y="228"/>
                  </a:lnTo>
                  <a:lnTo>
                    <a:pt x="29" y="229"/>
                  </a:lnTo>
                  <a:lnTo>
                    <a:pt x="39" y="228"/>
                  </a:lnTo>
                  <a:lnTo>
                    <a:pt x="47" y="238"/>
                  </a:lnTo>
                  <a:lnTo>
                    <a:pt x="39" y="242"/>
                  </a:lnTo>
                  <a:lnTo>
                    <a:pt x="47" y="253"/>
                  </a:lnTo>
                  <a:lnTo>
                    <a:pt x="50" y="242"/>
                  </a:lnTo>
                  <a:lnTo>
                    <a:pt x="58" y="264"/>
                  </a:lnTo>
                  <a:lnTo>
                    <a:pt x="67" y="285"/>
                  </a:lnTo>
                  <a:lnTo>
                    <a:pt x="66" y="306"/>
                  </a:lnTo>
                  <a:lnTo>
                    <a:pt x="64" y="330"/>
                  </a:lnTo>
                  <a:lnTo>
                    <a:pt x="74" y="315"/>
                  </a:lnTo>
                  <a:lnTo>
                    <a:pt x="77" y="330"/>
                  </a:lnTo>
                  <a:lnTo>
                    <a:pt x="80" y="334"/>
                  </a:lnTo>
                  <a:lnTo>
                    <a:pt x="86" y="333"/>
                  </a:lnTo>
                  <a:lnTo>
                    <a:pt x="90" y="330"/>
                  </a:lnTo>
                  <a:lnTo>
                    <a:pt x="90" y="334"/>
                  </a:lnTo>
                  <a:lnTo>
                    <a:pt x="106" y="321"/>
                  </a:lnTo>
                  <a:lnTo>
                    <a:pt x="109" y="312"/>
                  </a:lnTo>
                  <a:lnTo>
                    <a:pt x="116" y="317"/>
                  </a:lnTo>
                  <a:lnTo>
                    <a:pt x="122" y="296"/>
                  </a:lnTo>
                  <a:lnTo>
                    <a:pt x="131" y="308"/>
                  </a:lnTo>
                  <a:lnTo>
                    <a:pt x="143" y="317"/>
                  </a:lnTo>
                  <a:lnTo>
                    <a:pt x="153" y="354"/>
                  </a:lnTo>
                  <a:lnTo>
                    <a:pt x="162" y="391"/>
                  </a:lnTo>
                  <a:lnTo>
                    <a:pt x="163" y="385"/>
                  </a:lnTo>
                  <a:lnTo>
                    <a:pt x="169" y="404"/>
                  </a:lnTo>
                  <a:lnTo>
                    <a:pt x="176" y="423"/>
                  </a:lnTo>
                  <a:lnTo>
                    <a:pt x="180" y="441"/>
                  </a:lnTo>
                  <a:lnTo>
                    <a:pt x="180" y="463"/>
                  </a:lnTo>
                  <a:lnTo>
                    <a:pt x="179" y="484"/>
                  </a:lnTo>
                  <a:lnTo>
                    <a:pt x="185" y="478"/>
                  </a:lnTo>
                  <a:lnTo>
                    <a:pt x="192" y="462"/>
                  </a:lnTo>
                  <a:lnTo>
                    <a:pt x="201" y="444"/>
                  </a:lnTo>
                  <a:lnTo>
                    <a:pt x="193" y="420"/>
                  </a:lnTo>
                  <a:lnTo>
                    <a:pt x="188" y="396"/>
                  </a:lnTo>
                  <a:lnTo>
                    <a:pt x="176" y="380"/>
                  </a:lnTo>
                  <a:lnTo>
                    <a:pt x="164" y="363"/>
                  </a:lnTo>
                  <a:lnTo>
                    <a:pt x="163" y="349"/>
                  </a:lnTo>
                  <a:lnTo>
                    <a:pt x="166" y="337"/>
                  </a:lnTo>
                  <a:lnTo>
                    <a:pt x="172" y="321"/>
                  </a:lnTo>
                  <a:lnTo>
                    <a:pt x="166" y="319"/>
                  </a:lnTo>
                  <a:lnTo>
                    <a:pt x="147" y="292"/>
                  </a:lnTo>
                  <a:lnTo>
                    <a:pt x="128" y="263"/>
                  </a:lnTo>
                  <a:lnTo>
                    <a:pt x="134" y="263"/>
                  </a:lnTo>
                  <a:lnTo>
                    <a:pt x="140" y="234"/>
                  </a:lnTo>
                  <a:lnTo>
                    <a:pt x="162" y="229"/>
                  </a:lnTo>
                  <a:lnTo>
                    <a:pt x="172" y="218"/>
                  </a:lnTo>
                  <a:lnTo>
                    <a:pt x="183" y="215"/>
                  </a:lnTo>
                  <a:lnTo>
                    <a:pt x="192" y="202"/>
                  </a:lnTo>
                  <a:lnTo>
                    <a:pt x="204" y="183"/>
                  </a:lnTo>
                  <a:lnTo>
                    <a:pt x="196" y="180"/>
                  </a:lnTo>
                  <a:lnTo>
                    <a:pt x="180" y="184"/>
                  </a:lnTo>
                  <a:lnTo>
                    <a:pt x="169" y="170"/>
                  </a:lnTo>
                  <a:lnTo>
                    <a:pt x="157" y="165"/>
                  </a:lnTo>
                  <a:lnTo>
                    <a:pt x="159" y="144"/>
                  </a:lnTo>
                  <a:lnTo>
                    <a:pt x="144" y="136"/>
                  </a:lnTo>
                  <a:lnTo>
                    <a:pt x="138" y="119"/>
                  </a:lnTo>
                  <a:lnTo>
                    <a:pt x="137" y="1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="" xmlns:a16="http://schemas.microsoft.com/office/drawing/2014/main" id="{FC49A206-F9FC-4248-B4E6-4F3E47CE3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1469" y="3233738"/>
              <a:ext cx="279400" cy="438150"/>
              <a:chOff x="7853363" y="3808413"/>
              <a:chExt cx="279400" cy="438150"/>
            </a:xfrm>
            <a:grpFill/>
          </p:grpSpPr>
          <p:sp>
            <p:nvSpPr>
              <p:cNvPr id="527" name="Freeform 526">
                <a:extLst>
                  <a:ext uri="{FF2B5EF4-FFF2-40B4-BE49-F238E27FC236}">
                    <a16:creationId xmlns="" xmlns:a16="http://schemas.microsoft.com/office/drawing/2014/main" id="{607878A5-462C-4DA8-B1FD-46391DCA7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00988" y="3808413"/>
                <a:ext cx="138112" cy="204787"/>
              </a:xfrm>
              <a:custGeom>
                <a:avLst/>
                <a:gdLst>
                  <a:gd name="T0" fmla="*/ 34060162 w 111"/>
                  <a:gd name="T1" fmla="*/ 167992714 h 158"/>
                  <a:gd name="T2" fmla="*/ 34060162 w 111"/>
                  <a:gd name="T3" fmla="*/ 188151305 h 158"/>
                  <a:gd name="T4" fmla="*/ 6192644 w 111"/>
                  <a:gd name="T5" fmla="*/ 141113782 h 158"/>
                  <a:gd name="T6" fmla="*/ 0 w 111"/>
                  <a:gd name="T7" fmla="*/ 107515766 h 158"/>
                  <a:gd name="T8" fmla="*/ 20125780 w 111"/>
                  <a:gd name="T9" fmla="*/ 109195537 h 158"/>
                  <a:gd name="T10" fmla="*/ 13933138 w 111"/>
                  <a:gd name="T11" fmla="*/ 65517578 h 158"/>
                  <a:gd name="T12" fmla="*/ 9289587 w 111"/>
                  <a:gd name="T13" fmla="*/ 18478784 h 158"/>
                  <a:gd name="T14" fmla="*/ 18577930 w 111"/>
                  <a:gd name="T15" fmla="*/ 0 h 158"/>
                  <a:gd name="T16" fmla="*/ 65023380 w 111"/>
                  <a:gd name="T17" fmla="*/ 11759700 h 158"/>
                  <a:gd name="T18" fmla="*/ 72763871 w 111"/>
                  <a:gd name="T19" fmla="*/ 21839628 h 158"/>
                  <a:gd name="T20" fmla="*/ 80504362 w 111"/>
                  <a:gd name="T21" fmla="*/ 58797197 h 158"/>
                  <a:gd name="T22" fmla="*/ 88244873 w 111"/>
                  <a:gd name="T23" fmla="*/ 82316586 h 158"/>
                  <a:gd name="T24" fmla="*/ 78956513 w 111"/>
                  <a:gd name="T25" fmla="*/ 109195537 h 158"/>
                  <a:gd name="T26" fmla="*/ 63474286 w 111"/>
                  <a:gd name="T27" fmla="*/ 125994546 h 158"/>
                  <a:gd name="T28" fmla="*/ 65023380 w 111"/>
                  <a:gd name="T29" fmla="*/ 157912791 h 158"/>
                  <a:gd name="T30" fmla="*/ 88244873 w 111"/>
                  <a:gd name="T31" fmla="*/ 206631380 h 158"/>
                  <a:gd name="T32" fmla="*/ 99082307 w 111"/>
                  <a:gd name="T33" fmla="*/ 204951609 h 158"/>
                  <a:gd name="T34" fmla="*/ 99082307 w 111"/>
                  <a:gd name="T35" fmla="*/ 199910999 h 158"/>
                  <a:gd name="T36" fmla="*/ 119208082 w 111"/>
                  <a:gd name="T37" fmla="*/ 194871686 h 158"/>
                  <a:gd name="T38" fmla="*/ 134690308 w 111"/>
                  <a:gd name="T39" fmla="*/ 216711304 h 158"/>
                  <a:gd name="T40" fmla="*/ 137786007 w 111"/>
                  <a:gd name="T41" fmla="*/ 206631380 h 158"/>
                  <a:gd name="T42" fmla="*/ 154816083 w 111"/>
                  <a:gd name="T43" fmla="*/ 220070846 h 158"/>
                  <a:gd name="T44" fmla="*/ 147075592 w 111"/>
                  <a:gd name="T45" fmla="*/ 225110160 h 158"/>
                  <a:gd name="T46" fmla="*/ 162556574 w 111"/>
                  <a:gd name="T47" fmla="*/ 246949777 h 158"/>
                  <a:gd name="T48" fmla="*/ 171846198 w 111"/>
                  <a:gd name="T49" fmla="*/ 248629549 h 158"/>
                  <a:gd name="T50" fmla="*/ 164105706 w 111"/>
                  <a:gd name="T51" fmla="*/ 265428557 h 158"/>
                  <a:gd name="T52" fmla="*/ 164105706 w 111"/>
                  <a:gd name="T53" fmla="*/ 255348633 h 158"/>
                  <a:gd name="T54" fmla="*/ 139335101 w 111"/>
                  <a:gd name="T55" fmla="*/ 241909168 h 158"/>
                  <a:gd name="T56" fmla="*/ 122305025 w 111"/>
                  <a:gd name="T57" fmla="*/ 220070846 h 158"/>
                  <a:gd name="T58" fmla="*/ 108371892 w 111"/>
                  <a:gd name="T59" fmla="*/ 211670694 h 158"/>
                  <a:gd name="T60" fmla="*/ 114564534 w 111"/>
                  <a:gd name="T61" fmla="*/ 241909168 h 158"/>
                  <a:gd name="T62" fmla="*/ 78956513 w 111"/>
                  <a:gd name="T63" fmla="*/ 209990923 h 158"/>
                  <a:gd name="T64" fmla="*/ 55733795 w 111"/>
                  <a:gd name="T65" fmla="*/ 221750617 h 158"/>
                  <a:gd name="T66" fmla="*/ 40252803 w 111"/>
                  <a:gd name="T67" fmla="*/ 211670694 h 158"/>
                  <a:gd name="T68" fmla="*/ 40252803 w 111"/>
                  <a:gd name="T69" fmla="*/ 193191915 h 158"/>
                  <a:gd name="T70" fmla="*/ 44896361 w 111"/>
                  <a:gd name="T71" fmla="*/ 173032068 h 158"/>
                  <a:gd name="T72" fmla="*/ 34060162 w 111"/>
                  <a:gd name="T73" fmla="*/ 167992714 h 15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11"/>
                  <a:gd name="T112" fmla="*/ 0 h 158"/>
                  <a:gd name="T113" fmla="*/ 111 w 111"/>
                  <a:gd name="T114" fmla="*/ 158 h 158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11" h="158">
                    <a:moveTo>
                      <a:pt x="22" y="100"/>
                    </a:moveTo>
                    <a:lnTo>
                      <a:pt x="22" y="112"/>
                    </a:lnTo>
                    <a:lnTo>
                      <a:pt x="4" y="84"/>
                    </a:lnTo>
                    <a:lnTo>
                      <a:pt x="0" y="64"/>
                    </a:lnTo>
                    <a:lnTo>
                      <a:pt x="13" y="65"/>
                    </a:lnTo>
                    <a:lnTo>
                      <a:pt x="9" y="39"/>
                    </a:lnTo>
                    <a:lnTo>
                      <a:pt x="6" y="11"/>
                    </a:lnTo>
                    <a:lnTo>
                      <a:pt x="12" y="0"/>
                    </a:lnTo>
                    <a:lnTo>
                      <a:pt x="42" y="7"/>
                    </a:lnTo>
                    <a:lnTo>
                      <a:pt x="47" y="13"/>
                    </a:lnTo>
                    <a:lnTo>
                      <a:pt x="52" y="35"/>
                    </a:lnTo>
                    <a:lnTo>
                      <a:pt x="57" y="49"/>
                    </a:lnTo>
                    <a:lnTo>
                      <a:pt x="51" y="65"/>
                    </a:lnTo>
                    <a:lnTo>
                      <a:pt x="41" y="75"/>
                    </a:lnTo>
                    <a:lnTo>
                      <a:pt x="42" y="94"/>
                    </a:lnTo>
                    <a:lnTo>
                      <a:pt x="57" y="123"/>
                    </a:lnTo>
                    <a:lnTo>
                      <a:pt x="64" y="122"/>
                    </a:lnTo>
                    <a:lnTo>
                      <a:pt x="64" y="119"/>
                    </a:lnTo>
                    <a:lnTo>
                      <a:pt x="77" y="116"/>
                    </a:lnTo>
                    <a:lnTo>
                      <a:pt x="87" y="129"/>
                    </a:lnTo>
                    <a:lnTo>
                      <a:pt x="89" y="123"/>
                    </a:lnTo>
                    <a:lnTo>
                      <a:pt x="100" y="131"/>
                    </a:lnTo>
                    <a:lnTo>
                      <a:pt x="95" y="134"/>
                    </a:lnTo>
                    <a:lnTo>
                      <a:pt x="105" y="147"/>
                    </a:lnTo>
                    <a:lnTo>
                      <a:pt x="111" y="148"/>
                    </a:lnTo>
                    <a:lnTo>
                      <a:pt x="106" y="158"/>
                    </a:lnTo>
                    <a:lnTo>
                      <a:pt x="106" y="152"/>
                    </a:lnTo>
                    <a:lnTo>
                      <a:pt x="90" y="144"/>
                    </a:lnTo>
                    <a:lnTo>
                      <a:pt x="79" y="131"/>
                    </a:lnTo>
                    <a:lnTo>
                      <a:pt x="70" y="126"/>
                    </a:lnTo>
                    <a:lnTo>
                      <a:pt x="74" y="144"/>
                    </a:lnTo>
                    <a:lnTo>
                      <a:pt x="51" y="125"/>
                    </a:lnTo>
                    <a:lnTo>
                      <a:pt x="36" y="132"/>
                    </a:lnTo>
                    <a:lnTo>
                      <a:pt x="26" y="126"/>
                    </a:lnTo>
                    <a:lnTo>
                      <a:pt x="26" y="115"/>
                    </a:lnTo>
                    <a:lnTo>
                      <a:pt x="29" y="103"/>
                    </a:lnTo>
                    <a:lnTo>
                      <a:pt x="22" y="10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="" xmlns:a16="http://schemas.microsoft.com/office/drawing/2014/main" id="{955DD902-8407-410D-9A83-FBEF8E72D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4650" y="4108450"/>
                <a:ext cx="138113" cy="138113"/>
              </a:xfrm>
              <a:custGeom>
                <a:avLst/>
                <a:gdLst>
                  <a:gd name="T0" fmla="*/ 135736946 w 108"/>
                  <a:gd name="T1" fmla="*/ 175001872 h 109"/>
                  <a:gd name="T2" fmla="*/ 129195763 w 108"/>
                  <a:gd name="T3" fmla="*/ 158946518 h 109"/>
                  <a:gd name="T4" fmla="*/ 121018964 w 108"/>
                  <a:gd name="T5" fmla="*/ 162157327 h 109"/>
                  <a:gd name="T6" fmla="*/ 81769287 w 108"/>
                  <a:gd name="T7" fmla="*/ 138074988 h 109"/>
                  <a:gd name="T8" fmla="*/ 86676154 w 108"/>
                  <a:gd name="T9" fmla="*/ 102753549 h 109"/>
                  <a:gd name="T10" fmla="*/ 62144458 w 108"/>
                  <a:gd name="T11" fmla="*/ 80276595 h 109"/>
                  <a:gd name="T12" fmla="*/ 52332044 w 108"/>
                  <a:gd name="T13" fmla="*/ 93119853 h 109"/>
                  <a:gd name="T14" fmla="*/ 45790861 w 108"/>
                  <a:gd name="T15" fmla="*/ 88303638 h 109"/>
                  <a:gd name="T16" fmla="*/ 37614052 w 108"/>
                  <a:gd name="T17" fmla="*/ 96331929 h 109"/>
                  <a:gd name="T18" fmla="*/ 26166022 w 108"/>
                  <a:gd name="T19" fmla="*/ 85092829 h 109"/>
                  <a:gd name="T20" fmla="*/ 9812417 w 108"/>
                  <a:gd name="T21" fmla="*/ 107569763 h 109"/>
                  <a:gd name="T22" fmla="*/ 0 w 108"/>
                  <a:gd name="T23" fmla="*/ 117203459 h 109"/>
                  <a:gd name="T24" fmla="*/ 4905569 w 108"/>
                  <a:gd name="T25" fmla="*/ 86698234 h 109"/>
                  <a:gd name="T26" fmla="*/ 34342821 w 108"/>
                  <a:gd name="T27" fmla="*/ 61009203 h 109"/>
                  <a:gd name="T28" fmla="*/ 57238891 w 108"/>
                  <a:gd name="T29" fmla="*/ 44955155 h 109"/>
                  <a:gd name="T30" fmla="*/ 67051305 w 108"/>
                  <a:gd name="T31" fmla="*/ 70642899 h 109"/>
                  <a:gd name="T32" fmla="*/ 83404903 w 108"/>
                  <a:gd name="T33" fmla="*/ 59403798 h 109"/>
                  <a:gd name="T34" fmla="*/ 94852952 w 108"/>
                  <a:gd name="T35" fmla="*/ 51376774 h 109"/>
                  <a:gd name="T36" fmla="*/ 103029751 w 108"/>
                  <a:gd name="T37" fmla="*/ 33716045 h 109"/>
                  <a:gd name="T38" fmla="*/ 116113397 w 108"/>
                  <a:gd name="T39" fmla="*/ 33716045 h 109"/>
                  <a:gd name="T40" fmla="*/ 125924532 w 108"/>
                  <a:gd name="T41" fmla="*/ 33716045 h 109"/>
                  <a:gd name="T42" fmla="*/ 121018964 w 108"/>
                  <a:gd name="T43" fmla="*/ 0 h 109"/>
                  <a:gd name="T44" fmla="*/ 150456207 w 108"/>
                  <a:gd name="T45" fmla="*/ 19266130 h 109"/>
                  <a:gd name="T46" fmla="*/ 156997391 w 108"/>
                  <a:gd name="T47" fmla="*/ 51376774 h 109"/>
                  <a:gd name="T48" fmla="*/ 176622259 w 108"/>
                  <a:gd name="T49" fmla="*/ 102753549 h 109"/>
                  <a:gd name="T50" fmla="*/ 166809805 w 108"/>
                  <a:gd name="T51" fmla="*/ 123625078 h 109"/>
                  <a:gd name="T52" fmla="*/ 161904237 w 108"/>
                  <a:gd name="T53" fmla="*/ 139680393 h 109"/>
                  <a:gd name="T54" fmla="*/ 147184976 w 108"/>
                  <a:gd name="T55" fmla="*/ 105964358 h 109"/>
                  <a:gd name="T56" fmla="*/ 134102610 w 108"/>
                  <a:gd name="T57" fmla="*/ 113992649 h 109"/>
                  <a:gd name="T58" fmla="*/ 140643793 w 108"/>
                  <a:gd name="T59" fmla="*/ 142891203 h 109"/>
                  <a:gd name="T60" fmla="*/ 135736946 w 108"/>
                  <a:gd name="T61" fmla="*/ 175001872 h 109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08"/>
                  <a:gd name="T94" fmla="*/ 0 h 109"/>
                  <a:gd name="T95" fmla="*/ 108 w 108"/>
                  <a:gd name="T96" fmla="*/ 109 h 109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08" h="109">
                    <a:moveTo>
                      <a:pt x="83" y="109"/>
                    </a:moveTo>
                    <a:lnTo>
                      <a:pt x="79" y="99"/>
                    </a:lnTo>
                    <a:lnTo>
                      <a:pt x="74" y="101"/>
                    </a:lnTo>
                    <a:lnTo>
                      <a:pt x="50" y="86"/>
                    </a:lnTo>
                    <a:lnTo>
                      <a:pt x="53" y="64"/>
                    </a:lnTo>
                    <a:lnTo>
                      <a:pt x="38" y="50"/>
                    </a:lnTo>
                    <a:lnTo>
                      <a:pt x="32" y="58"/>
                    </a:lnTo>
                    <a:lnTo>
                      <a:pt x="28" y="55"/>
                    </a:lnTo>
                    <a:lnTo>
                      <a:pt x="23" y="60"/>
                    </a:lnTo>
                    <a:lnTo>
                      <a:pt x="16" y="53"/>
                    </a:lnTo>
                    <a:lnTo>
                      <a:pt x="6" y="67"/>
                    </a:lnTo>
                    <a:lnTo>
                      <a:pt x="0" y="73"/>
                    </a:lnTo>
                    <a:lnTo>
                      <a:pt x="3" y="54"/>
                    </a:lnTo>
                    <a:lnTo>
                      <a:pt x="21" y="38"/>
                    </a:lnTo>
                    <a:lnTo>
                      <a:pt x="35" y="28"/>
                    </a:lnTo>
                    <a:lnTo>
                      <a:pt x="41" y="44"/>
                    </a:lnTo>
                    <a:lnTo>
                      <a:pt x="51" y="37"/>
                    </a:lnTo>
                    <a:lnTo>
                      <a:pt x="58" y="32"/>
                    </a:lnTo>
                    <a:lnTo>
                      <a:pt x="63" y="21"/>
                    </a:lnTo>
                    <a:lnTo>
                      <a:pt x="71" y="21"/>
                    </a:lnTo>
                    <a:lnTo>
                      <a:pt x="77" y="21"/>
                    </a:lnTo>
                    <a:lnTo>
                      <a:pt x="74" y="0"/>
                    </a:lnTo>
                    <a:lnTo>
                      <a:pt x="92" y="12"/>
                    </a:lnTo>
                    <a:lnTo>
                      <a:pt x="96" y="32"/>
                    </a:lnTo>
                    <a:lnTo>
                      <a:pt x="108" y="64"/>
                    </a:lnTo>
                    <a:lnTo>
                      <a:pt x="102" y="77"/>
                    </a:lnTo>
                    <a:lnTo>
                      <a:pt x="99" y="87"/>
                    </a:lnTo>
                    <a:lnTo>
                      <a:pt x="90" y="66"/>
                    </a:lnTo>
                    <a:lnTo>
                      <a:pt x="82" y="71"/>
                    </a:lnTo>
                    <a:lnTo>
                      <a:pt x="86" y="89"/>
                    </a:lnTo>
                    <a:lnTo>
                      <a:pt x="83" y="109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29" name="Freeform 528">
                <a:extLst>
                  <a:ext uri="{FF2B5EF4-FFF2-40B4-BE49-F238E27FC236}">
                    <a16:creationId xmlns="" xmlns:a16="http://schemas.microsoft.com/office/drawing/2014/main" id="{D9FEA944-0D89-407C-BD86-A3532A5DC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1000" y="4073525"/>
                <a:ext cx="31750" cy="57150"/>
              </a:xfrm>
              <a:custGeom>
                <a:avLst/>
                <a:gdLst>
                  <a:gd name="T0" fmla="*/ 43828801 w 23"/>
                  <a:gd name="T1" fmla="*/ 0 h 47"/>
                  <a:gd name="T2" fmla="*/ 36206042 w 23"/>
                  <a:gd name="T3" fmla="*/ 50271331 h 47"/>
                  <a:gd name="T4" fmla="*/ 36206042 w 23"/>
                  <a:gd name="T5" fmla="*/ 69491965 h 47"/>
                  <a:gd name="T6" fmla="*/ 0 w 23"/>
                  <a:gd name="T7" fmla="*/ 45835520 h 47"/>
                  <a:gd name="T8" fmla="*/ 11434143 w 23"/>
                  <a:gd name="T9" fmla="*/ 32528077 h 47"/>
                  <a:gd name="T10" fmla="*/ 17150521 w 23"/>
                  <a:gd name="T11" fmla="*/ 0 h 47"/>
                  <a:gd name="T12" fmla="*/ 43828801 w 23"/>
                  <a:gd name="T13" fmla="*/ 0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"/>
                  <a:gd name="T22" fmla="*/ 0 h 47"/>
                  <a:gd name="T23" fmla="*/ 23 w 23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" h="47">
                    <a:moveTo>
                      <a:pt x="23" y="0"/>
                    </a:moveTo>
                    <a:lnTo>
                      <a:pt x="19" y="34"/>
                    </a:lnTo>
                    <a:lnTo>
                      <a:pt x="19" y="47"/>
                    </a:lnTo>
                    <a:lnTo>
                      <a:pt x="0" y="31"/>
                    </a:lnTo>
                    <a:lnTo>
                      <a:pt x="6" y="22"/>
                    </a:lnTo>
                    <a:lnTo>
                      <a:pt x="9" y="0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0" name="Freeform 529">
                <a:extLst>
                  <a:ext uri="{FF2B5EF4-FFF2-40B4-BE49-F238E27FC236}">
                    <a16:creationId xmlns="" xmlns:a16="http://schemas.microsoft.com/office/drawing/2014/main" id="{B9F3347A-4028-41CD-9950-512768D16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5450" y="4013200"/>
                <a:ext cx="47625" cy="47625"/>
              </a:xfrm>
              <a:custGeom>
                <a:avLst/>
                <a:gdLst>
                  <a:gd name="T0" fmla="*/ 43980436 w 38"/>
                  <a:gd name="T1" fmla="*/ 55285479 h 40"/>
                  <a:gd name="T2" fmla="*/ 28272956 w 38"/>
                  <a:gd name="T3" fmla="*/ 36856983 h 40"/>
                  <a:gd name="T4" fmla="*/ 0 w 38"/>
                  <a:gd name="T5" fmla="*/ 5670947 h 40"/>
                  <a:gd name="T6" fmla="*/ 29844580 w 38"/>
                  <a:gd name="T7" fmla="*/ 0 h 40"/>
                  <a:gd name="T8" fmla="*/ 43980436 w 38"/>
                  <a:gd name="T9" fmla="*/ 24099441 h 40"/>
                  <a:gd name="T10" fmla="*/ 59687907 w 38"/>
                  <a:gd name="T11" fmla="*/ 56703513 h 40"/>
                  <a:gd name="T12" fmla="*/ 43980436 w 38"/>
                  <a:gd name="T13" fmla="*/ 55285479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40"/>
                  <a:gd name="T23" fmla="*/ 38 w 38"/>
                  <a:gd name="T24" fmla="*/ 40 h 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40">
                    <a:moveTo>
                      <a:pt x="28" y="39"/>
                    </a:moveTo>
                    <a:lnTo>
                      <a:pt x="18" y="26"/>
                    </a:lnTo>
                    <a:lnTo>
                      <a:pt x="0" y="4"/>
                    </a:lnTo>
                    <a:lnTo>
                      <a:pt x="19" y="0"/>
                    </a:lnTo>
                    <a:lnTo>
                      <a:pt x="28" y="17"/>
                    </a:lnTo>
                    <a:lnTo>
                      <a:pt x="38" y="40"/>
                    </a:lnTo>
                    <a:lnTo>
                      <a:pt x="28" y="39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="" xmlns:a16="http://schemas.microsoft.com/office/drawing/2014/main" id="{D873F6D2-C13E-4DA4-ACAB-81BA4354C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8775" y="4038600"/>
                <a:ext cx="41275" cy="44450"/>
              </a:xfrm>
              <a:custGeom>
                <a:avLst/>
                <a:gdLst>
                  <a:gd name="T0" fmla="*/ 51109465 w 30"/>
                  <a:gd name="T1" fmla="*/ 11290300 h 35"/>
                  <a:gd name="T2" fmla="*/ 7571212 w 30"/>
                  <a:gd name="T3" fmla="*/ 0 h 35"/>
                  <a:gd name="T4" fmla="*/ 0 w 30"/>
                  <a:gd name="T5" fmla="*/ 1612900 h 35"/>
                  <a:gd name="T6" fmla="*/ 13250653 w 30"/>
                  <a:gd name="T7" fmla="*/ 56451495 h 35"/>
                  <a:gd name="T8" fmla="*/ 54894382 w 30"/>
                  <a:gd name="T9" fmla="*/ 20967701 h 35"/>
                  <a:gd name="T10" fmla="*/ 56787528 w 30"/>
                  <a:gd name="T11" fmla="*/ 19354797 h 35"/>
                  <a:gd name="T12" fmla="*/ 51109465 w 30"/>
                  <a:gd name="T13" fmla="*/ 11290300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0"/>
                  <a:gd name="T22" fmla="*/ 0 h 35"/>
                  <a:gd name="T23" fmla="*/ 30 w 30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0" h="35">
                    <a:moveTo>
                      <a:pt x="27" y="7"/>
                    </a:moveTo>
                    <a:lnTo>
                      <a:pt x="4" y="0"/>
                    </a:lnTo>
                    <a:lnTo>
                      <a:pt x="0" y="1"/>
                    </a:lnTo>
                    <a:lnTo>
                      <a:pt x="7" y="35"/>
                    </a:lnTo>
                    <a:lnTo>
                      <a:pt x="29" y="13"/>
                    </a:lnTo>
                    <a:lnTo>
                      <a:pt x="30" y="12"/>
                    </a:lnTo>
                    <a:lnTo>
                      <a:pt x="27" y="7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2" name="Freeform 531">
                <a:extLst>
                  <a:ext uri="{FF2B5EF4-FFF2-40B4-BE49-F238E27FC236}">
                    <a16:creationId xmlns="" xmlns:a16="http://schemas.microsoft.com/office/drawing/2014/main" id="{C9DCBF0B-1950-49AA-AF36-5496E92B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3363" y="4054475"/>
                <a:ext cx="65087" cy="95250"/>
              </a:xfrm>
              <a:custGeom>
                <a:avLst/>
                <a:gdLst>
                  <a:gd name="T0" fmla="*/ 79930516 w 53"/>
                  <a:gd name="T1" fmla="*/ 34555693 h 76"/>
                  <a:gd name="T2" fmla="*/ 48260174 w 53"/>
                  <a:gd name="T3" fmla="*/ 65970644 h 76"/>
                  <a:gd name="T4" fmla="*/ 24130087 w 53"/>
                  <a:gd name="T5" fmla="*/ 94243610 h 76"/>
                  <a:gd name="T6" fmla="*/ 0 w 53"/>
                  <a:gd name="T7" fmla="*/ 119375814 h 76"/>
                  <a:gd name="T8" fmla="*/ 3016107 w 53"/>
                  <a:gd name="T9" fmla="*/ 109951081 h 76"/>
                  <a:gd name="T10" fmla="*/ 27146193 w 53"/>
                  <a:gd name="T11" fmla="*/ 78536120 h 76"/>
                  <a:gd name="T12" fmla="*/ 51276280 w 53"/>
                  <a:gd name="T13" fmla="*/ 48692803 h 76"/>
                  <a:gd name="T14" fmla="*/ 63340704 w 53"/>
                  <a:gd name="T15" fmla="*/ 20419842 h 76"/>
                  <a:gd name="T16" fmla="*/ 66356811 w 53"/>
                  <a:gd name="T17" fmla="*/ 20419842 h 76"/>
                  <a:gd name="T18" fmla="*/ 66356811 w 53"/>
                  <a:gd name="T19" fmla="*/ 0 h 76"/>
                  <a:gd name="T20" fmla="*/ 79930516 w 53"/>
                  <a:gd name="T21" fmla="*/ 34555693 h 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3"/>
                  <a:gd name="T34" fmla="*/ 0 h 76"/>
                  <a:gd name="T35" fmla="*/ 53 w 53"/>
                  <a:gd name="T36" fmla="*/ 76 h 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3" h="76">
                    <a:moveTo>
                      <a:pt x="53" y="22"/>
                    </a:moveTo>
                    <a:lnTo>
                      <a:pt x="32" y="42"/>
                    </a:lnTo>
                    <a:lnTo>
                      <a:pt x="16" y="60"/>
                    </a:lnTo>
                    <a:lnTo>
                      <a:pt x="0" y="76"/>
                    </a:lnTo>
                    <a:lnTo>
                      <a:pt x="2" y="70"/>
                    </a:lnTo>
                    <a:lnTo>
                      <a:pt x="18" y="50"/>
                    </a:lnTo>
                    <a:lnTo>
                      <a:pt x="34" y="31"/>
                    </a:lnTo>
                    <a:lnTo>
                      <a:pt x="42" y="13"/>
                    </a:lnTo>
                    <a:lnTo>
                      <a:pt x="44" y="13"/>
                    </a:lnTo>
                    <a:lnTo>
                      <a:pt x="44" y="0"/>
                    </a:lnTo>
                    <a:lnTo>
                      <a:pt x="53" y="22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3" name="Freeform 532">
                <a:extLst>
                  <a:ext uri="{FF2B5EF4-FFF2-40B4-BE49-F238E27FC236}">
                    <a16:creationId xmlns="" xmlns:a16="http://schemas.microsoft.com/office/drawing/2014/main" id="{B3661001-013B-4702-AA2B-7959CD655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6388" y="3984625"/>
                <a:ext cx="36512" cy="39688"/>
              </a:xfrm>
              <a:custGeom>
                <a:avLst/>
                <a:gdLst>
                  <a:gd name="T0" fmla="*/ 43004077 w 31"/>
                  <a:gd name="T1" fmla="*/ 37458630 h 29"/>
                  <a:gd name="T2" fmla="*/ 37455423 w 31"/>
                  <a:gd name="T3" fmla="*/ 54315088 h 29"/>
                  <a:gd name="T4" fmla="*/ 19420855 w 31"/>
                  <a:gd name="T5" fmla="*/ 26221455 h 29"/>
                  <a:gd name="T6" fmla="*/ 0 w 31"/>
                  <a:gd name="T7" fmla="*/ 0 h 29"/>
                  <a:gd name="T8" fmla="*/ 33293056 w 31"/>
                  <a:gd name="T9" fmla="*/ 5619275 h 29"/>
                  <a:gd name="T10" fmla="*/ 43004077 w 31"/>
                  <a:gd name="T11" fmla="*/ 3745863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29"/>
                  <a:gd name="T20" fmla="*/ 31 w 31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29">
                    <a:moveTo>
                      <a:pt x="31" y="20"/>
                    </a:moveTo>
                    <a:lnTo>
                      <a:pt x="27" y="29"/>
                    </a:lnTo>
                    <a:lnTo>
                      <a:pt x="14" y="14"/>
                    </a:lnTo>
                    <a:lnTo>
                      <a:pt x="0" y="0"/>
                    </a:lnTo>
                    <a:lnTo>
                      <a:pt x="24" y="3"/>
                    </a:lnTo>
                    <a:lnTo>
                      <a:pt x="31" y="2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="" xmlns:a16="http://schemas.microsoft.com/office/drawing/2014/main" id="{8A618047-F180-41EA-B391-45ECC0D43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800" y="4049713"/>
                <a:ext cx="33338" cy="44450"/>
              </a:xfrm>
              <a:custGeom>
                <a:avLst/>
                <a:gdLst>
                  <a:gd name="T0" fmla="*/ 30872378 w 24"/>
                  <a:gd name="T1" fmla="*/ 9146821 h 36"/>
                  <a:gd name="T2" fmla="*/ 46309267 w 24"/>
                  <a:gd name="T3" fmla="*/ 48785108 h 36"/>
                  <a:gd name="T4" fmla="*/ 32801814 w 24"/>
                  <a:gd name="T5" fmla="*/ 50309990 h 36"/>
                  <a:gd name="T6" fmla="*/ 30872378 w 24"/>
                  <a:gd name="T7" fmla="*/ 54883399 h 36"/>
                  <a:gd name="T8" fmla="*/ 11578011 w 24"/>
                  <a:gd name="T9" fmla="*/ 21343409 h 36"/>
                  <a:gd name="T10" fmla="*/ 0 w 24"/>
                  <a:gd name="T11" fmla="*/ 0 h 36"/>
                  <a:gd name="T12" fmla="*/ 30872378 w 24"/>
                  <a:gd name="T13" fmla="*/ 9146821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4"/>
                  <a:gd name="T22" fmla="*/ 0 h 36"/>
                  <a:gd name="T23" fmla="*/ 24 w 24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4" h="36">
                    <a:moveTo>
                      <a:pt x="16" y="6"/>
                    </a:moveTo>
                    <a:lnTo>
                      <a:pt x="24" y="32"/>
                    </a:lnTo>
                    <a:lnTo>
                      <a:pt x="17" y="33"/>
                    </a:lnTo>
                    <a:lnTo>
                      <a:pt x="16" y="36"/>
                    </a:lnTo>
                    <a:lnTo>
                      <a:pt x="6" y="14"/>
                    </a:lnTo>
                    <a:lnTo>
                      <a:pt x="0" y="0"/>
                    </a:lnTo>
                    <a:lnTo>
                      <a:pt x="16" y="6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="" xmlns:a16="http://schemas.microsoft.com/office/drawing/2014/main" id="{ED0E6F75-5E19-42DB-BBC1-059927028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2113" y="4017963"/>
                <a:ext cx="28575" cy="23812"/>
              </a:xfrm>
              <a:custGeom>
                <a:avLst/>
                <a:gdLst>
                  <a:gd name="T0" fmla="*/ 37115026 w 22"/>
                  <a:gd name="T1" fmla="*/ 29842700 h 19"/>
                  <a:gd name="T2" fmla="*/ 8434820 w 22"/>
                  <a:gd name="T3" fmla="*/ 14135554 h 19"/>
                  <a:gd name="T4" fmla="*/ 0 w 22"/>
                  <a:gd name="T5" fmla="*/ 15707146 h 19"/>
                  <a:gd name="T6" fmla="*/ 5061671 w 22"/>
                  <a:gd name="T7" fmla="*/ 0 h 19"/>
                  <a:gd name="T8" fmla="*/ 37115026 w 22"/>
                  <a:gd name="T9" fmla="*/ 23560094 h 19"/>
                  <a:gd name="T10" fmla="*/ 37115026 w 22"/>
                  <a:gd name="T11" fmla="*/ 29842700 h 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19"/>
                  <a:gd name="T20" fmla="*/ 22 w 22"/>
                  <a:gd name="T21" fmla="*/ 19 h 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19">
                    <a:moveTo>
                      <a:pt x="22" y="19"/>
                    </a:moveTo>
                    <a:lnTo>
                      <a:pt x="5" y="9"/>
                    </a:lnTo>
                    <a:lnTo>
                      <a:pt x="0" y="10"/>
                    </a:lnTo>
                    <a:lnTo>
                      <a:pt x="3" y="0"/>
                    </a:lnTo>
                    <a:lnTo>
                      <a:pt x="22" y="15"/>
                    </a:lnTo>
                    <a:lnTo>
                      <a:pt x="22" y="19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="" xmlns:a16="http://schemas.microsoft.com/office/drawing/2014/main" id="{760A0E29-D55B-4C15-8B90-27424FD9D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0688" y="4094163"/>
                <a:ext cx="22225" cy="9525"/>
              </a:xfrm>
              <a:custGeom>
                <a:avLst/>
                <a:gdLst>
                  <a:gd name="T0" fmla="*/ 25997400 w 19"/>
                  <a:gd name="T1" fmla="*/ 10080625 h 9"/>
                  <a:gd name="T2" fmla="*/ 17788186 w 19"/>
                  <a:gd name="T3" fmla="*/ 0 h 9"/>
                  <a:gd name="T4" fmla="*/ 0 w 19"/>
                  <a:gd name="T5" fmla="*/ 10080625 h 9"/>
                  <a:gd name="T6" fmla="*/ 25997400 w 19"/>
                  <a:gd name="T7" fmla="*/ 10080625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9"/>
                  <a:gd name="T14" fmla="*/ 19 w 19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9">
                    <a:moveTo>
                      <a:pt x="19" y="9"/>
                    </a:moveTo>
                    <a:lnTo>
                      <a:pt x="13" y="0"/>
                    </a:lnTo>
                    <a:lnTo>
                      <a:pt x="0" y="9"/>
                    </a:lnTo>
                    <a:lnTo>
                      <a:pt x="19" y="9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="" xmlns:a16="http://schemas.microsoft.com/office/drawing/2014/main" id="{D8990A0E-4C6F-4A2F-91E1-770359606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4056063"/>
                <a:ext cx="14288" cy="60325"/>
              </a:xfrm>
              <a:custGeom>
                <a:avLst/>
                <a:gdLst>
                  <a:gd name="T0" fmla="*/ 18558812 w 11"/>
                  <a:gd name="T1" fmla="*/ 0 h 48"/>
                  <a:gd name="T2" fmla="*/ 18558812 w 11"/>
                  <a:gd name="T3" fmla="*/ 20533120 h 48"/>
                  <a:gd name="T4" fmla="*/ 10122398 w 11"/>
                  <a:gd name="T5" fmla="*/ 47384035 h 48"/>
                  <a:gd name="T6" fmla="*/ 0 w 11"/>
                  <a:gd name="T7" fmla="*/ 75814696 h 48"/>
                  <a:gd name="T8" fmla="*/ 10122398 w 11"/>
                  <a:gd name="T9" fmla="*/ 37907976 h 48"/>
                  <a:gd name="T10" fmla="*/ 18558812 w 11"/>
                  <a:gd name="T11" fmla="*/ 0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48"/>
                  <a:gd name="T20" fmla="*/ 11 w 11"/>
                  <a:gd name="T21" fmla="*/ 48 h 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48">
                    <a:moveTo>
                      <a:pt x="11" y="0"/>
                    </a:moveTo>
                    <a:lnTo>
                      <a:pt x="11" y="13"/>
                    </a:lnTo>
                    <a:lnTo>
                      <a:pt x="6" y="30"/>
                    </a:lnTo>
                    <a:lnTo>
                      <a:pt x="0" y="48"/>
                    </a:lnTo>
                    <a:lnTo>
                      <a:pt x="6" y="24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</p:grpSp>
        <p:sp>
          <p:nvSpPr>
            <p:cNvPr id="114" name="Freeform 113">
              <a:extLst>
                <a:ext uri="{FF2B5EF4-FFF2-40B4-BE49-F238E27FC236}">
                  <a16:creationId xmlns="" xmlns:a16="http://schemas.microsoft.com/office/drawing/2014/main" id="{B08BD497-82B6-4315-A7FA-34FBA9DB6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3931" y="3179763"/>
              <a:ext cx="255588" cy="484187"/>
            </a:xfrm>
            <a:custGeom>
              <a:avLst/>
              <a:gdLst>
                <a:gd name="T0" fmla="*/ 107263458 w 202"/>
                <a:gd name="T1" fmla="*/ 436306866 h 383"/>
                <a:gd name="T2" fmla="*/ 123273131 w 202"/>
                <a:gd name="T3" fmla="*/ 361190903 h 383"/>
                <a:gd name="T4" fmla="*/ 126475572 w 202"/>
                <a:gd name="T5" fmla="*/ 294067104 h 383"/>
                <a:gd name="T6" fmla="*/ 160095506 w 202"/>
                <a:gd name="T7" fmla="*/ 319637985 h 383"/>
                <a:gd name="T8" fmla="*/ 225734826 w 202"/>
                <a:gd name="T9" fmla="*/ 350004038 h 383"/>
                <a:gd name="T10" fmla="*/ 225734826 w 202"/>
                <a:gd name="T11" fmla="*/ 332424136 h 383"/>
                <a:gd name="T12" fmla="*/ 235339618 w 202"/>
                <a:gd name="T13" fmla="*/ 255710151 h 383"/>
                <a:gd name="T14" fmla="*/ 313786131 w 202"/>
                <a:gd name="T15" fmla="*/ 252514265 h 383"/>
                <a:gd name="T16" fmla="*/ 313786131 w 202"/>
                <a:gd name="T17" fmla="*/ 194979467 h 383"/>
                <a:gd name="T18" fmla="*/ 275363168 w 202"/>
                <a:gd name="T19" fmla="*/ 118265521 h 383"/>
                <a:gd name="T20" fmla="*/ 211325741 w 202"/>
                <a:gd name="T21" fmla="*/ 94293847 h 383"/>
                <a:gd name="T22" fmla="*/ 174503366 w 202"/>
                <a:gd name="T23" fmla="*/ 92694640 h 383"/>
                <a:gd name="T24" fmla="*/ 137682217 w 202"/>
                <a:gd name="T25" fmla="*/ 73516776 h 383"/>
                <a:gd name="T26" fmla="*/ 107263458 w 202"/>
                <a:gd name="T27" fmla="*/ 30365984 h 383"/>
                <a:gd name="T28" fmla="*/ 88052610 w 202"/>
                <a:gd name="T29" fmla="*/ 0 h 383"/>
                <a:gd name="T30" fmla="*/ 54432656 w 202"/>
                <a:gd name="T31" fmla="*/ 22375005 h 383"/>
                <a:gd name="T32" fmla="*/ 9606059 w 202"/>
                <a:gd name="T33" fmla="*/ 76712662 h 383"/>
                <a:gd name="T34" fmla="*/ 30417503 w 202"/>
                <a:gd name="T35" fmla="*/ 123060614 h 383"/>
                <a:gd name="T36" fmla="*/ 70442329 w 202"/>
                <a:gd name="T37" fmla="*/ 169408586 h 383"/>
                <a:gd name="T38" fmla="*/ 56033243 w 202"/>
                <a:gd name="T39" fmla="*/ 214157311 h 383"/>
                <a:gd name="T40" fmla="*/ 76845945 w 202"/>
                <a:gd name="T41" fmla="*/ 263701130 h 383"/>
                <a:gd name="T42" fmla="*/ 104062283 w 202"/>
                <a:gd name="T43" fmla="*/ 327628964 h 383"/>
                <a:gd name="T44" fmla="*/ 102460430 w 202"/>
                <a:gd name="T45" fmla="*/ 394752763 h 383"/>
                <a:gd name="T46" fmla="*/ 88052610 w 202"/>
                <a:gd name="T47" fmla="*/ 429913830 h 383"/>
                <a:gd name="T48" fmla="*/ 80047120 w 202"/>
                <a:gd name="T49" fmla="*/ 509822358 h 383"/>
                <a:gd name="T50" fmla="*/ 104062283 w 202"/>
                <a:gd name="T51" fmla="*/ 529001467 h 383"/>
                <a:gd name="T52" fmla="*/ 132879188 w 202"/>
                <a:gd name="T53" fmla="*/ 560965384 h 383"/>
                <a:gd name="T54" fmla="*/ 153691890 w 202"/>
                <a:gd name="T55" fmla="*/ 580143229 h 383"/>
                <a:gd name="T56" fmla="*/ 184109423 w 202"/>
                <a:gd name="T57" fmla="*/ 612107146 h 383"/>
                <a:gd name="T58" fmla="*/ 225734826 w 202"/>
                <a:gd name="T59" fmla="*/ 594527244 h 383"/>
                <a:gd name="T60" fmla="*/ 177705807 w 202"/>
                <a:gd name="T61" fmla="*/ 564161270 h 383"/>
                <a:gd name="T62" fmla="*/ 148888862 w 202"/>
                <a:gd name="T63" fmla="*/ 509822358 h 383"/>
                <a:gd name="T64" fmla="*/ 116869515 w 202"/>
                <a:gd name="T65" fmla="*/ 468269519 h 38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02"/>
                <a:gd name="T100" fmla="*/ 0 h 383"/>
                <a:gd name="T101" fmla="*/ 202 w 202"/>
                <a:gd name="T102" fmla="*/ 383 h 38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02" h="383">
                  <a:moveTo>
                    <a:pt x="73" y="293"/>
                  </a:moveTo>
                  <a:lnTo>
                    <a:pt x="67" y="273"/>
                  </a:lnTo>
                  <a:lnTo>
                    <a:pt x="71" y="250"/>
                  </a:lnTo>
                  <a:lnTo>
                    <a:pt x="77" y="226"/>
                  </a:lnTo>
                  <a:lnTo>
                    <a:pt x="77" y="206"/>
                  </a:lnTo>
                  <a:lnTo>
                    <a:pt x="79" y="184"/>
                  </a:lnTo>
                  <a:lnTo>
                    <a:pt x="99" y="181"/>
                  </a:lnTo>
                  <a:lnTo>
                    <a:pt x="100" y="200"/>
                  </a:lnTo>
                  <a:lnTo>
                    <a:pt x="118" y="203"/>
                  </a:lnTo>
                  <a:lnTo>
                    <a:pt x="141" y="219"/>
                  </a:lnTo>
                  <a:lnTo>
                    <a:pt x="150" y="229"/>
                  </a:lnTo>
                  <a:lnTo>
                    <a:pt x="141" y="208"/>
                  </a:lnTo>
                  <a:lnTo>
                    <a:pt x="132" y="186"/>
                  </a:lnTo>
                  <a:lnTo>
                    <a:pt x="147" y="160"/>
                  </a:lnTo>
                  <a:lnTo>
                    <a:pt x="172" y="158"/>
                  </a:lnTo>
                  <a:lnTo>
                    <a:pt x="196" y="158"/>
                  </a:lnTo>
                  <a:lnTo>
                    <a:pt x="202" y="144"/>
                  </a:lnTo>
                  <a:lnTo>
                    <a:pt x="196" y="122"/>
                  </a:lnTo>
                  <a:lnTo>
                    <a:pt x="176" y="94"/>
                  </a:lnTo>
                  <a:lnTo>
                    <a:pt x="172" y="74"/>
                  </a:lnTo>
                  <a:lnTo>
                    <a:pt x="144" y="52"/>
                  </a:lnTo>
                  <a:lnTo>
                    <a:pt x="132" y="59"/>
                  </a:lnTo>
                  <a:lnTo>
                    <a:pt x="122" y="64"/>
                  </a:lnTo>
                  <a:lnTo>
                    <a:pt x="109" y="58"/>
                  </a:lnTo>
                  <a:lnTo>
                    <a:pt x="89" y="74"/>
                  </a:lnTo>
                  <a:lnTo>
                    <a:pt x="86" y="46"/>
                  </a:lnTo>
                  <a:lnTo>
                    <a:pt x="84" y="20"/>
                  </a:lnTo>
                  <a:lnTo>
                    <a:pt x="67" y="19"/>
                  </a:lnTo>
                  <a:lnTo>
                    <a:pt x="64" y="3"/>
                  </a:lnTo>
                  <a:lnTo>
                    <a:pt x="55" y="0"/>
                  </a:lnTo>
                  <a:lnTo>
                    <a:pt x="44" y="3"/>
                  </a:lnTo>
                  <a:lnTo>
                    <a:pt x="34" y="14"/>
                  </a:lnTo>
                  <a:lnTo>
                    <a:pt x="12" y="19"/>
                  </a:lnTo>
                  <a:lnTo>
                    <a:pt x="6" y="48"/>
                  </a:lnTo>
                  <a:lnTo>
                    <a:pt x="0" y="48"/>
                  </a:lnTo>
                  <a:lnTo>
                    <a:pt x="19" y="77"/>
                  </a:lnTo>
                  <a:lnTo>
                    <a:pt x="38" y="104"/>
                  </a:lnTo>
                  <a:lnTo>
                    <a:pt x="44" y="106"/>
                  </a:lnTo>
                  <a:lnTo>
                    <a:pt x="38" y="122"/>
                  </a:lnTo>
                  <a:lnTo>
                    <a:pt x="35" y="134"/>
                  </a:lnTo>
                  <a:lnTo>
                    <a:pt x="36" y="148"/>
                  </a:lnTo>
                  <a:lnTo>
                    <a:pt x="48" y="165"/>
                  </a:lnTo>
                  <a:lnTo>
                    <a:pt x="60" y="181"/>
                  </a:lnTo>
                  <a:lnTo>
                    <a:pt x="65" y="205"/>
                  </a:lnTo>
                  <a:lnTo>
                    <a:pt x="73" y="229"/>
                  </a:lnTo>
                  <a:lnTo>
                    <a:pt x="64" y="247"/>
                  </a:lnTo>
                  <a:lnTo>
                    <a:pt x="57" y="263"/>
                  </a:lnTo>
                  <a:lnTo>
                    <a:pt x="55" y="269"/>
                  </a:lnTo>
                  <a:lnTo>
                    <a:pt x="52" y="293"/>
                  </a:lnTo>
                  <a:lnTo>
                    <a:pt x="50" y="319"/>
                  </a:lnTo>
                  <a:lnTo>
                    <a:pt x="54" y="317"/>
                  </a:lnTo>
                  <a:lnTo>
                    <a:pt x="65" y="331"/>
                  </a:lnTo>
                  <a:lnTo>
                    <a:pt x="79" y="344"/>
                  </a:lnTo>
                  <a:lnTo>
                    <a:pt x="83" y="351"/>
                  </a:lnTo>
                  <a:lnTo>
                    <a:pt x="95" y="367"/>
                  </a:lnTo>
                  <a:lnTo>
                    <a:pt x="96" y="363"/>
                  </a:lnTo>
                  <a:lnTo>
                    <a:pt x="113" y="372"/>
                  </a:lnTo>
                  <a:lnTo>
                    <a:pt x="115" y="383"/>
                  </a:lnTo>
                  <a:lnTo>
                    <a:pt x="131" y="383"/>
                  </a:lnTo>
                  <a:lnTo>
                    <a:pt x="141" y="372"/>
                  </a:lnTo>
                  <a:lnTo>
                    <a:pt x="128" y="356"/>
                  </a:lnTo>
                  <a:lnTo>
                    <a:pt x="111" y="353"/>
                  </a:lnTo>
                  <a:lnTo>
                    <a:pt x="99" y="338"/>
                  </a:lnTo>
                  <a:lnTo>
                    <a:pt x="93" y="319"/>
                  </a:lnTo>
                  <a:lnTo>
                    <a:pt x="84" y="295"/>
                  </a:lnTo>
                  <a:lnTo>
                    <a:pt x="73" y="29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="" xmlns:a16="http://schemas.microsoft.com/office/drawing/2014/main" id="{D57BBF92-4342-4B21-B501-88A32B745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2994" y="3082925"/>
              <a:ext cx="258762" cy="482600"/>
            </a:xfrm>
            <a:custGeom>
              <a:avLst/>
              <a:gdLst>
                <a:gd name="T0" fmla="*/ 101739591 w 202"/>
                <a:gd name="T1" fmla="*/ 113320042 h 382"/>
                <a:gd name="T2" fmla="*/ 60715559 w 202"/>
                <a:gd name="T3" fmla="*/ 105339458 h 382"/>
                <a:gd name="T4" fmla="*/ 27896339 w 202"/>
                <a:gd name="T5" fmla="*/ 62246556 h 382"/>
                <a:gd name="T6" fmla="*/ 6563845 w 202"/>
                <a:gd name="T7" fmla="*/ 25537374 h 382"/>
                <a:gd name="T8" fmla="*/ 34460181 w 202"/>
                <a:gd name="T9" fmla="*/ 25537374 h 382"/>
                <a:gd name="T10" fmla="*/ 60715559 w 202"/>
                <a:gd name="T11" fmla="*/ 28728598 h 382"/>
                <a:gd name="T12" fmla="*/ 80407085 w 202"/>
                <a:gd name="T13" fmla="*/ 23940500 h 382"/>
                <a:gd name="T14" fmla="*/ 118149196 w 202"/>
                <a:gd name="T15" fmla="*/ 3192488 h 382"/>
                <a:gd name="T16" fmla="*/ 169019012 w 202"/>
                <a:gd name="T17" fmla="*/ 44689776 h 382"/>
                <a:gd name="T18" fmla="*/ 223170709 w 202"/>
                <a:gd name="T19" fmla="*/ 71822752 h 382"/>
                <a:gd name="T20" fmla="*/ 182146696 w 202"/>
                <a:gd name="T21" fmla="*/ 97358873 h 382"/>
                <a:gd name="T22" fmla="*/ 169019012 w 202"/>
                <a:gd name="T23" fmla="*/ 137260532 h 382"/>
                <a:gd name="T24" fmla="*/ 180505736 w 202"/>
                <a:gd name="T25" fmla="*/ 210678915 h 382"/>
                <a:gd name="T26" fmla="*/ 213324946 w 202"/>
                <a:gd name="T27" fmla="*/ 255368672 h 382"/>
                <a:gd name="T28" fmla="*/ 269117603 w 202"/>
                <a:gd name="T29" fmla="*/ 304846526 h 382"/>
                <a:gd name="T30" fmla="*/ 313423536 w 202"/>
                <a:gd name="T31" fmla="*/ 387841145 h 382"/>
                <a:gd name="T32" fmla="*/ 328192181 w 202"/>
                <a:gd name="T33" fmla="*/ 458068266 h 382"/>
                <a:gd name="T34" fmla="*/ 323269299 w 202"/>
                <a:gd name="T35" fmla="*/ 489989340 h 382"/>
                <a:gd name="T36" fmla="*/ 269117603 w 202"/>
                <a:gd name="T37" fmla="*/ 536274708 h 382"/>
                <a:gd name="T38" fmla="*/ 242862235 w 202"/>
                <a:gd name="T39" fmla="*/ 541062806 h 382"/>
                <a:gd name="T40" fmla="*/ 234657432 w 202"/>
                <a:gd name="T41" fmla="*/ 557022711 h 382"/>
                <a:gd name="T42" fmla="*/ 221529748 w 202"/>
                <a:gd name="T43" fmla="*/ 576176366 h 382"/>
                <a:gd name="T44" fmla="*/ 173941894 w 202"/>
                <a:gd name="T45" fmla="*/ 609693052 h 382"/>
                <a:gd name="T46" fmla="*/ 154250327 w 202"/>
                <a:gd name="T47" fmla="*/ 537870320 h 382"/>
                <a:gd name="T48" fmla="*/ 185428617 w 202"/>
                <a:gd name="T49" fmla="*/ 520313539 h 382"/>
                <a:gd name="T50" fmla="*/ 201838222 w 202"/>
                <a:gd name="T51" fmla="*/ 491584952 h 382"/>
                <a:gd name="T52" fmla="*/ 259271840 w 202"/>
                <a:gd name="T53" fmla="*/ 461259489 h 382"/>
                <a:gd name="T54" fmla="*/ 252707998 w 202"/>
                <a:gd name="T55" fmla="*/ 397417341 h 382"/>
                <a:gd name="T56" fmla="*/ 244503195 w 202"/>
                <a:gd name="T57" fmla="*/ 325595793 h 382"/>
                <a:gd name="T58" fmla="*/ 234657432 w 202"/>
                <a:gd name="T59" fmla="*/ 301654040 h 382"/>
                <a:gd name="T60" fmla="*/ 185428617 w 202"/>
                <a:gd name="T61" fmla="*/ 250580574 h 382"/>
                <a:gd name="T62" fmla="*/ 137840722 w 202"/>
                <a:gd name="T63" fmla="*/ 194719010 h 382"/>
                <a:gd name="T64" fmla="*/ 96816710 w 202"/>
                <a:gd name="T65" fmla="*/ 148433603 h 382"/>
                <a:gd name="T66" fmla="*/ 113226315 w 202"/>
                <a:gd name="T67" fmla="*/ 126088724 h 38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02"/>
                <a:gd name="T103" fmla="*/ 0 h 382"/>
                <a:gd name="T104" fmla="*/ 202 w 202"/>
                <a:gd name="T105" fmla="*/ 382 h 38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02" h="382">
                  <a:moveTo>
                    <a:pt x="69" y="79"/>
                  </a:moveTo>
                  <a:lnTo>
                    <a:pt x="62" y="71"/>
                  </a:lnTo>
                  <a:lnTo>
                    <a:pt x="49" y="60"/>
                  </a:lnTo>
                  <a:lnTo>
                    <a:pt x="37" y="66"/>
                  </a:lnTo>
                  <a:lnTo>
                    <a:pt x="21" y="51"/>
                  </a:lnTo>
                  <a:lnTo>
                    <a:pt x="17" y="39"/>
                  </a:lnTo>
                  <a:lnTo>
                    <a:pt x="0" y="22"/>
                  </a:lnTo>
                  <a:lnTo>
                    <a:pt x="4" y="16"/>
                  </a:lnTo>
                  <a:lnTo>
                    <a:pt x="17" y="21"/>
                  </a:lnTo>
                  <a:lnTo>
                    <a:pt x="21" y="16"/>
                  </a:lnTo>
                  <a:lnTo>
                    <a:pt x="30" y="16"/>
                  </a:lnTo>
                  <a:lnTo>
                    <a:pt x="37" y="18"/>
                  </a:lnTo>
                  <a:lnTo>
                    <a:pt x="40" y="15"/>
                  </a:lnTo>
                  <a:lnTo>
                    <a:pt x="49" y="15"/>
                  </a:lnTo>
                  <a:lnTo>
                    <a:pt x="62" y="0"/>
                  </a:lnTo>
                  <a:lnTo>
                    <a:pt x="72" y="2"/>
                  </a:lnTo>
                  <a:lnTo>
                    <a:pt x="100" y="10"/>
                  </a:lnTo>
                  <a:lnTo>
                    <a:pt x="103" y="28"/>
                  </a:lnTo>
                  <a:lnTo>
                    <a:pt x="113" y="35"/>
                  </a:lnTo>
                  <a:lnTo>
                    <a:pt x="136" y="45"/>
                  </a:lnTo>
                  <a:lnTo>
                    <a:pt x="123" y="54"/>
                  </a:lnTo>
                  <a:lnTo>
                    <a:pt x="111" y="61"/>
                  </a:lnTo>
                  <a:lnTo>
                    <a:pt x="111" y="64"/>
                  </a:lnTo>
                  <a:lnTo>
                    <a:pt x="103" y="86"/>
                  </a:lnTo>
                  <a:lnTo>
                    <a:pt x="94" y="109"/>
                  </a:lnTo>
                  <a:lnTo>
                    <a:pt x="110" y="132"/>
                  </a:lnTo>
                  <a:lnTo>
                    <a:pt x="116" y="146"/>
                  </a:lnTo>
                  <a:lnTo>
                    <a:pt x="130" y="160"/>
                  </a:lnTo>
                  <a:lnTo>
                    <a:pt x="145" y="175"/>
                  </a:lnTo>
                  <a:lnTo>
                    <a:pt x="164" y="191"/>
                  </a:lnTo>
                  <a:lnTo>
                    <a:pt x="180" y="207"/>
                  </a:lnTo>
                  <a:lnTo>
                    <a:pt x="191" y="243"/>
                  </a:lnTo>
                  <a:lnTo>
                    <a:pt x="202" y="278"/>
                  </a:lnTo>
                  <a:lnTo>
                    <a:pt x="200" y="287"/>
                  </a:lnTo>
                  <a:lnTo>
                    <a:pt x="200" y="297"/>
                  </a:lnTo>
                  <a:lnTo>
                    <a:pt x="197" y="307"/>
                  </a:lnTo>
                  <a:lnTo>
                    <a:pt x="180" y="321"/>
                  </a:lnTo>
                  <a:lnTo>
                    <a:pt x="164" y="336"/>
                  </a:lnTo>
                  <a:lnTo>
                    <a:pt x="148" y="332"/>
                  </a:lnTo>
                  <a:lnTo>
                    <a:pt x="148" y="339"/>
                  </a:lnTo>
                  <a:lnTo>
                    <a:pt x="148" y="346"/>
                  </a:lnTo>
                  <a:lnTo>
                    <a:pt x="143" y="349"/>
                  </a:lnTo>
                  <a:lnTo>
                    <a:pt x="143" y="359"/>
                  </a:lnTo>
                  <a:lnTo>
                    <a:pt x="135" y="361"/>
                  </a:lnTo>
                  <a:lnTo>
                    <a:pt x="117" y="380"/>
                  </a:lnTo>
                  <a:lnTo>
                    <a:pt x="106" y="382"/>
                  </a:lnTo>
                  <a:lnTo>
                    <a:pt x="109" y="350"/>
                  </a:lnTo>
                  <a:lnTo>
                    <a:pt x="94" y="337"/>
                  </a:lnTo>
                  <a:lnTo>
                    <a:pt x="107" y="329"/>
                  </a:lnTo>
                  <a:lnTo>
                    <a:pt x="113" y="326"/>
                  </a:lnTo>
                  <a:lnTo>
                    <a:pt x="130" y="327"/>
                  </a:lnTo>
                  <a:lnTo>
                    <a:pt x="123" y="308"/>
                  </a:lnTo>
                  <a:lnTo>
                    <a:pt x="136" y="301"/>
                  </a:lnTo>
                  <a:lnTo>
                    <a:pt x="158" y="289"/>
                  </a:lnTo>
                  <a:lnTo>
                    <a:pt x="155" y="269"/>
                  </a:lnTo>
                  <a:lnTo>
                    <a:pt x="154" y="249"/>
                  </a:lnTo>
                  <a:lnTo>
                    <a:pt x="154" y="225"/>
                  </a:lnTo>
                  <a:lnTo>
                    <a:pt x="149" y="204"/>
                  </a:lnTo>
                  <a:lnTo>
                    <a:pt x="143" y="195"/>
                  </a:lnTo>
                  <a:lnTo>
                    <a:pt x="143" y="189"/>
                  </a:lnTo>
                  <a:lnTo>
                    <a:pt x="123" y="173"/>
                  </a:lnTo>
                  <a:lnTo>
                    <a:pt x="113" y="157"/>
                  </a:lnTo>
                  <a:lnTo>
                    <a:pt x="98" y="140"/>
                  </a:lnTo>
                  <a:lnTo>
                    <a:pt x="84" y="122"/>
                  </a:lnTo>
                  <a:lnTo>
                    <a:pt x="55" y="101"/>
                  </a:lnTo>
                  <a:lnTo>
                    <a:pt x="59" y="93"/>
                  </a:lnTo>
                  <a:lnTo>
                    <a:pt x="72" y="89"/>
                  </a:lnTo>
                  <a:lnTo>
                    <a:pt x="69" y="7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="" xmlns:a16="http://schemas.microsoft.com/office/drawing/2014/main" id="{18E04605-131D-40A2-998E-5E768F6DB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5031" y="2987675"/>
              <a:ext cx="19050" cy="50800"/>
            </a:xfrm>
            <a:custGeom>
              <a:avLst/>
              <a:gdLst>
                <a:gd name="T0" fmla="*/ 12758736 w 16"/>
                <a:gd name="T1" fmla="*/ 62903096 h 40"/>
                <a:gd name="T2" fmla="*/ 9922669 w 16"/>
                <a:gd name="T3" fmla="*/ 64515995 h 40"/>
                <a:gd name="T4" fmla="*/ 0 w 16"/>
                <a:gd name="T5" fmla="*/ 58064398 h 40"/>
                <a:gd name="T6" fmla="*/ 0 w 16"/>
                <a:gd name="T7" fmla="*/ 20967702 h 40"/>
                <a:gd name="T8" fmla="*/ 9922669 w 16"/>
                <a:gd name="T9" fmla="*/ 0 h 40"/>
                <a:gd name="T10" fmla="*/ 22681405 w 16"/>
                <a:gd name="T11" fmla="*/ 33870897 h 40"/>
                <a:gd name="T12" fmla="*/ 12758736 w 16"/>
                <a:gd name="T13" fmla="*/ 62903096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40"/>
                <a:gd name="T23" fmla="*/ 16 w 1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40">
                  <a:moveTo>
                    <a:pt x="9" y="39"/>
                  </a:moveTo>
                  <a:lnTo>
                    <a:pt x="7" y="40"/>
                  </a:lnTo>
                  <a:lnTo>
                    <a:pt x="0" y="36"/>
                  </a:lnTo>
                  <a:lnTo>
                    <a:pt x="0" y="13"/>
                  </a:lnTo>
                  <a:lnTo>
                    <a:pt x="7" y="0"/>
                  </a:lnTo>
                  <a:lnTo>
                    <a:pt x="16" y="21"/>
                  </a:lnTo>
                  <a:lnTo>
                    <a:pt x="9" y="3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="" xmlns:a16="http://schemas.microsoft.com/office/drawing/2014/main" id="{10D30C15-B815-472F-9521-0AA115C54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031" y="2538413"/>
              <a:ext cx="598488" cy="477837"/>
            </a:xfrm>
            <a:custGeom>
              <a:avLst/>
              <a:gdLst>
                <a:gd name="T0" fmla="*/ 86088854 w 474"/>
                <a:gd name="T1" fmla="*/ 245377451 h 381"/>
                <a:gd name="T2" fmla="*/ 95654559 w 474"/>
                <a:gd name="T3" fmla="*/ 182459758 h 381"/>
                <a:gd name="T4" fmla="*/ 70146836 w 474"/>
                <a:gd name="T5" fmla="*/ 154146945 h 381"/>
                <a:gd name="T6" fmla="*/ 14348562 w 474"/>
                <a:gd name="T7" fmla="*/ 75500750 h 381"/>
                <a:gd name="T8" fmla="*/ 0 w 474"/>
                <a:gd name="T9" fmla="*/ 12583042 h 381"/>
                <a:gd name="T10" fmla="*/ 20724861 w 474"/>
                <a:gd name="T11" fmla="*/ 4718170 h 381"/>
                <a:gd name="T12" fmla="*/ 66958688 w 474"/>
                <a:gd name="T13" fmla="*/ 34604929 h 381"/>
                <a:gd name="T14" fmla="*/ 130727967 w 474"/>
                <a:gd name="T15" fmla="*/ 0 h 381"/>
                <a:gd name="T16" fmla="*/ 137104261 w 474"/>
                <a:gd name="T17" fmla="*/ 33030952 h 381"/>
                <a:gd name="T18" fmla="*/ 188120971 w 474"/>
                <a:gd name="T19" fmla="*/ 89656529 h 381"/>
                <a:gd name="T20" fmla="*/ 259861229 w 474"/>
                <a:gd name="T21" fmla="*/ 116396580 h 381"/>
                <a:gd name="T22" fmla="*/ 325225193 w 474"/>
                <a:gd name="T23" fmla="*/ 121116003 h 381"/>
                <a:gd name="T24" fmla="*/ 357110532 w 474"/>
                <a:gd name="T25" fmla="*/ 111678412 h 381"/>
                <a:gd name="T26" fmla="*/ 361893384 w 474"/>
                <a:gd name="T27" fmla="*/ 99094120 h 381"/>
                <a:gd name="T28" fmla="*/ 427257348 w 474"/>
                <a:gd name="T29" fmla="*/ 66063158 h 381"/>
                <a:gd name="T30" fmla="*/ 516534310 w 474"/>
                <a:gd name="T31" fmla="*/ 84938361 h 381"/>
                <a:gd name="T32" fmla="*/ 577115422 w 474"/>
                <a:gd name="T33" fmla="*/ 121116003 h 381"/>
                <a:gd name="T34" fmla="*/ 621754534 w 474"/>
                <a:gd name="T35" fmla="*/ 169876721 h 381"/>
                <a:gd name="T36" fmla="*/ 612188830 w 474"/>
                <a:gd name="T37" fmla="*/ 221782846 h 381"/>
                <a:gd name="T38" fmla="*/ 626537387 w 474"/>
                <a:gd name="T39" fmla="*/ 254815043 h 381"/>
                <a:gd name="T40" fmla="*/ 631320239 w 474"/>
                <a:gd name="T41" fmla="*/ 297283576 h 381"/>
                <a:gd name="T42" fmla="*/ 672770099 w 474"/>
                <a:gd name="T43" fmla="*/ 342898888 h 381"/>
                <a:gd name="T44" fmla="*/ 653639795 w 474"/>
                <a:gd name="T45" fmla="*/ 407389304 h 381"/>
                <a:gd name="T46" fmla="*/ 704655360 w 474"/>
                <a:gd name="T47" fmla="*/ 462442129 h 381"/>
                <a:gd name="T48" fmla="*/ 744511620 w 474"/>
                <a:gd name="T49" fmla="*/ 517493699 h 381"/>
                <a:gd name="T50" fmla="*/ 755670767 w 474"/>
                <a:gd name="T51" fmla="*/ 542661028 h 381"/>
                <a:gd name="T52" fmla="*/ 709438212 w 474"/>
                <a:gd name="T53" fmla="*/ 569401079 h 381"/>
                <a:gd name="T54" fmla="*/ 667987247 w 474"/>
                <a:gd name="T55" fmla="*/ 594568407 h 381"/>
                <a:gd name="T56" fmla="*/ 588275831 w 474"/>
                <a:gd name="T57" fmla="*/ 583556838 h 381"/>
                <a:gd name="T58" fmla="*/ 534071014 w 474"/>
                <a:gd name="T59" fmla="*/ 548953173 h 381"/>
                <a:gd name="T60" fmla="*/ 489431902 w 474"/>
                <a:gd name="T61" fmla="*/ 530077991 h 381"/>
                <a:gd name="T62" fmla="*/ 406531234 w 474"/>
                <a:gd name="T63" fmla="*/ 530077991 h 381"/>
                <a:gd name="T64" fmla="*/ 341167271 w 474"/>
                <a:gd name="T65" fmla="*/ 489180926 h 381"/>
                <a:gd name="T66" fmla="*/ 294934637 w 474"/>
                <a:gd name="T67" fmla="*/ 438847524 h 381"/>
                <a:gd name="T68" fmla="*/ 245512672 w 474"/>
                <a:gd name="T69" fmla="*/ 396378990 h 381"/>
                <a:gd name="T70" fmla="*/ 229570673 w 474"/>
                <a:gd name="T71" fmla="*/ 379076530 h 381"/>
                <a:gd name="T72" fmla="*/ 213628674 w 474"/>
                <a:gd name="T73" fmla="*/ 402669881 h 381"/>
                <a:gd name="T74" fmla="*/ 188120971 w 474"/>
                <a:gd name="T75" fmla="*/ 358628625 h 381"/>
                <a:gd name="T76" fmla="*/ 178555266 w 474"/>
                <a:gd name="T77" fmla="*/ 327169073 h 381"/>
                <a:gd name="T78" fmla="*/ 135510819 w 474"/>
                <a:gd name="T79" fmla="*/ 290992685 h 38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74"/>
                <a:gd name="T121" fmla="*/ 0 h 381"/>
                <a:gd name="T122" fmla="*/ 474 w 474"/>
                <a:gd name="T123" fmla="*/ 381 h 38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74" h="381">
                  <a:moveTo>
                    <a:pt x="67" y="173"/>
                  </a:moveTo>
                  <a:lnTo>
                    <a:pt x="54" y="156"/>
                  </a:lnTo>
                  <a:lnTo>
                    <a:pt x="53" y="141"/>
                  </a:lnTo>
                  <a:lnTo>
                    <a:pt x="60" y="116"/>
                  </a:lnTo>
                  <a:lnTo>
                    <a:pt x="60" y="105"/>
                  </a:lnTo>
                  <a:lnTo>
                    <a:pt x="44" y="98"/>
                  </a:lnTo>
                  <a:lnTo>
                    <a:pt x="22" y="67"/>
                  </a:lnTo>
                  <a:lnTo>
                    <a:pt x="9" y="48"/>
                  </a:lnTo>
                  <a:lnTo>
                    <a:pt x="3" y="22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3" y="3"/>
                  </a:lnTo>
                  <a:lnTo>
                    <a:pt x="16" y="8"/>
                  </a:lnTo>
                  <a:lnTo>
                    <a:pt x="42" y="22"/>
                  </a:lnTo>
                  <a:lnTo>
                    <a:pt x="60" y="15"/>
                  </a:lnTo>
                  <a:lnTo>
                    <a:pt x="82" y="0"/>
                  </a:lnTo>
                  <a:lnTo>
                    <a:pt x="88" y="15"/>
                  </a:lnTo>
                  <a:lnTo>
                    <a:pt x="86" y="21"/>
                  </a:lnTo>
                  <a:lnTo>
                    <a:pt x="105" y="34"/>
                  </a:lnTo>
                  <a:lnTo>
                    <a:pt x="118" y="57"/>
                  </a:lnTo>
                  <a:lnTo>
                    <a:pt x="143" y="67"/>
                  </a:lnTo>
                  <a:lnTo>
                    <a:pt x="163" y="74"/>
                  </a:lnTo>
                  <a:lnTo>
                    <a:pt x="185" y="82"/>
                  </a:lnTo>
                  <a:lnTo>
                    <a:pt x="204" y="77"/>
                  </a:lnTo>
                  <a:lnTo>
                    <a:pt x="220" y="74"/>
                  </a:lnTo>
                  <a:lnTo>
                    <a:pt x="224" y="71"/>
                  </a:lnTo>
                  <a:lnTo>
                    <a:pt x="220" y="61"/>
                  </a:lnTo>
                  <a:lnTo>
                    <a:pt x="227" y="63"/>
                  </a:lnTo>
                  <a:lnTo>
                    <a:pt x="243" y="47"/>
                  </a:lnTo>
                  <a:lnTo>
                    <a:pt x="268" y="42"/>
                  </a:lnTo>
                  <a:lnTo>
                    <a:pt x="288" y="41"/>
                  </a:lnTo>
                  <a:lnTo>
                    <a:pt x="324" y="54"/>
                  </a:lnTo>
                  <a:lnTo>
                    <a:pt x="343" y="66"/>
                  </a:lnTo>
                  <a:lnTo>
                    <a:pt x="362" y="77"/>
                  </a:lnTo>
                  <a:lnTo>
                    <a:pt x="381" y="80"/>
                  </a:lnTo>
                  <a:lnTo>
                    <a:pt x="390" y="108"/>
                  </a:lnTo>
                  <a:lnTo>
                    <a:pt x="385" y="138"/>
                  </a:lnTo>
                  <a:lnTo>
                    <a:pt x="384" y="141"/>
                  </a:lnTo>
                  <a:lnTo>
                    <a:pt x="384" y="154"/>
                  </a:lnTo>
                  <a:lnTo>
                    <a:pt x="393" y="162"/>
                  </a:lnTo>
                  <a:lnTo>
                    <a:pt x="390" y="167"/>
                  </a:lnTo>
                  <a:lnTo>
                    <a:pt x="396" y="189"/>
                  </a:lnTo>
                  <a:lnTo>
                    <a:pt x="400" y="211"/>
                  </a:lnTo>
                  <a:lnTo>
                    <a:pt x="422" y="218"/>
                  </a:lnTo>
                  <a:lnTo>
                    <a:pt x="426" y="228"/>
                  </a:lnTo>
                  <a:lnTo>
                    <a:pt x="410" y="259"/>
                  </a:lnTo>
                  <a:lnTo>
                    <a:pt x="426" y="276"/>
                  </a:lnTo>
                  <a:lnTo>
                    <a:pt x="442" y="294"/>
                  </a:lnTo>
                  <a:lnTo>
                    <a:pt x="460" y="302"/>
                  </a:lnTo>
                  <a:lnTo>
                    <a:pt x="467" y="329"/>
                  </a:lnTo>
                  <a:lnTo>
                    <a:pt x="474" y="332"/>
                  </a:lnTo>
                  <a:lnTo>
                    <a:pt x="474" y="345"/>
                  </a:lnTo>
                  <a:lnTo>
                    <a:pt x="454" y="352"/>
                  </a:lnTo>
                  <a:lnTo>
                    <a:pt x="445" y="362"/>
                  </a:lnTo>
                  <a:lnTo>
                    <a:pt x="444" y="381"/>
                  </a:lnTo>
                  <a:lnTo>
                    <a:pt x="419" y="378"/>
                  </a:lnTo>
                  <a:lnTo>
                    <a:pt x="394" y="374"/>
                  </a:lnTo>
                  <a:lnTo>
                    <a:pt x="369" y="371"/>
                  </a:lnTo>
                  <a:lnTo>
                    <a:pt x="345" y="366"/>
                  </a:lnTo>
                  <a:lnTo>
                    <a:pt x="335" y="349"/>
                  </a:lnTo>
                  <a:lnTo>
                    <a:pt x="326" y="330"/>
                  </a:lnTo>
                  <a:lnTo>
                    <a:pt x="307" y="337"/>
                  </a:lnTo>
                  <a:lnTo>
                    <a:pt x="288" y="345"/>
                  </a:lnTo>
                  <a:lnTo>
                    <a:pt x="255" y="337"/>
                  </a:lnTo>
                  <a:lnTo>
                    <a:pt x="234" y="324"/>
                  </a:lnTo>
                  <a:lnTo>
                    <a:pt x="214" y="311"/>
                  </a:lnTo>
                  <a:lnTo>
                    <a:pt x="195" y="295"/>
                  </a:lnTo>
                  <a:lnTo>
                    <a:pt x="185" y="279"/>
                  </a:lnTo>
                  <a:lnTo>
                    <a:pt x="165" y="250"/>
                  </a:lnTo>
                  <a:lnTo>
                    <a:pt x="154" y="252"/>
                  </a:lnTo>
                  <a:lnTo>
                    <a:pt x="144" y="244"/>
                  </a:lnTo>
                  <a:lnTo>
                    <a:pt x="144" y="241"/>
                  </a:lnTo>
                  <a:lnTo>
                    <a:pt x="137" y="255"/>
                  </a:lnTo>
                  <a:lnTo>
                    <a:pt x="134" y="256"/>
                  </a:lnTo>
                  <a:lnTo>
                    <a:pt x="127" y="246"/>
                  </a:lnTo>
                  <a:lnTo>
                    <a:pt x="118" y="228"/>
                  </a:lnTo>
                  <a:lnTo>
                    <a:pt x="111" y="228"/>
                  </a:lnTo>
                  <a:lnTo>
                    <a:pt x="112" y="208"/>
                  </a:lnTo>
                  <a:lnTo>
                    <a:pt x="104" y="196"/>
                  </a:lnTo>
                  <a:lnTo>
                    <a:pt x="85" y="185"/>
                  </a:lnTo>
                  <a:lnTo>
                    <a:pt x="67" y="17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="" xmlns:a16="http://schemas.microsoft.com/office/drawing/2014/main" id="{17110D04-E40D-4D5A-A231-5EACA5F6C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0381" y="2617788"/>
              <a:ext cx="290513" cy="269875"/>
            </a:xfrm>
            <a:custGeom>
              <a:avLst/>
              <a:gdLst>
                <a:gd name="T0" fmla="*/ 240283572 w 228"/>
                <a:gd name="T1" fmla="*/ 144955509 h 215"/>
                <a:gd name="T2" fmla="*/ 238658994 w 228"/>
                <a:gd name="T3" fmla="*/ 121321997 h 215"/>
                <a:gd name="T4" fmla="*/ 250024675 w 228"/>
                <a:gd name="T5" fmla="*/ 81931536 h 215"/>
                <a:gd name="T6" fmla="*/ 250024675 w 228"/>
                <a:gd name="T7" fmla="*/ 64600545 h 215"/>
                <a:gd name="T8" fmla="*/ 224047977 w 228"/>
                <a:gd name="T9" fmla="*/ 53570820 h 215"/>
                <a:gd name="T10" fmla="*/ 188330178 w 228"/>
                <a:gd name="T11" fmla="*/ 4727206 h 215"/>
                <a:gd name="T12" fmla="*/ 170471279 w 228"/>
                <a:gd name="T13" fmla="*/ 7877840 h 215"/>
                <a:gd name="T14" fmla="*/ 160730137 w 228"/>
                <a:gd name="T15" fmla="*/ 0 h 215"/>
                <a:gd name="T16" fmla="*/ 113647930 w 228"/>
                <a:gd name="T17" fmla="*/ 0 h 215"/>
                <a:gd name="T18" fmla="*/ 103906828 w 228"/>
                <a:gd name="T19" fmla="*/ 7877840 h 215"/>
                <a:gd name="T20" fmla="*/ 69812314 w 228"/>
                <a:gd name="T21" fmla="*/ 39390452 h 215"/>
                <a:gd name="T22" fmla="*/ 73058923 w 228"/>
                <a:gd name="T23" fmla="*/ 78780903 h 215"/>
                <a:gd name="T24" fmla="*/ 73058923 w 228"/>
                <a:gd name="T25" fmla="*/ 116594793 h 215"/>
                <a:gd name="T26" fmla="*/ 37341114 w 228"/>
                <a:gd name="T27" fmla="*/ 140229560 h 215"/>
                <a:gd name="T28" fmla="*/ 0 w 228"/>
                <a:gd name="T29" fmla="*/ 160712439 h 215"/>
                <a:gd name="T30" fmla="*/ 22730098 w 228"/>
                <a:gd name="T31" fmla="*/ 207980757 h 215"/>
                <a:gd name="T32" fmla="*/ 58446633 w 228"/>
                <a:gd name="T33" fmla="*/ 225311748 h 215"/>
                <a:gd name="T34" fmla="*/ 94164452 w 228"/>
                <a:gd name="T35" fmla="*/ 241068678 h 215"/>
                <a:gd name="T36" fmla="*/ 129882251 w 228"/>
                <a:gd name="T37" fmla="*/ 253672465 h 215"/>
                <a:gd name="T38" fmla="*/ 165600051 w 228"/>
                <a:gd name="T39" fmla="*/ 271004711 h 215"/>
                <a:gd name="T40" fmla="*/ 198071280 w 228"/>
                <a:gd name="T41" fmla="*/ 302517315 h 215"/>
                <a:gd name="T42" fmla="*/ 235412384 w 228"/>
                <a:gd name="T43" fmla="*/ 334028743 h 215"/>
                <a:gd name="T44" fmla="*/ 301976795 w 228"/>
                <a:gd name="T45" fmla="*/ 338755947 h 215"/>
                <a:gd name="T46" fmla="*/ 318212390 w 228"/>
                <a:gd name="T47" fmla="*/ 302517315 h 215"/>
                <a:gd name="T48" fmla="*/ 349060355 w 228"/>
                <a:gd name="T49" fmla="*/ 300940744 h 215"/>
                <a:gd name="T50" fmla="*/ 370165864 w 228"/>
                <a:gd name="T51" fmla="*/ 302517315 h 215"/>
                <a:gd name="T52" fmla="*/ 358801457 w 228"/>
                <a:gd name="T53" fmla="*/ 286760385 h 215"/>
                <a:gd name="T54" fmla="*/ 344189166 w 228"/>
                <a:gd name="T55" fmla="*/ 258399669 h 215"/>
                <a:gd name="T56" fmla="*/ 332824680 w 228"/>
                <a:gd name="T57" fmla="*/ 258399669 h 215"/>
                <a:gd name="T58" fmla="*/ 334448064 w 228"/>
                <a:gd name="T59" fmla="*/ 226888320 h 215"/>
                <a:gd name="T60" fmla="*/ 321460273 w 228"/>
                <a:gd name="T61" fmla="*/ 207980757 h 215"/>
                <a:gd name="T62" fmla="*/ 290612388 w 228"/>
                <a:gd name="T63" fmla="*/ 190648511 h 215"/>
                <a:gd name="T64" fmla="*/ 261389081 w 228"/>
                <a:gd name="T65" fmla="*/ 171740948 h 215"/>
                <a:gd name="T66" fmla="*/ 240283572 w 228"/>
                <a:gd name="T67" fmla="*/ 144955509 h 21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28"/>
                <a:gd name="T103" fmla="*/ 0 h 215"/>
                <a:gd name="T104" fmla="*/ 228 w 228"/>
                <a:gd name="T105" fmla="*/ 215 h 215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28" h="215">
                  <a:moveTo>
                    <a:pt x="148" y="92"/>
                  </a:moveTo>
                  <a:lnTo>
                    <a:pt x="147" y="77"/>
                  </a:lnTo>
                  <a:lnTo>
                    <a:pt x="154" y="52"/>
                  </a:lnTo>
                  <a:lnTo>
                    <a:pt x="154" y="41"/>
                  </a:lnTo>
                  <a:lnTo>
                    <a:pt x="138" y="34"/>
                  </a:lnTo>
                  <a:lnTo>
                    <a:pt x="116" y="3"/>
                  </a:lnTo>
                  <a:lnTo>
                    <a:pt x="105" y="5"/>
                  </a:lnTo>
                  <a:lnTo>
                    <a:pt x="99" y="0"/>
                  </a:lnTo>
                  <a:lnTo>
                    <a:pt x="70" y="0"/>
                  </a:lnTo>
                  <a:lnTo>
                    <a:pt x="64" y="5"/>
                  </a:lnTo>
                  <a:lnTo>
                    <a:pt x="43" y="25"/>
                  </a:lnTo>
                  <a:lnTo>
                    <a:pt x="45" y="50"/>
                  </a:lnTo>
                  <a:lnTo>
                    <a:pt x="45" y="74"/>
                  </a:lnTo>
                  <a:lnTo>
                    <a:pt x="23" y="89"/>
                  </a:lnTo>
                  <a:lnTo>
                    <a:pt x="0" y="102"/>
                  </a:lnTo>
                  <a:lnTo>
                    <a:pt x="14" y="132"/>
                  </a:lnTo>
                  <a:lnTo>
                    <a:pt x="36" y="143"/>
                  </a:lnTo>
                  <a:lnTo>
                    <a:pt x="58" y="153"/>
                  </a:lnTo>
                  <a:lnTo>
                    <a:pt x="80" y="161"/>
                  </a:lnTo>
                  <a:lnTo>
                    <a:pt x="102" y="172"/>
                  </a:lnTo>
                  <a:lnTo>
                    <a:pt x="122" y="192"/>
                  </a:lnTo>
                  <a:lnTo>
                    <a:pt x="145" y="212"/>
                  </a:lnTo>
                  <a:lnTo>
                    <a:pt x="186" y="215"/>
                  </a:lnTo>
                  <a:lnTo>
                    <a:pt x="196" y="192"/>
                  </a:lnTo>
                  <a:lnTo>
                    <a:pt x="215" y="191"/>
                  </a:lnTo>
                  <a:lnTo>
                    <a:pt x="228" y="192"/>
                  </a:lnTo>
                  <a:lnTo>
                    <a:pt x="221" y="182"/>
                  </a:lnTo>
                  <a:lnTo>
                    <a:pt x="212" y="164"/>
                  </a:lnTo>
                  <a:lnTo>
                    <a:pt x="205" y="164"/>
                  </a:lnTo>
                  <a:lnTo>
                    <a:pt x="206" y="144"/>
                  </a:lnTo>
                  <a:lnTo>
                    <a:pt x="198" y="132"/>
                  </a:lnTo>
                  <a:lnTo>
                    <a:pt x="179" y="121"/>
                  </a:lnTo>
                  <a:lnTo>
                    <a:pt x="161" y="109"/>
                  </a:lnTo>
                  <a:lnTo>
                    <a:pt x="148" y="9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="" xmlns:a16="http://schemas.microsoft.com/office/drawing/2014/main" id="{C6C3350D-F6D9-47D9-8218-BC724B55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331" y="2860675"/>
              <a:ext cx="55563" cy="46038"/>
            </a:xfrm>
            <a:custGeom>
              <a:avLst/>
              <a:gdLst>
                <a:gd name="T0" fmla="*/ 58439354 w 43"/>
                <a:gd name="T1" fmla="*/ 15328292 h 39"/>
                <a:gd name="T2" fmla="*/ 46751746 w 43"/>
                <a:gd name="T3" fmla="*/ 18115360 h 39"/>
                <a:gd name="T4" fmla="*/ 48421219 w 43"/>
                <a:gd name="T5" fmla="*/ 25082446 h 39"/>
                <a:gd name="T6" fmla="*/ 71796436 w 43"/>
                <a:gd name="T7" fmla="*/ 54346085 h 39"/>
                <a:gd name="T8" fmla="*/ 41742022 w 43"/>
                <a:gd name="T9" fmla="*/ 47379004 h 39"/>
                <a:gd name="T10" fmla="*/ 33393361 w 43"/>
                <a:gd name="T11" fmla="*/ 37623665 h 39"/>
                <a:gd name="T12" fmla="*/ 0 w 43"/>
                <a:gd name="T13" fmla="*/ 33443652 h 39"/>
                <a:gd name="T14" fmla="*/ 16697327 w 43"/>
                <a:gd name="T15" fmla="*/ 1392945 h 39"/>
                <a:gd name="T16" fmla="*/ 48421219 w 43"/>
                <a:gd name="T17" fmla="*/ 0 h 39"/>
                <a:gd name="T18" fmla="*/ 58439354 w 43"/>
                <a:gd name="T19" fmla="*/ 15328292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3"/>
                <a:gd name="T31" fmla="*/ 0 h 39"/>
                <a:gd name="T32" fmla="*/ 43 w 43"/>
                <a:gd name="T33" fmla="*/ 39 h 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3" h="39">
                  <a:moveTo>
                    <a:pt x="35" y="11"/>
                  </a:moveTo>
                  <a:lnTo>
                    <a:pt x="28" y="13"/>
                  </a:lnTo>
                  <a:lnTo>
                    <a:pt x="29" y="18"/>
                  </a:lnTo>
                  <a:lnTo>
                    <a:pt x="43" y="39"/>
                  </a:lnTo>
                  <a:lnTo>
                    <a:pt x="25" y="34"/>
                  </a:lnTo>
                  <a:lnTo>
                    <a:pt x="20" y="27"/>
                  </a:lnTo>
                  <a:lnTo>
                    <a:pt x="0" y="24"/>
                  </a:lnTo>
                  <a:lnTo>
                    <a:pt x="10" y="1"/>
                  </a:lnTo>
                  <a:lnTo>
                    <a:pt x="29" y="0"/>
                  </a:lnTo>
                  <a:lnTo>
                    <a:pt x="35" y="1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="" xmlns:a16="http://schemas.microsoft.com/office/drawing/2014/main" id="{5BD69F63-A798-4452-9BA6-C15F60C5D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1006" y="2843213"/>
              <a:ext cx="238125" cy="130175"/>
            </a:xfrm>
            <a:custGeom>
              <a:avLst/>
              <a:gdLst>
                <a:gd name="T0" fmla="*/ 169639021 w 190"/>
                <a:gd name="T1" fmla="*/ 127571502 h 105"/>
                <a:gd name="T2" fmla="*/ 124088190 w 190"/>
                <a:gd name="T3" fmla="*/ 119886220 h 105"/>
                <a:gd name="T4" fmla="*/ 89531251 w 190"/>
                <a:gd name="T5" fmla="*/ 113738242 h 105"/>
                <a:gd name="T6" fmla="*/ 45550811 w 190"/>
                <a:gd name="T7" fmla="*/ 90683637 h 105"/>
                <a:gd name="T8" fmla="*/ 0 w 190"/>
                <a:gd name="T9" fmla="*/ 69165076 h 105"/>
                <a:gd name="T10" fmla="*/ 0 w 190"/>
                <a:gd name="T11" fmla="*/ 44573166 h 105"/>
                <a:gd name="T12" fmla="*/ 18848219 w 190"/>
                <a:gd name="T13" fmla="*/ 10758656 h 105"/>
                <a:gd name="T14" fmla="*/ 20419844 w 190"/>
                <a:gd name="T15" fmla="*/ 13833264 h 105"/>
                <a:gd name="T16" fmla="*/ 36127321 w 190"/>
                <a:gd name="T17" fmla="*/ 0 h 105"/>
                <a:gd name="T18" fmla="*/ 65970650 w 190"/>
                <a:gd name="T19" fmla="*/ 18443937 h 105"/>
                <a:gd name="T20" fmla="*/ 111522714 w 190"/>
                <a:gd name="T21" fmla="*/ 53795752 h 105"/>
                <a:gd name="T22" fmla="*/ 125658561 w 190"/>
                <a:gd name="T23" fmla="*/ 46110470 h 105"/>
                <a:gd name="T24" fmla="*/ 139795662 w 190"/>
                <a:gd name="T25" fmla="*/ 59943730 h 105"/>
                <a:gd name="T26" fmla="*/ 171210645 w 190"/>
                <a:gd name="T27" fmla="*/ 73776989 h 105"/>
                <a:gd name="T28" fmla="*/ 175921759 w 190"/>
                <a:gd name="T29" fmla="*/ 82998355 h 105"/>
                <a:gd name="T30" fmla="*/ 215191065 w 190"/>
                <a:gd name="T31" fmla="*/ 98368918 h 105"/>
                <a:gd name="T32" fmla="*/ 245034384 w 190"/>
                <a:gd name="T33" fmla="*/ 99906223 h 105"/>
                <a:gd name="T34" fmla="*/ 287444433 w 190"/>
                <a:gd name="T35" fmla="*/ 104516896 h 105"/>
                <a:gd name="T36" fmla="*/ 298439538 w 190"/>
                <a:gd name="T37" fmla="*/ 161385998 h 105"/>
                <a:gd name="T38" fmla="*/ 257599861 w 190"/>
                <a:gd name="T39" fmla="*/ 158311389 h 105"/>
                <a:gd name="T40" fmla="*/ 212049069 w 190"/>
                <a:gd name="T41" fmla="*/ 153700716 h 105"/>
                <a:gd name="T42" fmla="*/ 186916864 w 190"/>
                <a:gd name="T43" fmla="*/ 147552738 h 105"/>
                <a:gd name="T44" fmla="*/ 169639021 w 190"/>
                <a:gd name="T45" fmla="*/ 127571502 h 10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90"/>
                <a:gd name="T70" fmla="*/ 0 h 105"/>
                <a:gd name="T71" fmla="*/ 190 w 190"/>
                <a:gd name="T72" fmla="*/ 105 h 10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90" h="105">
                  <a:moveTo>
                    <a:pt x="108" y="83"/>
                  </a:moveTo>
                  <a:lnTo>
                    <a:pt x="79" y="78"/>
                  </a:lnTo>
                  <a:lnTo>
                    <a:pt x="57" y="74"/>
                  </a:lnTo>
                  <a:lnTo>
                    <a:pt x="29" y="59"/>
                  </a:lnTo>
                  <a:lnTo>
                    <a:pt x="0" y="45"/>
                  </a:lnTo>
                  <a:lnTo>
                    <a:pt x="0" y="29"/>
                  </a:lnTo>
                  <a:lnTo>
                    <a:pt x="12" y="7"/>
                  </a:lnTo>
                  <a:lnTo>
                    <a:pt x="13" y="9"/>
                  </a:lnTo>
                  <a:lnTo>
                    <a:pt x="23" y="0"/>
                  </a:lnTo>
                  <a:lnTo>
                    <a:pt x="42" y="12"/>
                  </a:lnTo>
                  <a:lnTo>
                    <a:pt x="71" y="35"/>
                  </a:lnTo>
                  <a:lnTo>
                    <a:pt x="80" y="30"/>
                  </a:lnTo>
                  <a:lnTo>
                    <a:pt x="89" y="39"/>
                  </a:lnTo>
                  <a:lnTo>
                    <a:pt x="109" y="48"/>
                  </a:lnTo>
                  <a:lnTo>
                    <a:pt x="112" y="54"/>
                  </a:lnTo>
                  <a:lnTo>
                    <a:pt x="137" y="64"/>
                  </a:lnTo>
                  <a:lnTo>
                    <a:pt x="156" y="65"/>
                  </a:lnTo>
                  <a:lnTo>
                    <a:pt x="183" y="68"/>
                  </a:lnTo>
                  <a:lnTo>
                    <a:pt x="190" y="105"/>
                  </a:lnTo>
                  <a:lnTo>
                    <a:pt x="164" y="103"/>
                  </a:lnTo>
                  <a:lnTo>
                    <a:pt x="135" y="100"/>
                  </a:lnTo>
                  <a:lnTo>
                    <a:pt x="119" y="96"/>
                  </a:lnTo>
                  <a:lnTo>
                    <a:pt x="108" y="8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="" xmlns:a16="http://schemas.microsoft.com/office/drawing/2014/main" id="{3C4ECA90-DCC7-40B1-B52E-3B46D8B6E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0144" y="2624138"/>
              <a:ext cx="430212" cy="441325"/>
            </a:xfrm>
            <a:custGeom>
              <a:avLst/>
              <a:gdLst>
                <a:gd name="T0" fmla="*/ 235975666 w 343"/>
                <a:gd name="T1" fmla="*/ 508502485 h 349"/>
                <a:gd name="T2" fmla="*/ 267440081 w 343"/>
                <a:gd name="T3" fmla="*/ 548479688 h 349"/>
                <a:gd name="T4" fmla="*/ 313061351 w 343"/>
                <a:gd name="T5" fmla="*/ 550078068 h 349"/>
                <a:gd name="T6" fmla="*/ 341378901 w 343"/>
                <a:gd name="T7" fmla="*/ 537285970 h 349"/>
                <a:gd name="T8" fmla="*/ 391719959 w 343"/>
                <a:gd name="T9" fmla="*/ 534087946 h 349"/>
                <a:gd name="T10" fmla="*/ 358683954 w 343"/>
                <a:gd name="T11" fmla="*/ 476520976 h 349"/>
                <a:gd name="T12" fmla="*/ 324073771 w 343"/>
                <a:gd name="T13" fmla="*/ 431747369 h 349"/>
                <a:gd name="T14" fmla="*/ 357111109 w 343"/>
                <a:gd name="T15" fmla="*/ 385374118 h 349"/>
                <a:gd name="T16" fmla="*/ 413744799 w 343"/>
                <a:gd name="T17" fmla="*/ 350195849 h 349"/>
                <a:gd name="T18" fmla="*/ 454647535 w 343"/>
                <a:gd name="T19" fmla="*/ 283034727 h 349"/>
                <a:gd name="T20" fmla="*/ 462513012 w 343"/>
                <a:gd name="T21" fmla="*/ 222269734 h 349"/>
                <a:gd name="T22" fmla="*/ 468805644 w 343"/>
                <a:gd name="T23" fmla="*/ 193487514 h 349"/>
                <a:gd name="T24" fmla="*/ 438915327 w 343"/>
                <a:gd name="T25" fmla="*/ 167902053 h 349"/>
                <a:gd name="T26" fmla="*/ 432622695 w 343"/>
                <a:gd name="T27" fmla="*/ 132722480 h 349"/>
                <a:gd name="T28" fmla="*/ 416891742 w 343"/>
                <a:gd name="T29" fmla="*/ 99142591 h 349"/>
                <a:gd name="T30" fmla="*/ 504988592 w 343"/>
                <a:gd name="T31" fmla="*/ 95943302 h 349"/>
                <a:gd name="T32" fmla="*/ 492403328 w 343"/>
                <a:gd name="T33" fmla="*/ 51169676 h 349"/>
                <a:gd name="T34" fmla="*/ 449927747 w 343"/>
                <a:gd name="T35" fmla="*/ 11193723 h 349"/>
                <a:gd name="T36" fmla="*/ 368122275 w 343"/>
                <a:gd name="T37" fmla="*/ 9594076 h 349"/>
                <a:gd name="T38" fmla="*/ 308341563 w 343"/>
                <a:gd name="T39" fmla="*/ 44773627 h 349"/>
                <a:gd name="T40" fmla="*/ 317781139 w 343"/>
                <a:gd name="T41" fmla="*/ 111934689 h 349"/>
                <a:gd name="T42" fmla="*/ 281598190 w 343"/>
                <a:gd name="T43" fmla="*/ 132722480 h 349"/>
                <a:gd name="T44" fmla="*/ 275305558 w 343"/>
                <a:gd name="T45" fmla="*/ 179095771 h 349"/>
                <a:gd name="T46" fmla="*/ 237549765 w 343"/>
                <a:gd name="T47" fmla="*/ 225467758 h 349"/>
                <a:gd name="T48" fmla="*/ 195074184 w 343"/>
                <a:gd name="T49" fmla="*/ 251053218 h 349"/>
                <a:gd name="T50" fmla="*/ 187207453 w 343"/>
                <a:gd name="T51" fmla="*/ 302222874 h 349"/>
                <a:gd name="T52" fmla="*/ 111695828 w 343"/>
                <a:gd name="T53" fmla="*/ 321412285 h 349"/>
                <a:gd name="T54" fmla="*/ 29890326 w 343"/>
                <a:gd name="T55" fmla="*/ 311818212 h 349"/>
                <a:gd name="T56" fmla="*/ 25170538 w 343"/>
                <a:gd name="T57" fmla="*/ 329407979 h 349"/>
                <a:gd name="T58" fmla="*/ 78658549 w 343"/>
                <a:gd name="T59" fmla="*/ 370983640 h 349"/>
                <a:gd name="T60" fmla="*/ 100683408 w 343"/>
                <a:gd name="T61" fmla="*/ 418955272 h 349"/>
                <a:gd name="T62" fmla="*/ 69220228 w 343"/>
                <a:gd name="T63" fmla="*/ 450936781 h 349"/>
                <a:gd name="T64" fmla="*/ 53488020 w 343"/>
                <a:gd name="T65" fmla="*/ 497308768 h 349"/>
                <a:gd name="T66" fmla="*/ 119561305 w 343"/>
                <a:gd name="T67" fmla="*/ 497308768 h 349"/>
                <a:gd name="T68" fmla="*/ 185634609 w 343"/>
                <a:gd name="T69" fmla="*/ 490912719 h 34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43"/>
                <a:gd name="T106" fmla="*/ 0 h 349"/>
                <a:gd name="T107" fmla="*/ 343 w 343"/>
                <a:gd name="T108" fmla="*/ 349 h 34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43" h="349">
                  <a:moveTo>
                    <a:pt x="141" y="305"/>
                  </a:moveTo>
                  <a:lnTo>
                    <a:pt x="150" y="318"/>
                  </a:lnTo>
                  <a:lnTo>
                    <a:pt x="157" y="323"/>
                  </a:lnTo>
                  <a:lnTo>
                    <a:pt x="170" y="343"/>
                  </a:lnTo>
                  <a:lnTo>
                    <a:pt x="188" y="349"/>
                  </a:lnTo>
                  <a:lnTo>
                    <a:pt x="199" y="344"/>
                  </a:lnTo>
                  <a:lnTo>
                    <a:pt x="198" y="334"/>
                  </a:lnTo>
                  <a:lnTo>
                    <a:pt x="217" y="336"/>
                  </a:lnTo>
                  <a:lnTo>
                    <a:pt x="240" y="333"/>
                  </a:lnTo>
                  <a:lnTo>
                    <a:pt x="249" y="334"/>
                  </a:lnTo>
                  <a:lnTo>
                    <a:pt x="237" y="299"/>
                  </a:lnTo>
                  <a:lnTo>
                    <a:pt x="228" y="298"/>
                  </a:lnTo>
                  <a:lnTo>
                    <a:pt x="222" y="280"/>
                  </a:lnTo>
                  <a:lnTo>
                    <a:pt x="206" y="270"/>
                  </a:lnTo>
                  <a:lnTo>
                    <a:pt x="218" y="240"/>
                  </a:lnTo>
                  <a:lnTo>
                    <a:pt x="227" y="241"/>
                  </a:lnTo>
                  <a:lnTo>
                    <a:pt x="249" y="241"/>
                  </a:lnTo>
                  <a:lnTo>
                    <a:pt x="263" y="219"/>
                  </a:lnTo>
                  <a:lnTo>
                    <a:pt x="278" y="196"/>
                  </a:lnTo>
                  <a:lnTo>
                    <a:pt x="289" y="177"/>
                  </a:lnTo>
                  <a:lnTo>
                    <a:pt x="298" y="160"/>
                  </a:lnTo>
                  <a:lnTo>
                    <a:pt x="294" y="139"/>
                  </a:lnTo>
                  <a:lnTo>
                    <a:pt x="308" y="129"/>
                  </a:lnTo>
                  <a:lnTo>
                    <a:pt x="298" y="121"/>
                  </a:lnTo>
                  <a:lnTo>
                    <a:pt x="289" y="110"/>
                  </a:lnTo>
                  <a:lnTo>
                    <a:pt x="279" y="105"/>
                  </a:lnTo>
                  <a:lnTo>
                    <a:pt x="273" y="92"/>
                  </a:lnTo>
                  <a:lnTo>
                    <a:pt x="275" y="83"/>
                  </a:lnTo>
                  <a:lnTo>
                    <a:pt x="263" y="71"/>
                  </a:lnTo>
                  <a:lnTo>
                    <a:pt x="265" y="62"/>
                  </a:lnTo>
                  <a:lnTo>
                    <a:pt x="297" y="67"/>
                  </a:lnTo>
                  <a:lnTo>
                    <a:pt x="321" y="60"/>
                  </a:lnTo>
                  <a:lnTo>
                    <a:pt x="343" y="41"/>
                  </a:lnTo>
                  <a:lnTo>
                    <a:pt x="313" y="32"/>
                  </a:lnTo>
                  <a:lnTo>
                    <a:pt x="297" y="25"/>
                  </a:lnTo>
                  <a:lnTo>
                    <a:pt x="286" y="7"/>
                  </a:lnTo>
                  <a:lnTo>
                    <a:pt x="260" y="0"/>
                  </a:lnTo>
                  <a:lnTo>
                    <a:pt x="234" y="6"/>
                  </a:lnTo>
                  <a:lnTo>
                    <a:pt x="208" y="12"/>
                  </a:lnTo>
                  <a:lnTo>
                    <a:pt x="196" y="28"/>
                  </a:lnTo>
                  <a:lnTo>
                    <a:pt x="208" y="51"/>
                  </a:lnTo>
                  <a:lnTo>
                    <a:pt x="202" y="70"/>
                  </a:lnTo>
                  <a:lnTo>
                    <a:pt x="198" y="81"/>
                  </a:lnTo>
                  <a:lnTo>
                    <a:pt x="179" y="83"/>
                  </a:lnTo>
                  <a:lnTo>
                    <a:pt x="192" y="97"/>
                  </a:lnTo>
                  <a:lnTo>
                    <a:pt x="175" y="112"/>
                  </a:lnTo>
                  <a:lnTo>
                    <a:pt x="173" y="142"/>
                  </a:lnTo>
                  <a:lnTo>
                    <a:pt x="151" y="141"/>
                  </a:lnTo>
                  <a:lnTo>
                    <a:pt x="145" y="148"/>
                  </a:lnTo>
                  <a:lnTo>
                    <a:pt x="124" y="157"/>
                  </a:lnTo>
                  <a:lnTo>
                    <a:pt x="119" y="177"/>
                  </a:lnTo>
                  <a:lnTo>
                    <a:pt x="119" y="189"/>
                  </a:lnTo>
                  <a:lnTo>
                    <a:pt x="96" y="195"/>
                  </a:lnTo>
                  <a:lnTo>
                    <a:pt x="71" y="201"/>
                  </a:lnTo>
                  <a:lnTo>
                    <a:pt x="38" y="201"/>
                  </a:lnTo>
                  <a:lnTo>
                    <a:pt x="19" y="195"/>
                  </a:lnTo>
                  <a:lnTo>
                    <a:pt x="0" y="189"/>
                  </a:lnTo>
                  <a:lnTo>
                    <a:pt x="16" y="206"/>
                  </a:lnTo>
                  <a:lnTo>
                    <a:pt x="32" y="224"/>
                  </a:lnTo>
                  <a:lnTo>
                    <a:pt x="50" y="232"/>
                  </a:lnTo>
                  <a:lnTo>
                    <a:pt x="57" y="259"/>
                  </a:lnTo>
                  <a:lnTo>
                    <a:pt x="64" y="262"/>
                  </a:lnTo>
                  <a:lnTo>
                    <a:pt x="64" y="275"/>
                  </a:lnTo>
                  <a:lnTo>
                    <a:pt x="44" y="282"/>
                  </a:lnTo>
                  <a:lnTo>
                    <a:pt x="35" y="292"/>
                  </a:lnTo>
                  <a:lnTo>
                    <a:pt x="34" y="311"/>
                  </a:lnTo>
                  <a:lnTo>
                    <a:pt x="55" y="311"/>
                  </a:lnTo>
                  <a:lnTo>
                    <a:pt x="76" y="311"/>
                  </a:lnTo>
                  <a:lnTo>
                    <a:pt x="93" y="309"/>
                  </a:lnTo>
                  <a:lnTo>
                    <a:pt x="118" y="307"/>
                  </a:lnTo>
                  <a:lnTo>
                    <a:pt x="141" y="30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="" xmlns:a16="http://schemas.microsoft.com/office/drawing/2014/main" id="{CC605418-8911-414E-8038-0C075885C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794" y="2805113"/>
              <a:ext cx="328612" cy="328612"/>
            </a:xfrm>
            <a:custGeom>
              <a:avLst/>
              <a:gdLst>
                <a:gd name="T0" fmla="*/ 335161145 w 257"/>
                <a:gd name="T1" fmla="*/ 151755518 h 260"/>
                <a:gd name="T2" fmla="*/ 310638007 w 257"/>
                <a:gd name="T3" fmla="*/ 115014185 h 260"/>
                <a:gd name="T4" fmla="*/ 286113590 w 257"/>
                <a:gd name="T5" fmla="*/ 75078979 h 260"/>
                <a:gd name="T6" fmla="*/ 277939210 w 257"/>
                <a:gd name="T7" fmla="*/ 79871657 h 260"/>
                <a:gd name="T8" fmla="*/ 294287969 w 257"/>
                <a:gd name="T9" fmla="*/ 110222772 h 260"/>
                <a:gd name="T10" fmla="*/ 310638007 w 257"/>
                <a:gd name="T11" fmla="*/ 142170163 h 260"/>
                <a:gd name="T12" fmla="*/ 326986766 w 257"/>
                <a:gd name="T13" fmla="*/ 172521298 h 260"/>
                <a:gd name="T14" fmla="*/ 343336883 w 257"/>
                <a:gd name="T15" fmla="*/ 202872394 h 260"/>
                <a:gd name="T16" fmla="*/ 361321029 w 257"/>
                <a:gd name="T17" fmla="*/ 233223489 h 260"/>
                <a:gd name="T18" fmla="*/ 377669788 w 257"/>
                <a:gd name="T19" fmla="*/ 263574585 h 260"/>
                <a:gd name="T20" fmla="*/ 398924709 w 257"/>
                <a:gd name="T21" fmla="*/ 292328121 h 260"/>
                <a:gd name="T22" fmla="*/ 420178351 w 257"/>
                <a:gd name="T23" fmla="*/ 321081658 h 260"/>
                <a:gd name="T24" fmla="*/ 415273468 w 257"/>
                <a:gd name="T25" fmla="*/ 322679217 h 260"/>
                <a:gd name="T26" fmla="*/ 416908855 w 257"/>
                <a:gd name="T27" fmla="*/ 357823069 h 260"/>
                <a:gd name="T28" fmla="*/ 403828314 w 257"/>
                <a:gd name="T29" fmla="*/ 373797396 h 260"/>
                <a:gd name="T30" fmla="*/ 394019826 w 257"/>
                <a:gd name="T31" fmla="*/ 369004719 h 260"/>
                <a:gd name="T32" fmla="*/ 384210059 w 257"/>
                <a:gd name="T33" fmla="*/ 392965578 h 260"/>
                <a:gd name="T34" fmla="*/ 364590525 w 257"/>
                <a:gd name="T35" fmla="*/ 397758256 h 260"/>
                <a:gd name="T36" fmla="*/ 358050255 w 257"/>
                <a:gd name="T37" fmla="*/ 415330142 h 260"/>
                <a:gd name="T38" fmla="*/ 310638007 w 257"/>
                <a:gd name="T39" fmla="*/ 412135024 h 260"/>
                <a:gd name="T40" fmla="*/ 264859947 w 257"/>
                <a:gd name="T41" fmla="*/ 404148492 h 260"/>
                <a:gd name="T42" fmla="*/ 263224560 w 257"/>
                <a:gd name="T43" fmla="*/ 397758256 h 260"/>
                <a:gd name="T44" fmla="*/ 258319677 w 257"/>
                <a:gd name="T45" fmla="*/ 404148492 h 260"/>
                <a:gd name="T46" fmla="*/ 227256268 w 257"/>
                <a:gd name="T47" fmla="*/ 404148492 h 260"/>
                <a:gd name="T48" fmla="*/ 199462355 w 257"/>
                <a:gd name="T49" fmla="*/ 404148492 h 260"/>
                <a:gd name="T50" fmla="*/ 170033054 w 257"/>
                <a:gd name="T51" fmla="*/ 404148492 h 260"/>
                <a:gd name="T52" fmla="*/ 142239101 w 257"/>
                <a:gd name="T53" fmla="*/ 404148492 h 260"/>
                <a:gd name="T54" fmla="*/ 111175692 w 257"/>
                <a:gd name="T55" fmla="*/ 404148492 h 260"/>
                <a:gd name="T56" fmla="*/ 83381759 w 257"/>
                <a:gd name="T57" fmla="*/ 404148492 h 260"/>
                <a:gd name="T58" fmla="*/ 53952459 w 257"/>
                <a:gd name="T59" fmla="*/ 404148492 h 260"/>
                <a:gd name="T60" fmla="*/ 26158536 w 257"/>
                <a:gd name="T61" fmla="*/ 404148492 h 260"/>
                <a:gd name="T62" fmla="*/ 22889040 w 257"/>
                <a:gd name="T63" fmla="*/ 365809601 h 260"/>
                <a:gd name="T64" fmla="*/ 21253652 w 257"/>
                <a:gd name="T65" fmla="*/ 325874335 h 260"/>
                <a:gd name="T66" fmla="*/ 17984151 w 257"/>
                <a:gd name="T67" fmla="*/ 285939149 h 260"/>
                <a:gd name="T68" fmla="*/ 16348764 w 257"/>
                <a:gd name="T69" fmla="*/ 249197817 h 260"/>
                <a:gd name="T70" fmla="*/ 11445159 w 257"/>
                <a:gd name="T71" fmla="*/ 209262630 h 260"/>
                <a:gd name="T72" fmla="*/ 8174382 w 257"/>
                <a:gd name="T73" fmla="*/ 169327444 h 260"/>
                <a:gd name="T74" fmla="*/ 6540273 w 257"/>
                <a:gd name="T75" fmla="*/ 130988513 h 260"/>
                <a:gd name="T76" fmla="*/ 4904885 w 257"/>
                <a:gd name="T77" fmla="*/ 91053326 h 260"/>
                <a:gd name="T78" fmla="*/ 1635388 w 257"/>
                <a:gd name="T79" fmla="*/ 59104652 h 260"/>
                <a:gd name="T80" fmla="*/ 0 w 257"/>
                <a:gd name="T81" fmla="*/ 25558428 h 260"/>
                <a:gd name="T82" fmla="*/ 6540273 w 257"/>
                <a:gd name="T83" fmla="*/ 0 h 260"/>
                <a:gd name="T84" fmla="*/ 31063419 w 257"/>
                <a:gd name="T85" fmla="*/ 0 h 260"/>
                <a:gd name="T86" fmla="*/ 86651275 w 257"/>
                <a:gd name="T87" fmla="*/ 17571891 h 260"/>
                <a:gd name="T88" fmla="*/ 143874489 w 257"/>
                <a:gd name="T89" fmla="*/ 30351106 h 260"/>
                <a:gd name="T90" fmla="*/ 194557471 w 257"/>
                <a:gd name="T91" fmla="*/ 14376773 h 260"/>
                <a:gd name="T92" fmla="*/ 217446501 w 257"/>
                <a:gd name="T93" fmla="*/ 3195119 h 260"/>
                <a:gd name="T94" fmla="*/ 209272121 w 257"/>
                <a:gd name="T95" fmla="*/ 9584093 h 260"/>
                <a:gd name="T96" fmla="*/ 222351384 w 257"/>
                <a:gd name="T97" fmla="*/ 3195119 h 260"/>
                <a:gd name="T98" fmla="*/ 258319677 w 257"/>
                <a:gd name="T99" fmla="*/ 12779214 h 260"/>
                <a:gd name="T100" fmla="*/ 268129444 w 257"/>
                <a:gd name="T101" fmla="*/ 20767015 h 260"/>
                <a:gd name="T102" fmla="*/ 286113590 w 257"/>
                <a:gd name="T103" fmla="*/ 23960869 h 260"/>
                <a:gd name="T104" fmla="*/ 336796612 w 257"/>
                <a:gd name="T105" fmla="*/ 12779214 h 260"/>
                <a:gd name="T106" fmla="*/ 353145371 w 257"/>
                <a:gd name="T107" fmla="*/ 51118120 h 260"/>
                <a:gd name="T108" fmla="*/ 369495409 w 257"/>
                <a:gd name="T109" fmla="*/ 91053326 h 260"/>
                <a:gd name="T110" fmla="*/ 362955138 w 257"/>
                <a:gd name="T111" fmla="*/ 126195835 h 260"/>
                <a:gd name="T112" fmla="*/ 353145371 w 257"/>
                <a:gd name="T113" fmla="*/ 158144490 h 260"/>
                <a:gd name="T114" fmla="*/ 335161145 w 257"/>
                <a:gd name="T115" fmla="*/ 151755518 h 26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257"/>
                <a:gd name="T175" fmla="*/ 0 h 260"/>
                <a:gd name="T176" fmla="*/ 257 w 257"/>
                <a:gd name="T177" fmla="*/ 260 h 26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257" h="260">
                  <a:moveTo>
                    <a:pt x="205" y="95"/>
                  </a:moveTo>
                  <a:lnTo>
                    <a:pt x="190" y="72"/>
                  </a:lnTo>
                  <a:lnTo>
                    <a:pt x="175" y="47"/>
                  </a:lnTo>
                  <a:lnTo>
                    <a:pt x="170" y="50"/>
                  </a:lnTo>
                  <a:lnTo>
                    <a:pt x="180" y="69"/>
                  </a:lnTo>
                  <a:lnTo>
                    <a:pt x="190" y="89"/>
                  </a:lnTo>
                  <a:lnTo>
                    <a:pt x="200" y="108"/>
                  </a:lnTo>
                  <a:lnTo>
                    <a:pt x="210" y="127"/>
                  </a:lnTo>
                  <a:lnTo>
                    <a:pt x="221" y="146"/>
                  </a:lnTo>
                  <a:lnTo>
                    <a:pt x="231" y="165"/>
                  </a:lnTo>
                  <a:lnTo>
                    <a:pt x="244" y="183"/>
                  </a:lnTo>
                  <a:lnTo>
                    <a:pt x="257" y="201"/>
                  </a:lnTo>
                  <a:lnTo>
                    <a:pt x="254" y="202"/>
                  </a:lnTo>
                  <a:lnTo>
                    <a:pt x="255" y="224"/>
                  </a:lnTo>
                  <a:lnTo>
                    <a:pt x="247" y="234"/>
                  </a:lnTo>
                  <a:lnTo>
                    <a:pt x="241" y="231"/>
                  </a:lnTo>
                  <a:lnTo>
                    <a:pt x="235" y="246"/>
                  </a:lnTo>
                  <a:lnTo>
                    <a:pt x="223" y="249"/>
                  </a:lnTo>
                  <a:lnTo>
                    <a:pt x="219" y="260"/>
                  </a:lnTo>
                  <a:lnTo>
                    <a:pt x="190" y="258"/>
                  </a:lnTo>
                  <a:lnTo>
                    <a:pt x="162" y="253"/>
                  </a:lnTo>
                  <a:lnTo>
                    <a:pt x="161" y="249"/>
                  </a:lnTo>
                  <a:lnTo>
                    <a:pt x="158" y="253"/>
                  </a:lnTo>
                  <a:lnTo>
                    <a:pt x="139" y="253"/>
                  </a:lnTo>
                  <a:lnTo>
                    <a:pt x="122" y="253"/>
                  </a:lnTo>
                  <a:lnTo>
                    <a:pt x="104" y="253"/>
                  </a:lnTo>
                  <a:lnTo>
                    <a:pt x="87" y="253"/>
                  </a:lnTo>
                  <a:lnTo>
                    <a:pt x="68" y="253"/>
                  </a:lnTo>
                  <a:lnTo>
                    <a:pt x="51" y="253"/>
                  </a:lnTo>
                  <a:lnTo>
                    <a:pt x="33" y="253"/>
                  </a:lnTo>
                  <a:lnTo>
                    <a:pt x="16" y="253"/>
                  </a:lnTo>
                  <a:lnTo>
                    <a:pt x="14" y="229"/>
                  </a:lnTo>
                  <a:lnTo>
                    <a:pt x="13" y="204"/>
                  </a:lnTo>
                  <a:lnTo>
                    <a:pt x="11" y="179"/>
                  </a:lnTo>
                  <a:lnTo>
                    <a:pt x="10" y="156"/>
                  </a:lnTo>
                  <a:lnTo>
                    <a:pt x="7" y="131"/>
                  </a:lnTo>
                  <a:lnTo>
                    <a:pt x="5" y="106"/>
                  </a:lnTo>
                  <a:lnTo>
                    <a:pt x="4" y="82"/>
                  </a:lnTo>
                  <a:lnTo>
                    <a:pt x="3" y="57"/>
                  </a:lnTo>
                  <a:lnTo>
                    <a:pt x="1" y="37"/>
                  </a:lnTo>
                  <a:lnTo>
                    <a:pt x="0" y="16"/>
                  </a:lnTo>
                  <a:lnTo>
                    <a:pt x="4" y="0"/>
                  </a:lnTo>
                  <a:lnTo>
                    <a:pt x="19" y="0"/>
                  </a:lnTo>
                  <a:lnTo>
                    <a:pt x="53" y="11"/>
                  </a:lnTo>
                  <a:lnTo>
                    <a:pt x="88" y="19"/>
                  </a:lnTo>
                  <a:lnTo>
                    <a:pt x="119" y="9"/>
                  </a:lnTo>
                  <a:lnTo>
                    <a:pt x="133" y="2"/>
                  </a:lnTo>
                  <a:lnTo>
                    <a:pt x="128" y="6"/>
                  </a:lnTo>
                  <a:lnTo>
                    <a:pt x="136" y="2"/>
                  </a:lnTo>
                  <a:lnTo>
                    <a:pt x="158" y="8"/>
                  </a:lnTo>
                  <a:lnTo>
                    <a:pt x="164" y="13"/>
                  </a:lnTo>
                  <a:lnTo>
                    <a:pt x="175" y="15"/>
                  </a:lnTo>
                  <a:lnTo>
                    <a:pt x="206" y="8"/>
                  </a:lnTo>
                  <a:lnTo>
                    <a:pt x="216" y="32"/>
                  </a:lnTo>
                  <a:lnTo>
                    <a:pt x="226" y="57"/>
                  </a:lnTo>
                  <a:lnTo>
                    <a:pt x="222" y="79"/>
                  </a:lnTo>
                  <a:lnTo>
                    <a:pt x="216" y="99"/>
                  </a:lnTo>
                  <a:lnTo>
                    <a:pt x="205" y="9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="" xmlns:a16="http://schemas.microsoft.com/office/drawing/2014/main" id="{92B65844-52CA-4C38-8A8B-868A29912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5094" y="2676525"/>
              <a:ext cx="806450" cy="909638"/>
            </a:xfrm>
            <a:custGeom>
              <a:avLst/>
              <a:gdLst>
                <a:gd name="T0" fmla="*/ 175253263 w 636"/>
                <a:gd name="T1" fmla="*/ 41499713 h 720"/>
                <a:gd name="T2" fmla="*/ 139881021 w 636"/>
                <a:gd name="T3" fmla="*/ 67037791 h 720"/>
                <a:gd name="T4" fmla="*/ 162390604 w 636"/>
                <a:gd name="T5" fmla="*/ 110134423 h 720"/>
                <a:gd name="T6" fmla="*/ 170429780 w 636"/>
                <a:gd name="T7" fmla="*/ 156422348 h 720"/>
                <a:gd name="T8" fmla="*/ 144704503 w 636"/>
                <a:gd name="T9" fmla="*/ 247402580 h 720"/>
                <a:gd name="T10" fmla="*/ 62705287 w 636"/>
                <a:gd name="T11" fmla="*/ 319228583 h 720"/>
                <a:gd name="T12" fmla="*/ 54666150 w 636"/>
                <a:gd name="T13" fmla="*/ 381478201 h 720"/>
                <a:gd name="T14" fmla="*/ 98077509 w 636"/>
                <a:gd name="T15" fmla="*/ 467670163 h 720"/>
                <a:gd name="T16" fmla="*/ 16078279 w 636"/>
                <a:gd name="T17" fmla="*/ 467670163 h 720"/>
                <a:gd name="T18" fmla="*/ 0 w 636"/>
                <a:gd name="T19" fmla="*/ 493208241 h 720"/>
                <a:gd name="T20" fmla="*/ 38587867 w 636"/>
                <a:gd name="T21" fmla="*/ 529919702 h 720"/>
                <a:gd name="T22" fmla="*/ 53058323 w 636"/>
                <a:gd name="T23" fmla="*/ 549073893 h 720"/>
                <a:gd name="T24" fmla="*/ 99685337 w 636"/>
                <a:gd name="T25" fmla="*/ 616111664 h 720"/>
                <a:gd name="T26" fmla="*/ 155959295 w 636"/>
                <a:gd name="T27" fmla="*/ 555457780 h 720"/>
                <a:gd name="T28" fmla="*/ 167214126 w 636"/>
                <a:gd name="T29" fmla="*/ 576207627 h 720"/>
                <a:gd name="T30" fmla="*/ 178468917 w 636"/>
                <a:gd name="T31" fmla="*/ 609726512 h 720"/>
                <a:gd name="T32" fmla="*/ 192939364 w 636"/>
                <a:gd name="T33" fmla="*/ 691130400 h 720"/>
                <a:gd name="T34" fmla="*/ 223488084 w 636"/>
                <a:gd name="T35" fmla="*/ 793283976 h 720"/>
                <a:gd name="T36" fmla="*/ 265292863 w 636"/>
                <a:gd name="T37" fmla="*/ 892244977 h 720"/>
                <a:gd name="T38" fmla="*/ 319958994 w 636"/>
                <a:gd name="T39" fmla="*/ 1010358904 h 720"/>
                <a:gd name="T40" fmla="*/ 363370412 w 636"/>
                <a:gd name="T41" fmla="*/ 1106128592 h 720"/>
                <a:gd name="T42" fmla="*/ 422860025 w 636"/>
                <a:gd name="T43" fmla="*/ 1126878439 h 720"/>
                <a:gd name="T44" fmla="*/ 451800918 w 636"/>
                <a:gd name="T45" fmla="*/ 1085378746 h 720"/>
                <a:gd name="T46" fmla="*/ 480741810 w 636"/>
                <a:gd name="T47" fmla="*/ 1024724863 h 720"/>
                <a:gd name="T48" fmla="*/ 490388774 w 636"/>
                <a:gd name="T49" fmla="*/ 924168206 h 720"/>
                <a:gd name="T50" fmla="*/ 500035739 w 636"/>
                <a:gd name="T51" fmla="*/ 825207206 h 720"/>
                <a:gd name="T52" fmla="*/ 520937494 w 636"/>
                <a:gd name="T53" fmla="*/ 804457359 h 720"/>
                <a:gd name="T54" fmla="*/ 593289726 w 636"/>
                <a:gd name="T55" fmla="*/ 729437517 h 720"/>
                <a:gd name="T56" fmla="*/ 678504735 w 636"/>
                <a:gd name="T57" fmla="*/ 649630549 h 720"/>
                <a:gd name="T58" fmla="*/ 734778693 w 636"/>
                <a:gd name="T59" fmla="*/ 565035507 h 720"/>
                <a:gd name="T60" fmla="*/ 763719586 w 636"/>
                <a:gd name="T61" fmla="*/ 579400202 h 720"/>
                <a:gd name="T62" fmla="*/ 760503931 w 636"/>
                <a:gd name="T63" fmla="*/ 537900510 h 720"/>
                <a:gd name="T64" fmla="*/ 718700419 w 636"/>
                <a:gd name="T65" fmla="*/ 456496780 h 720"/>
                <a:gd name="T66" fmla="*/ 717092592 w 636"/>
                <a:gd name="T67" fmla="*/ 405420624 h 720"/>
                <a:gd name="T68" fmla="*/ 750856967 w 636"/>
                <a:gd name="T69" fmla="*/ 399035472 h 720"/>
                <a:gd name="T70" fmla="*/ 815171330 w 636"/>
                <a:gd name="T71" fmla="*/ 427767389 h 720"/>
                <a:gd name="T72" fmla="*/ 868229633 w 636"/>
                <a:gd name="T73" fmla="*/ 462881931 h 720"/>
                <a:gd name="T74" fmla="*/ 853759187 w 636"/>
                <a:gd name="T75" fmla="*/ 523535814 h 720"/>
                <a:gd name="T76" fmla="*/ 898778353 w 636"/>
                <a:gd name="T77" fmla="*/ 568226820 h 720"/>
                <a:gd name="T78" fmla="*/ 914856627 w 636"/>
                <a:gd name="T79" fmla="*/ 521938895 h 720"/>
                <a:gd name="T80" fmla="*/ 956660138 w 636"/>
                <a:gd name="T81" fmla="*/ 435746933 h 720"/>
                <a:gd name="T82" fmla="*/ 995247995 w 636"/>
                <a:gd name="T83" fmla="*/ 344766740 h 720"/>
                <a:gd name="T84" fmla="*/ 1017757578 w 636"/>
                <a:gd name="T85" fmla="*/ 324016815 h 720"/>
                <a:gd name="T86" fmla="*/ 985601031 w 636"/>
                <a:gd name="T87" fmla="*/ 272940658 h 720"/>
                <a:gd name="T88" fmla="*/ 956660138 w 636"/>
                <a:gd name="T89" fmla="*/ 256979044 h 720"/>
                <a:gd name="T90" fmla="*/ 882700079 w 636"/>
                <a:gd name="T91" fmla="*/ 287306617 h 720"/>
                <a:gd name="T92" fmla="*/ 831249603 w 636"/>
                <a:gd name="T93" fmla="*/ 338382852 h 720"/>
                <a:gd name="T94" fmla="*/ 776582205 w 636"/>
                <a:gd name="T95" fmla="*/ 363920931 h 720"/>
                <a:gd name="T96" fmla="*/ 709053455 w 636"/>
                <a:gd name="T97" fmla="*/ 309652120 h 720"/>
                <a:gd name="T98" fmla="*/ 662426303 w 636"/>
                <a:gd name="T99" fmla="*/ 375094314 h 720"/>
                <a:gd name="T100" fmla="*/ 572387970 w 636"/>
                <a:gd name="T101" fmla="*/ 343171084 h 720"/>
                <a:gd name="T102" fmla="*/ 445369608 w 636"/>
                <a:gd name="T103" fmla="*/ 304863888 h 720"/>
                <a:gd name="T104" fmla="*/ 418036543 w 636"/>
                <a:gd name="T105" fmla="*/ 221864502 h 720"/>
                <a:gd name="T106" fmla="*/ 321566821 w 636"/>
                <a:gd name="T107" fmla="*/ 169191426 h 720"/>
                <a:gd name="T108" fmla="*/ 332821692 w 636"/>
                <a:gd name="T109" fmla="*/ 108537503 h 720"/>
                <a:gd name="T110" fmla="*/ 310312030 w 636"/>
                <a:gd name="T111" fmla="*/ 59056983 h 720"/>
                <a:gd name="T112" fmla="*/ 294233756 w 636"/>
                <a:gd name="T113" fmla="*/ 33518895 h 720"/>
                <a:gd name="T114" fmla="*/ 278155482 w 636"/>
                <a:gd name="T115" fmla="*/ 11173388 h 72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636"/>
                <a:gd name="T175" fmla="*/ 0 h 720"/>
                <a:gd name="T176" fmla="*/ 636 w 636"/>
                <a:gd name="T177" fmla="*/ 720 h 72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636" h="720">
                  <a:moveTo>
                    <a:pt x="155" y="0"/>
                  </a:moveTo>
                  <a:lnTo>
                    <a:pt x="133" y="19"/>
                  </a:lnTo>
                  <a:lnTo>
                    <a:pt x="109" y="26"/>
                  </a:lnTo>
                  <a:lnTo>
                    <a:pt x="77" y="21"/>
                  </a:lnTo>
                  <a:lnTo>
                    <a:pt x="75" y="30"/>
                  </a:lnTo>
                  <a:lnTo>
                    <a:pt x="87" y="42"/>
                  </a:lnTo>
                  <a:lnTo>
                    <a:pt x="85" y="51"/>
                  </a:lnTo>
                  <a:lnTo>
                    <a:pt x="91" y="64"/>
                  </a:lnTo>
                  <a:lnTo>
                    <a:pt x="101" y="69"/>
                  </a:lnTo>
                  <a:lnTo>
                    <a:pt x="110" y="80"/>
                  </a:lnTo>
                  <a:lnTo>
                    <a:pt x="120" y="88"/>
                  </a:lnTo>
                  <a:lnTo>
                    <a:pt x="106" y="98"/>
                  </a:lnTo>
                  <a:lnTo>
                    <a:pt x="110" y="119"/>
                  </a:lnTo>
                  <a:lnTo>
                    <a:pt x="101" y="136"/>
                  </a:lnTo>
                  <a:lnTo>
                    <a:pt x="90" y="155"/>
                  </a:lnTo>
                  <a:lnTo>
                    <a:pt x="75" y="178"/>
                  </a:lnTo>
                  <a:lnTo>
                    <a:pt x="61" y="200"/>
                  </a:lnTo>
                  <a:lnTo>
                    <a:pt x="39" y="200"/>
                  </a:lnTo>
                  <a:lnTo>
                    <a:pt x="30" y="199"/>
                  </a:lnTo>
                  <a:lnTo>
                    <a:pt x="18" y="229"/>
                  </a:lnTo>
                  <a:lnTo>
                    <a:pt x="34" y="239"/>
                  </a:lnTo>
                  <a:lnTo>
                    <a:pt x="40" y="257"/>
                  </a:lnTo>
                  <a:lnTo>
                    <a:pt x="49" y="258"/>
                  </a:lnTo>
                  <a:lnTo>
                    <a:pt x="61" y="293"/>
                  </a:lnTo>
                  <a:lnTo>
                    <a:pt x="52" y="292"/>
                  </a:lnTo>
                  <a:lnTo>
                    <a:pt x="29" y="295"/>
                  </a:lnTo>
                  <a:lnTo>
                    <a:pt x="10" y="293"/>
                  </a:lnTo>
                  <a:lnTo>
                    <a:pt x="11" y="303"/>
                  </a:lnTo>
                  <a:lnTo>
                    <a:pt x="0" y="308"/>
                  </a:lnTo>
                  <a:lnTo>
                    <a:pt x="0" y="309"/>
                  </a:lnTo>
                  <a:lnTo>
                    <a:pt x="8" y="306"/>
                  </a:lnTo>
                  <a:lnTo>
                    <a:pt x="4" y="312"/>
                  </a:lnTo>
                  <a:lnTo>
                    <a:pt x="24" y="332"/>
                  </a:lnTo>
                  <a:lnTo>
                    <a:pt x="52" y="328"/>
                  </a:lnTo>
                  <a:lnTo>
                    <a:pt x="50" y="334"/>
                  </a:lnTo>
                  <a:lnTo>
                    <a:pt x="33" y="344"/>
                  </a:lnTo>
                  <a:lnTo>
                    <a:pt x="21" y="343"/>
                  </a:lnTo>
                  <a:lnTo>
                    <a:pt x="42" y="364"/>
                  </a:lnTo>
                  <a:lnTo>
                    <a:pt x="62" y="386"/>
                  </a:lnTo>
                  <a:lnTo>
                    <a:pt x="94" y="377"/>
                  </a:lnTo>
                  <a:lnTo>
                    <a:pt x="95" y="360"/>
                  </a:lnTo>
                  <a:lnTo>
                    <a:pt x="97" y="348"/>
                  </a:lnTo>
                  <a:lnTo>
                    <a:pt x="109" y="348"/>
                  </a:lnTo>
                  <a:lnTo>
                    <a:pt x="104" y="356"/>
                  </a:lnTo>
                  <a:lnTo>
                    <a:pt x="104" y="361"/>
                  </a:lnTo>
                  <a:lnTo>
                    <a:pt x="117" y="361"/>
                  </a:lnTo>
                  <a:lnTo>
                    <a:pt x="109" y="369"/>
                  </a:lnTo>
                  <a:lnTo>
                    <a:pt x="111" y="382"/>
                  </a:lnTo>
                  <a:lnTo>
                    <a:pt x="113" y="399"/>
                  </a:lnTo>
                  <a:lnTo>
                    <a:pt x="119" y="427"/>
                  </a:lnTo>
                  <a:lnTo>
                    <a:pt x="120" y="433"/>
                  </a:lnTo>
                  <a:lnTo>
                    <a:pt x="123" y="439"/>
                  </a:lnTo>
                  <a:lnTo>
                    <a:pt x="130" y="472"/>
                  </a:lnTo>
                  <a:lnTo>
                    <a:pt x="139" y="497"/>
                  </a:lnTo>
                  <a:lnTo>
                    <a:pt x="148" y="523"/>
                  </a:lnTo>
                  <a:lnTo>
                    <a:pt x="154" y="529"/>
                  </a:lnTo>
                  <a:lnTo>
                    <a:pt x="165" y="559"/>
                  </a:lnTo>
                  <a:lnTo>
                    <a:pt x="178" y="590"/>
                  </a:lnTo>
                  <a:lnTo>
                    <a:pt x="188" y="611"/>
                  </a:lnTo>
                  <a:lnTo>
                    <a:pt x="199" y="633"/>
                  </a:lnTo>
                  <a:lnTo>
                    <a:pt x="210" y="654"/>
                  </a:lnTo>
                  <a:lnTo>
                    <a:pt x="218" y="672"/>
                  </a:lnTo>
                  <a:lnTo>
                    <a:pt x="226" y="693"/>
                  </a:lnTo>
                  <a:lnTo>
                    <a:pt x="236" y="713"/>
                  </a:lnTo>
                  <a:lnTo>
                    <a:pt x="251" y="720"/>
                  </a:lnTo>
                  <a:lnTo>
                    <a:pt x="263" y="706"/>
                  </a:lnTo>
                  <a:lnTo>
                    <a:pt x="276" y="693"/>
                  </a:lnTo>
                  <a:lnTo>
                    <a:pt x="290" y="690"/>
                  </a:lnTo>
                  <a:lnTo>
                    <a:pt x="281" y="680"/>
                  </a:lnTo>
                  <a:lnTo>
                    <a:pt x="293" y="662"/>
                  </a:lnTo>
                  <a:lnTo>
                    <a:pt x="300" y="661"/>
                  </a:lnTo>
                  <a:lnTo>
                    <a:pt x="299" y="642"/>
                  </a:lnTo>
                  <a:lnTo>
                    <a:pt x="296" y="623"/>
                  </a:lnTo>
                  <a:lnTo>
                    <a:pt x="300" y="601"/>
                  </a:lnTo>
                  <a:lnTo>
                    <a:pt x="305" y="579"/>
                  </a:lnTo>
                  <a:lnTo>
                    <a:pt x="300" y="556"/>
                  </a:lnTo>
                  <a:lnTo>
                    <a:pt x="297" y="526"/>
                  </a:lnTo>
                  <a:lnTo>
                    <a:pt x="311" y="517"/>
                  </a:lnTo>
                  <a:lnTo>
                    <a:pt x="312" y="514"/>
                  </a:lnTo>
                  <a:lnTo>
                    <a:pt x="318" y="514"/>
                  </a:lnTo>
                  <a:lnTo>
                    <a:pt x="324" y="504"/>
                  </a:lnTo>
                  <a:lnTo>
                    <a:pt x="343" y="497"/>
                  </a:lnTo>
                  <a:lnTo>
                    <a:pt x="345" y="479"/>
                  </a:lnTo>
                  <a:lnTo>
                    <a:pt x="369" y="457"/>
                  </a:lnTo>
                  <a:lnTo>
                    <a:pt x="390" y="434"/>
                  </a:lnTo>
                  <a:lnTo>
                    <a:pt x="408" y="415"/>
                  </a:lnTo>
                  <a:lnTo>
                    <a:pt x="422" y="407"/>
                  </a:lnTo>
                  <a:lnTo>
                    <a:pt x="436" y="388"/>
                  </a:lnTo>
                  <a:lnTo>
                    <a:pt x="436" y="369"/>
                  </a:lnTo>
                  <a:lnTo>
                    <a:pt x="457" y="354"/>
                  </a:lnTo>
                  <a:lnTo>
                    <a:pt x="463" y="363"/>
                  </a:lnTo>
                  <a:lnTo>
                    <a:pt x="470" y="364"/>
                  </a:lnTo>
                  <a:lnTo>
                    <a:pt x="475" y="363"/>
                  </a:lnTo>
                  <a:lnTo>
                    <a:pt x="481" y="363"/>
                  </a:lnTo>
                  <a:lnTo>
                    <a:pt x="479" y="357"/>
                  </a:lnTo>
                  <a:lnTo>
                    <a:pt x="473" y="337"/>
                  </a:lnTo>
                  <a:lnTo>
                    <a:pt x="466" y="316"/>
                  </a:lnTo>
                  <a:lnTo>
                    <a:pt x="465" y="302"/>
                  </a:lnTo>
                  <a:lnTo>
                    <a:pt x="447" y="286"/>
                  </a:lnTo>
                  <a:lnTo>
                    <a:pt x="453" y="276"/>
                  </a:lnTo>
                  <a:lnTo>
                    <a:pt x="463" y="271"/>
                  </a:lnTo>
                  <a:lnTo>
                    <a:pt x="446" y="254"/>
                  </a:lnTo>
                  <a:lnTo>
                    <a:pt x="446" y="235"/>
                  </a:lnTo>
                  <a:lnTo>
                    <a:pt x="460" y="242"/>
                  </a:lnTo>
                  <a:lnTo>
                    <a:pt x="467" y="250"/>
                  </a:lnTo>
                  <a:lnTo>
                    <a:pt x="473" y="245"/>
                  </a:lnTo>
                  <a:lnTo>
                    <a:pt x="483" y="266"/>
                  </a:lnTo>
                  <a:lnTo>
                    <a:pt x="507" y="268"/>
                  </a:lnTo>
                  <a:lnTo>
                    <a:pt x="531" y="271"/>
                  </a:lnTo>
                  <a:lnTo>
                    <a:pt x="543" y="280"/>
                  </a:lnTo>
                  <a:lnTo>
                    <a:pt x="540" y="290"/>
                  </a:lnTo>
                  <a:lnTo>
                    <a:pt x="523" y="302"/>
                  </a:lnTo>
                  <a:lnTo>
                    <a:pt x="527" y="324"/>
                  </a:lnTo>
                  <a:lnTo>
                    <a:pt x="531" y="328"/>
                  </a:lnTo>
                  <a:lnTo>
                    <a:pt x="542" y="309"/>
                  </a:lnTo>
                  <a:lnTo>
                    <a:pt x="550" y="332"/>
                  </a:lnTo>
                  <a:lnTo>
                    <a:pt x="559" y="356"/>
                  </a:lnTo>
                  <a:lnTo>
                    <a:pt x="560" y="354"/>
                  </a:lnTo>
                  <a:lnTo>
                    <a:pt x="569" y="354"/>
                  </a:lnTo>
                  <a:lnTo>
                    <a:pt x="569" y="327"/>
                  </a:lnTo>
                  <a:lnTo>
                    <a:pt x="569" y="305"/>
                  </a:lnTo>
                  <a:lnTo>
                    <a:pt x="585" y="305"/>
                  </a:lnTo>
                  <a:lnTo>
                    <a:pt x="595" y="273"/>
                  </a:lnTo>
                  <a:lnTo>
                    <a:pt x="595" y="261"/>
                  </a:lnTo>
                  <a:lnTo>
                    <a:pt x="597" y="238"/>
                  </a:lnTo>
                  <a:lnTo>
                    <a:pt x="619" y="216"/>
                  </a:lnTo>
                  <a:lnTo>
                    <a:pt x="635" y="219"/>
                  </a:lnTo>
                  <a:lnTo>
                    <a:pt x="630" y="212"/>
                  </a:lnTo>
                  <a:lnTo>
                    <a:pt x="633" y="203"/>
                  </a:lnTo>
                  <a:lnTo>
                    <a:pt x="636" y="191"/>
                  </a:lnTo>
                  <a:lnTo>
                    <a:pt x="611" y="183"/>
                  </a:lnTo>
                  <a:lnTo>
                    <a:pt x="613" y="171"/>
                  </a:lnTo>
                  <a:lnTo>
                    <a:pt x="604" y="168"/>
                  </a:lnTo>
                  <a:lnTo>
                    <a:pt x="606" y="164"/>
                  </a:lnTo>
                  <a:lnTo>
                    <a:pt x="595" y="161"/>
                  </a:lnTo>
                  <a:lnTo>
                    <a:pt x="584" y="168"/>
                  </a:lnTo>
                  <a:lnTo>
                    <a:pt x="565" y="165"/>
                  </a:lnTo>
                  <a:lnTo>
                    <a:pt x="549" y="180"/>
                  </a:lnTo>
                  <a:lnTo>
                    <a:pt x="531" y="196"/>
                  </a:lnTo>
                  <a:lnTo>
                    <a:pt x="511" y="203"/>
                  </a:lnTo>
                  <a:lnTo>
                    <a:pt x="517" y="212"/>
                  </a:lnTo>
                  <a:lnTo>
                    <a:pt x="526" y="225"/>
                  </a:lnTo>
                  <a:lnTo>
                    <a:pt x="505" y="226"/>
                  </a:lnTo>
                  <a:lnTo>
                    <a:pt x="483" y="228"/>
                  </a:lnTo>
                  <a:lnTo>
                    <a:pt x="456" y="225"/>
                  </a:lnTo>
                  <a:lnTo>
                    <a:pt x="452" y="215"/>
                  </a:lnTo>
                  <a:lnTo>
                    <a:pt x="441" y="194"/>
                  </a:lnTo>
                  <a:lnTo>
                    <a:pt x="431" y="200"/>
                  </a:lnTo>
                  <a:lnTo>
                    <a:pt x="438" y="237"/>
                  </a:lnTo>
                  <a:lnTo>
                    <a:pt x="412" y="235"/>
                  </a:lnTo>
                  <a:lnTo>
                    <a:pt x="383" y="232"/>
                  </a:lnTo>
                  <a:lnTo>
                    <a:pt x="367" y="228"/>
                  </a:lnTo>
                  <a:lnTo>
                    <a:pt x="356" y="215"/>
                  </a:lnTo>
                  <a:lnTo>
                    <a:pt x="327" y="210"/>
                  </a:lnTo>
                  <a:lnTo>
                    <a:pt x="305" y="206"/>
                  </a:lnTo>
                  <a:lnTo>
                    <a:pt x="277" y="191"/>
                  </a:lnTo>
                  <a:lnTo>
                    <a:pt x="248" y="177"/>
                  </a:lnTo>
                  <a:lnTo>
                    <a:pt x="248" y="161"/>
                  </a:lnTo>
                  <a:lnTo>
                    <a:pt x="260" y="139"/>
                  </a:lnTo>
                  <a:lnTo>
                    <a:pt x="238" y="125"/>
                  </a:lnTo>
                  <a:lnTo>
                    <a:pt x="212" y="109"/>
                  </a:lnTo>
                  <a:lnTo>
                    <a:pt x="200" y="106"/>
                  </a:lnTo>
                  <a:lnTo>
                    <a:pt x="190" y="77"/>
                  </a:lnTo>
                  <a:lnTo>
                    <a:pt x="204" y="78"/>
                  </a:lnTo>
                  <a:lnTo>
                    <a:pt x="207" y="68"/>
                  </a:lnTo>
                  <a:lnTo>
                    <a:pt x="193" y="49"/>
                  </a:lnTo>
                  <a:lnTo>
                    <a:pt x="193" y="39"/>
                  </a:lnTo>
                  <a:lnTo>
                    <a:pt x="193" y="37"/>
                  </a:lnTo>
                  <a:lnTo>
                    <a:pt x="191" y="32"/>
                  </a:lnTo>
                  <a:lnTo>
                    <a:pt x="187" y="27"/>
                  </a:lnTo>
                  <a:lnTo>
                    <a:pt x="183" y="21"/>
                  </a:lnTo>
                  <a:lnTo>
                    <a:pt x="183" y="16"/>
                  </a:lnTo>
                  <a:lnTo>
                    <a:pt x="180" y="8"/>
                  </a:lnTo>
                  <a:lnTo>
                    <a:pt x="173" y="7"/>
                  </a:lnTo>
                  <a:lnTo>
                    <a:pt x="161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="" xmlns:a16="http://schemas.microsoft.com/office/drawing/2014/main" id="{76F982A8-E4F3-4CC1-B8F5-7A58508D4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9731" y="2754313"/>
              <a:ext cx="36513" cy="122237"/>
            </a:xfrm>
            <a:custGeom>
              <a:avLst/>
              <a:gdLst>
                <a:gd name="T0" fmla="*/ 34010556 w 28"/>
                <a:gd name="T1" fmla="*/ 150928115 h 99"/>
                <a:gd name="T2" fmla="*/ 17004626 w 28"/>
                <a:gd name="T3" fmla="*/ 112814877 h 99"/>
                <a:gd name="T4" fmla="*/ 0 w 28"/>
                <a:gd name="T5" fmla="*/ 76226495 h 99"/>
                <a:gd name="T6" fmla="*/ 11903240 w 28"/>
                <a:gd name="T7" fmla="*/ 39638123 h 99"/>
                <a:gd name="T8" fmla="*/ 25508246 w 28"/>
                <a:gd name="T9" fmla="*/ 4573392 h 99"/>
                <a:gd name="T10" fmla="*/ 44213339 w 28"/>
                <a:gd name="T11" fmla="*/ 0 h 99"/>
                <a:gd name="T12" fmla="*/ 47614263 w 28"/>
                <a:gd name="T13" fmla="*/ 19818444 h 99"/>
                <a:gd name="T14" fmla="*/ 44213339 w 28"/>
                <a:gd name="T15" fmla="*/ 51833430 h 99"/>
                <a:gd name="T16" fmla="*/ 42512867 w 28"/>
                <a:gd name="T17" fmla="*/ 83848421 h 99"/>
                <a:gd name="T18" fmla="*/ 39111943 w 28"/>
                <a:gd name="T19" fmla="*/ 115864628 h 99"/>
                <a:gd name="T20" fmla="*/ 37411481 w 28"/>
                <a:gd name="T21" fmla="*/ 149403240 h 99"/>
                <a:gd name="T22" fmla="*/ 34010556 w 28"/>
                <a:gd name="T23" fmla="*/ 150928115 h 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8"/>
                <a:gd name="T37" fmla="*/ 0 h 99"/>
                <a:gd name="T38" fmla="*/ 28 w 28"/>
                <a:gd name="T39" fmla="*/ 99 h 9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8" h="99">
                  <a:moveTo>
                    <a:pt x="20" y="99"/>
                  </a:moveTo>
                  <a:lnTo>
                    <a:pt x="10" y="74"/>
                  </a:lnTo>
                  <a:lnTo>
                    <a:pt x="0" y="50"/>
                  </a:lnTo>
                  <a:lnTo>
                    <a:pt x="7" y="26"/>
                  </a:lnTo>
                  <a:lnTo>
                    <a:pt x="15" y="3"/>
                  </a:lnTo>
                  <a:lnTo>
                    <a:pt x="26" y="0"/>
                  </a:lnTo>
                  <a:lnTo>
                    <a:pt x="28" y="13"/>
                  </a:lnTo>
                  <a:lnTo>
                    <a:pt x="26" y="34"/>
                  </a:lnTo>
                  <a:lnTo>
                    <a:pt x="25" y="55"/>
                  </a:lnTo>
                  <a:lnTo>
                    <a:pt x="23" y="76"/>
                  </a:lnTo>
                  <a:lnTo>
                    <a:pt x="22" y="98"/>
                  </a:lnTo>
                  <a:lnTo>
                    <a:pt x="20" y="9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="" xmlns:a16="http://schemas.microsoft.com/office/drawing/2014/main" id="{0C7D2A04-059C-4BB7-842F-824D1ADC8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306" y="2743200"/>
              <a:ext cx="112713" cy="144463"/>
            </a:xfrm>
            <a:custGeom>
              <a:avLst/>
              <a:gdLst>
                <a:gd name="T0" fmla="*/ 54136824 w 88"/>
                <a:gd name="T1" fmla="*/ 50018350 h 110"/>
                <a:gd name="T2" fmla="*/ 9843174 w 88"/>
                <a:gd name="T3" fmla="*/ 29320738 h 110"/>
                <a:gd name="T4" fmla="*/ 6561690 w 88"/>
                <a:gd name="T5" fmla="*/ 65540239 h 110"/>
                <a:gd name="T6" fmla="*/ 4920947 w 88"/>
                <a:gd name="T7" fmla="*/ 101761063 h 110"/>
                <a:gd name="T8" fmla="*/ 1640743 w 88"/>
                <a:gd name="T9" fmla="*/ 137980554 h 110"/>
                <a:gd name="T10" fmla="*/ 0 w 88"/>
                <a:gd name="T11" fmla="*/ 175925761 h 110"/>
                <a:gd name="T12" fmla="*/ 0 w 88"/>
                <a:gd name="T13" fmla="*/ 182824524 h 110"/>
                <a:gd name="T14" fmla="*/ 39372697 w 88"/>
                <a:gd name="T15" fmla="*/ 189723287 h 110"/>
                <a:gd name="T16" fmla="*/ 63979995 w 88"/>
                <a:gd name="T17" fmla="*/ 160402519 h 110"/>
                <a:gd name="T18" fmla="*/ 90229327 w 88"/>
                <a:gd name="T19" fmla="*/ 155228118 h 110"/>
                <a:gd name="T20" fmla="*/ 106634186 w 88"/>
                <a:gd name="T21" fmla="*/ 129357429 h 110"/>
                <a:gd name="T22" fmla="*/ 65620737 w 88"/>
                <a:gd name="T23" fmla="*/ 84513479 h 110"/>
                <a:gd name="T24" fmla="*/ 104993444 w 88"/>
                <a:gd name="T25" fmla="*/ 70714639 h 110"/>
                <a:gd name="T26" fmla="*/ 144366131 w 88"/>
                <a:gd name="T27" fmla="*/ 51742713 h 110"/>
                <a:gd name="T28" fmla="*/ 121398303 w 88"/>
                <a:gd name="T29" fmla="*/ 0 h 110"/>
                <a:gd name="T30" fmla="*/ 88588585 w 88"/>
                <a:gd name="T31" fmla="*/ 24146337 h 110"/>
                <a:gd name="T32" fmla="*/ 54136824 w 88"/>
                <a:gd name="T33" fmla="*/ 50018350 h 1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110"/>
                <a:gd name="T53" fmla="*/ 88 w 88"/>
                <a:gd name="T54" fmla="*/ 110 h 11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110">
                  <a:moveTo>
                    <a:pt x="33" y="29"/>
                  </a:moveTo>
                  <a:lnTo>
                    <a:pt x="6" y="17"/>
                  </a:lnTo>
                  <a:lnTo>
                    <a:pt x="4" y="38"/>
                  </a:lnTo>
                  <a:lnTo>
                    <a:pt x="3" y="59"/>
                  </a:lnTo>
                  <a:lnTo>
                    <a:pt x="1" y="80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24" y="110"/>
                  </a:lnTo>
                  <a:lnTo>
                    <a:pt x="39" y="93"/>
                  </a:lnTo>
                  <a:lnTo>
                    <a:pt x="55" y="90"/>
                  </a:lnTo>
                  <a:lnTo>
                    <a:pt x="65" y="75"/>
                  </a:lnTo>
                  <a:lnTo>
                    <a:pt x="40" y="49"/>
                  </a:lnTo>
                  <a:lnTo>
                    <a:pt x="64" y="41"/>
                  </a:lnTo>
                  <a:lnTo>
                    <a:pt x="88" y="30"/>
                  </a:lnTo>
                  <a:lnTo>
                    <a:pt x="74" y="0"/>
                  </a:lnTo>
                  <a:lnTo>
                    <a:pt x="54" y="14"/>
                  </a:lnTo>
                  <a:lnTo>
                    <a:pt x="33" y="2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="" xmlns:a16="http://schemas.microsoft.com/office/drawing/2014/main" id="{2342D101-FC9A-4049-9F9F-671C081F7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7894" y="3027363"/>
              <a:ext cx="222250" cy="274637"/>
            </a:xfrm>
            <a:custGeom>
              <a:avLst/>
              <a:gdLst>
                <a:gd name="T0" fmla="*/ 282257481 w 175"/>
                <a:gd name="T1" fmla="*/ 105013245 h 221"/>
                <a:gd name="T2" fmla="*/ 253225291 w 175"/>
                <a:gd name="T3" fmla="*/ 80303359 h 221"/>
                <a:gd name="T4" fmla="*/ 225806001 w 175"/>
                <a:gd name="T5" fmla="*/ 55594735 h 221"/>
                <a:gd name="T6" fmla="*/ 195160911 w 175"/>
                <a:gd name="T7" fmla="*/ 44784479 h 221"/>
                <a:gd name="T8" fmla="*/ 161289983 w 175"/>
                <a:gd name="T9" fmla="*/ 30886101 h 221"/>
                <a:gd name="T10" fmla="*/ 143548090 w 175"/>
                <a:gd name="T11" fmla="*/ 1544678 h 221"/>
                <a:gd name="T12" fmla="*/ 132257794 w 175"/>
                <a:gd name="T13" fmla="*/ 9265581 h 221"/>
                <a:gd name="T14" fmla="*/ 127419095 w 175"/>
                <a:gd name="T15" fmla="*/ 0 h 221"/>
                <a:gd name="T16" fmla="*/ 133870693 w 175"/>
                <a:gd name="T17" fmla="*/ 37063567 h 221"/>
                <a:gd name="T18" fmla="*/ 114515900 w 175"/>
                <a:gd name="T19" fmla="*/ 44784479 h 221"/>
                <a:gd name="T20" fmla="*/ 108064302 w 175"/>
                <a:gd name="T21" fmla="*/ 94202989 h 221"/>
                <a:gd name="T22" fmla="*/ 129031995 w 175"/>
                <a:gd name="T23" fmla="*/ 120456291 h 221"/>
                <a:gd name="T24" fmla="*/ 119354598 w 175"/>
                <a:gd name="T25" fmla="*/ 163696111 h 221"/>
                <a:gd name="T26" fmla="*/ 112903000 w 175"/>
                <a:gd name="T27" fmla="*/ 203849024 h 221"/>
                <a:gd name="T28" fmla="*/ 85483710 w 175"/>
                <a:gd name="T29" fmla="*/ 213114603 h 221"/>
                <a:gd name="T30" fmla="*/ 59677299 w 175"/>
                <a:gd name="T31" fmla="*/ 223924859 h 221"/>
                <a:gd name="T32" fmla="*/ 30645099 w 175"/>
                <a:gd name="T33" fmla="*/ 233190438 h 221"/>
                <a:gd name="T34" fmla="*/ 4838700 w 175"/>
                <a:gd name="T35" fmla="*/ 244000694 h 221"/>
                <a:gd name="T36" fmla="*/ 0 w 175"/>
                <a:gd name="T37" fmla="*/ 259443739 h 221"/>
                <a:gd name="T38" fmla="*/ 25806401 w 175"/>
                <a:gd name="T39" fmla="*/ 299595409 h 221"/>
                <a:gd name="T40" fmla="*/ 51612802 w 175"/>
                <a:gd name="T41" fmla="*/ 341291834 h 221"/>
                <a:gd name="T42" fmla="*/ 82257891 w 175"/>
                <a:gd name="T43" fmla="*/ 333569690 h 221"/>
                <a:gd name="T44" fmla="*/ 111290101 w 175"/>
                <a:gd name="T45" fmla="*/ 327393466 h 221"/>
                <a:gd name="T46" fmla="*/ 132257794 w 175"/>
                <a:gd name="T47" fmla="*/ 308860988 h 221"/>
                <a:gd name="T48" fmla="*/ 143548090 w 175"/>
                <a:gd name="T49" fmla="*/ 288785153 h 221"/>
                <a:gd name="T50" fmla="*/ 175806118 w 175"/>
                <a:gd name="T51" fmla="*/ 277974897 h 221"/>
                <a:gd name="T52" fmla="*/ 190322213 w 175"/>
                <a:gd name="T53" fmla="*/ 251721595 h 221"/>
                <a:gd name="T54" fmla="*/ 217741503 w 175"/>
                <a:gd name="T55" fmla="*/ 237823227 h 221"/>
                <a:gd name="T56" fmla="*/ 216128604 w 175"/>
                <a:gd name="T57" fmla="*/ 193038768 h 221"/>
                <a:gd name="T58" fmla="*/ 230644699 w 175"/>
                <a:gd name="T59" fmla="*/ 183771946 h 221"/>
                <a:gd name="T60" fmla="*/ 238709196 w 175"/>
                <a:gd name="T61" fmla="*/ 180683834 h 221"/>
                <a:gd name="T62" fmla="*/ 261289788 w 175"/>
                <a:gd name="T63" fmla="*/ 143620238 h 221"/>
                <a:gd name="T64" fmla="*/ 282257481 w 175"/>
                <a:gd name="T65" fmla="*/ 105013245 h 22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75"/>
                <a:gd name="T100" fmla="*/ 0 h 221"/>
                <a:gd name="T101" fmla="*/ 175 w 175"/>
                <a:gd name="T102" fmla="*/ 221 h 22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75" h="221">
                  <a:moveTo>
                    <a:pt x="175" y="68"/>
                  </a:moveTo>
                  <a:lnTo>
                    <a:pt x="157" y="52"/>
                  </a:lnTo>
                  <a:lnTo>
                    <a:pt x="140" y="36"/>
                  </a:lnTo>
                  <a:lnTo>
                    <a:pt x="121" y="29"/>
                  </a:lnTo>
                  <a:lnTo>
                    <a:pt x="100" y="20"/>
                  </a:lnTo>
                  <a:lnTo>
                    <a:pt x="89" y="1"/>
                  </a:lnTo>
                  <a:lnTo>
                    <a:pt x="82" y="6"/>
                  </a:lnTo>
                  <a:lnTo>
                    <a:pt x="79" y="0"/>
                  </a:lnTo>
                  <a:lnTo>
                    <a:pt x="83" y="24"/>
                  </a:lnTo>
                  <a:lnTo>
                    <a:pt x="71" y="29"/>
                  </a:lnTo>
                  <a:lnTo>
                    <a:pt x="67" y="61"/>
                  </a:lnTo>
                  <a:lnTo>
                    <a:pt x="80" y="78"/>
                  </a:lnTo>
                  <a:lnTo>
                    <a:pt x="74" y="106"/>
                  </a:lnTo>
                  <a:lnTo>
                    <a:pt x="70" y="132"/>
                  </a:lnTo>
                  <a:lnTo>
                    <a:pt x="53" y="138"/>
                  </a:lnTo>
                  <a:lnTo>
                    <a:pt x="37" y="145"/>
                  </a:lnTo>
                  <a:lnTo>
                    <a:pt x="19" y="151"/>
                  </a:lnTo>
                  <a:lnTo>
                    <a:pt x="3" y="158"/>
                  </a:lnTo>
                  <a:lnTo>
                    <a:pt x="0" y="168"/>
                  </a:lnTo>
                  <a:lnTo>
                    <a:pt x="16" y="194"/>
                  </a:lnTo>
                  <a:lnTo>
                    <a:pt x="32" y="221"/>
                  </a:lnTo>
                  <a:lnTo>
                    <a:pt x="51" y="216"/>
                  </a:lnTo>
                  <a:lnTo>
                    <a:pt x="69" y="212"/>
                  </a:lnTo>
                  <a:lnTo>
                    <a:pt x="82" y="200"/>
                  </a:lnTo>
                  <a:lnTo>
                    <a:pt x="89" y="187"/>
                  </a:lnTo>
                  <a:lnTo>
                    <a:pt x="109" y="180"/>
                  </a:lnTo>
                  <a:lnTo>
                    <a:pt x="118" y="163"/>
                  </a:lnTo>
                  <a:lnTo>
                    <a:pt x="135" y="154"/>
                  </a:lnTo>
                  <a:lnTo>
                    <a:pt x="134" y="125"/>
                  </a:lnTo>
                  <a:lnTo>
                    <a:pt x="143" y="119"/>
                  </a:lnTo>
                  <a:lnTo>
                    <a:pt x="148" y="117"/>
                  </a:lnTo>
                  <a:lnTo>
                    <a:pt x="162" y="93"/>
                  </a:lnTo>
                  <a:lnTo>
                    <a:pt x="175" y="6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="" xmlns:a16="http://schemas.microsoft.com/office/drawing/2014/main" id="{B7964B27-FD3B-4467-9566-BACB82D8E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9494" y="2982913"/>
              <a:ext cx="6350" cy="15875"/>
            </a:xfrm>
            <a:custGeom>
              <a:avLst/>
              <a:gdLst>
                <a:gd name="T0" fmla="*/ 8064499 w 5"/>
                <a:gd name="T1" fmla="*/ 0 h 15"/>
                <a:gd name="T2" fmla="*/ 0 w 5"/>
                <a:gd name="T3" fmla="*/ 12321118 h 15"/>
                <a:gd name="T4" fmla="*/ 8064499 w 5"/>
                <a:gd name="T5" fmla="*/ 16801042 h 15"/>
                <a:gd name="T6" fmla="*/ 8064499 w 5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15"/>
                <a:gd name="T14" fmla="*/ 5 w 5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15">
                  <a:moveTo>
                    <a:pt x="5" y="0"/>
                  </a:moveTo>
                  <a:lnTo>
                    <a:pt x="0" y="11"/>
                  </a:lnTo>
                  <a:lnTo>
                    <a:pt x="5" y="1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="" xmlns:a16="http://schemas.microsoft.com/office/drawing/2014/main" id="{C1F1996B-7C25-40E5-BD5B-EA61334DE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3544" y="2786063"/>
              <a:ext cx="615950" cy="550862"/>
            </a:xfrm>
            <a:custGeom>
              <a:avLst/>
              <a:gdLst>
                <a:gd name="T0" fmla="*/ 175397454 w 490"/>
                <a:gd name="T1" fmla="*/ 419163261 h 438"/>
                <a:gd name="T2" fmla="*/ 150114559 w 490"/>
                <a:gd name="T3" fmla="*/ 352730329 h 438"/>
                <a:gd name="T4" fmla="*/ 101130205 w 490"/>
                <a:gd name="T5" fmla="*/ 313186419 h 438"/>
                <a:gd name="T6" fmla="*/ 45824174 w 490"/>
                <a:gd name="T7" fmla="*/ 221445283 h 438"/>
                <a:gd name="T8" fmla="*/ 0 w 490"/>
                <a:gd name="T9" fmla="*/ 170828877 h 438"/>
                <a:gd name="T10" fmla="*/ 45824174 w 490"/>
                <a:gd name="T11" fmla="*/ 126539797 h 438"/>
                <a:gd name="T12" fmla="*/ 94808548 w 490"/>
                <a:gd name="T13" fmla="*/ 94905486 h 438"/>
                <a:gd name="T14" fmla="*/ 71107030 w 490"/>
                <a:gd name="T15" fmla="*/ 30053422 h 438"/>
                <a:gd name="T16" fmla="*/ 146954359 w 490"/>
                <a:gd name="T17" fmla="*/ 0 h 438"/>
                <a:gd name="T18" fmla="*/ 216481309 w 490"/>
                <a:gd name="T19" fmla="*/ 33216476 h 438"/>
                <a:gd name="T20" fmla="*/ 286006962 w 490"/>
                <a:gd name="T21" fmla="*/ 63269898 h 438"/>
                <a:gd name="T22" fmla="*/ 353953851 w 490"/>
                <a:gd name="T23" fmla="*/ 126539797 h 438"/>
                <a:gd name="T24" fmla="*/ 450343717 w 490"/>
                <a:gd name="T25" fmla="*/ 136030216 h 438"/>
                <a:gd name="T26" fmla="*/ 486687272 w 490"/>
                <a:gd name="T27" fmla="*/ 155011054 h 438"/>
                <a:gd name="T28" fmla="*/ 524610927 w 490"/>
                <a:gd name="T29" fmla="*/ 200882290 h 438"/>
                <a:gd name="T30" fmla="*/ 559373125 w 490"/>
                <a:gd name="T31" fmla="*/ 256242648 h 438"/>
                <a:gd name="T32" fmla="*/ 590976380 w 490"/>
                <a:gd name="T33" fmla="*/ 313186419 h 438"/>
                <a:gd name="T34" fmla="*/ 605198536 w 490"/>
                <a:gd name="T35" fmla="*/ 317931628 h 438"/>
                <a:gd name="T36" fmla="*/ 611518936 w 490"/>
                <a:gd name="T37" fmla="*/ 329004203 h 438"/>
                <a:gd name="T38" fmla="*/ 613099036 w 490"/>
                <a:gd name="T39" fmla="*/ 340075599 h 438"/>
                <a:gd name="T40" fmla="*/ 638381891 w 490"/>
                <a:gd name="T41" fmla="*/ 384364639 h 438"/>
                <a:gd name="T42" fmla="*/ 748991557 w 490"/>
                <a:gd name="T43" fmla="*/ 404927633 h 438"/>
                <a:gd name="T44" fmla="*/ 774274412 w 490"/>
                <a:gd name="T45" fmla="*/ 425490627 h 438"/>
                <a:gd name="T46" fmla="*/ 758473413 w 490"/>
                <a:gd name="T47" fmla="*/ 510904397 h 438"/>
                <a:gd name="T48" fmla="*/ 706327602 w 490"/>
                <a:gd name="T49" fmla="*/ 531467391 h 438"/>
                <a:gd name="T50" fmla="*/ 652602791 w 490"/>
                <a:gd name="T51" fmla="*/ 552030384 h 438"/>
                <a:gd name="T52" fmla="*/ 595716680 w 490"/>
                <a:gd name="T53" fmla="*/ 566266013 h 438"/>
                <a:gd name="T54" fmla="*/ 537251726 w 490"/>
                <a:gd name="T55" fmla="*/ 582083797 h 438"/>
                <a:gd name="T56" fmla="*/ 496167871 w 490"/>
                <a:gd name="T57" fmla="*/ 637444155 h 438"/>
                <a:gd name="T58" fmla="*/ 458244216 w 490"/>
                <a:gd name="T59" fmla="*/ 692805927 h 438"/>
                <a:gd name="T60" fmla="*/ 418740461 w 490"/>
                <a:gd name="T61" fmla="*/ 632698945 h 438"/>
                <a:gd name="T62" fmla="*/ 344473251 w 490"/>
                <a:gd name="T63" fmla="*/ 613718107 h 438"/>
                <a:gd name="T64" fmla="*/ 327090817 w 490"/>
                <a:gd name="T65" fmla="*/ 659589461 h 438"/>
                <a:gd name="T66" fmla="*/ 290748519 w 490"/>
                <a:gd name="T67" fmla="*/ 601064635 h 438"/>
                <a:gd name="T68" fmla="*/ 230702208 w 490"/>
                <a:gd name="T69" fmla="*/ 506159188 h 43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90"/>
                <a:gd name="T106" fmla="*/ 0 h 438"/>
                <a:gd name="T107" fmla="*/ 490 w 490"/>
                <a:gd name="T108" fmla="*/ 438 h 43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90" h="438">
                  <a:moveTo>
                    <a:pt x="121" y="300"/>
                  </a:moveTo>
                  <a:lnTo>
                    <a:pt x="111" y="265"/>
                  </a:lnTo>
                  <a:lnTo>
                    <a:pt x="104" y="243"/>
                  </a:lnTo>
                  <a:lnTo>
                    <a:pt x="95" y="223"/>
                  </a:lnTo>
                  <a:lnTo>
                    <a:pt x="80" y="210"/>
                  </a:lnTo>
                  <a:lnTo>
                    <a:pt x="64" y="198"/>
                  </a:lnTo>
                  <a:lnTo>
                    <a:pt x="53" y="170"/>
                  </a:lnTo>
                  <a:lnTo>
                    <a:pt x="29" y="140"/>
                  </a:lnTo>
                  <a:lnTo>
                    <a:pt x="8" y="109"/>
                  </a:lnTo>
                  <a:lnTo>
                    <a:pt x="0" y="108"/>
                  </a:lnTo>
                  <a:lnTo>
                    <a:pt x="5" y="76"/>
                  </a:lnTo>
                  <a:lnTo>
                    <a:pt x="29" y="80"/>
                  </a:lnTo>
                  <a:lnTo>
                    <a:pt x="44" y="63"/>
                  </a:lnTo>
                  <a:lnTo>
                    <a:pt x="60" y="60"/>
                  </a:lnTo>
                  <a:lnTo>
                    <a:pt x="70" y="45"/>
                  </a:lnTo>
                  <a:lnTo>
                    <a:pt x="45" y="19"/>
                  </a:lnTo>
                  <a:lnTo>
                    <a:pt x="69" y="11"/>
                  </a:lnTo>
                  <a:lnTo>
                    <a:pt x="93" y="0"/>
                  </a:lnTo>
                  <a:lnTo>
                    <a:pt x="115" y="11"/>
                  </a:lnTo>
                  <a:lnTo>
                    <a:pt x="137" y="21"/>
                  </a:lnTo>
                  <a:lnTo>
                    <a:pt x="159" y="29"/>
                  </a:lnTo>
                  <a:lnTo>
                    <a:pt x="181" y="40"/>
                  </a:lnTo>
                  <a:lnTo>
                    <a:pt x="201" y="60"/>
                  </a:lnTo>
                  <a:lnTo>
                    <a:pt x="224" y="80"/>
                  </a:lnTo>
                  <a:lnTo>
                    <a:pt x="265" y="83"/>
                  </a:lnTo>
                  <a:lnTo>
                    <a:pt x="285" y="86"/>
                  </a:lnTo>
                  <a:lnTo>
                    <a:pt x="290" y="93"/>
                  </a:lnTo>
                  <a:lnTo>
                    <a:pt x="308" y="98"/>
                  </a:lnTo>
                  <a:lnTo>
                    <a:pt x="322" y="118"/>
                  </a:lnTo>
                  <a:lnTo>
                    <a:pt x="332" y="127"/>
                  </a:lnTo>
                  <a:lnTo>
                    <a:pt x="352" y="147"/>
                  </a:lnTo>
                  <a:lnTo>
                    <a:pt x="354" y="162"/>
                  </a:lnTo>
                  <a:lnTo>
                    <a:pt x="364" y="179"/>
                  </a:lnTo>
                  <a:lnTo>
                    <a:pt x="374" y="198"/>
                  </a:lnTo>
                  <a:lnTo>
                    <a:pt x="381" y="202"/>
                  </a:lnTo>
                  <a:lnTo>
                    <a:pt x="383" y="201"/>
                  </a:lnTo>
                  <a:lnTo>
                    <a:pt x="387" y="202"/>
                  </a:lnTo>
                  <a:lnTo>
                    <a:pt x="387" y="208"/>
                  </a:lnTo>
                  <a:lnTo>
                    <a:pt x="390" y="210"/>
                  </a:lnTo>
                  <a:lnTo>
                    <a:pt x="388" y="215"/>
                  </a:lnTo>
                  <a:lnTo>
                    <a:pt x="397" y="221"/>
                  </a:lnTo>
                  <a:lnTo>
                    <a:pt x="404" y="243"/>
                  </a:lnTo>
                  <a:lnTo>
                    <a:pt x="439" y="250"/>
                  </a:lnTo>
                  <a:lnTo>
                    <a:pt x="474" y="256"/>
                  </a:lnTo>
                  <a:lnTo>
                    <a:pt x="477" y="252"/>
                  </a:lnTo>
                  <a:lnTo>
                    <a:pt x="490" y="269"/>
                  </a:lnTo>
                  <a:lnTo>
                    <a:pt x="484" y="297"/>
                  </a:lnTo>
                  <a:lnTo>
                    <a:pt x="480" y="323"/>
                  </a:lnTo>
                  <a:lnTo>
                    <a:pt x="463" y="329"/>
                  </a:lnTo>
                  <a:lnTo>
                    <a:pt x="447" y="336"/>
                  </a:lnTo>
                  <a:lnTo>
                    <a:pt x="429" y="342"/>
                  </a:lnTo>
                  <a:lnTo>
                    <a:pt x="413" y="349"/>
                  </a:lnTo>
                  <a:lnTo>
                    <a:pt x="394" y="354"/>
                  </a:lnTo>
                  <a:lnTo>
                    <a:pt x="377" y="358"/>
                  </a:lnTo>
                  <a:lnTo>
                    <a:pt x="358" y="364"/>
                  </a:lnTo>
                  <a:lnTo>
                    <a:pt x="340" y="368"/>
                  </a:lnTo>
                  <a:lnTo>
                    <a:pt x="327" y="385"/>
                  </a:lnTo>
                  <a:lnTo>
                    <a:pt x="314" y="403"/>
                  </a:lnTo>
                  <a:lnTo>
                    <a:pt x="301" y="420"/>
                  </a:lnTo>
                  <a:lnTo>
                    <a:pt x="290" y="438"/>
                  </a:lnTo>
                  <a:lnTo>
                    <a:pt x="287" y="410"/>
                  </a:lnTo>
                  <a:lnTo>
                    <a:pt x="265" y="400"/>
                  </a:lnTo>
                  <a:lnTo>
                    <a:pt x="245" y="391"/>
                  </a:lnTo>
                  <a:lnTo>
                    <a:pt x="218" y="388"/>
                  </a:lnTo>
                  <a:lnTo>
                    <a:pt x="214" y="410"/>
                  </a:lnTo>
                  <a:lnTo>
                    <a:pt x="207" y="417"/>
                  </a:lnTo>
                  <a:lnTo>
                    <a:pt x="195" y="399"/>
                  </a:lnTo>
                  <a:lnTo>
                    <a:pt x="184" y="380"/>
                  </a:lnTo>
                  <a:lnTo>
                    <a:pt x="165" y="351"/>
                  </a:lnTo>
                  <a:lnTo>
                    <a:pt x="146" y="320"/>
                  </a:lnTo>
                  <a:lnTo>
                    <a:pt x="121" y="30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="" xmlns:a16="http://schemas.microsoft.com/office/drawing/2014/main" id="{68CF8C22-071C-43A2-B2F1-140E4389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7731" y="2994025"/>
              <a:ext cx="142875" cy="117475"/>
            </a:xfrm>
            <a:custGeom>
              <a:avLst/>
              <a:gdLst>
                <a:gd name="T0" fmla="*/ 0 w 111"/>
                <a:gd name="T1" fmla="*/ 83756997 h 88"/>
                <a:gd name="T2" fmla="*/ 14910487 w 111"/>
                <a:gd name="T3" fmla="*/ 94449909 h 88"/>
                <a:gd name="T4" fmla="*/ 26509107 w 111"/>
                <a:gd name="T5" fmla="*/ 133655842 h 88"/>
                <a:gd name="T6" fmla="*/ 84495777 w 111"/>
                <a:gd name="T7" fmla="*/ 146129546 h 88"/>
                <a:gd name="T8" fmla="*/ 142483704 w 111"/>
                <a:gd name="T9" fmla="*/ 156822438 h 88"/>
                <a:gd name="T10" fmla="*/ 147453435 w 111"/>
                <a:gd name="T11" fmla="*/ 149693843 h 88"/>
                <a:gd name="T12" fmla="*/ 154081032 w 111"/>
                <a:gd name="T13" fmla="*/ 92667760 h 88"/>
                <a:gd name="T14" fmla="*/ 173962573 w 111"/>
                <a:gd name="T15" fmla="*/ 83756997 h 88"/>
                <a:gd name="T16" fmla="*/ 167334937 w 111"/>
                <a:gd name="T17" fmla="*/ 40988092 h 88"/>
                <a:gd name="T18" fmla="*/ 172305996 w 111"/>
                <a:gd name="T19" fmla="*/ 51679658 h 88"/>
                <a:gd name="T20" fmla="*/ 183903324 w 111"/>
                <a:gd name="T21" fmla="*/ 42770240 h 88"/>
                <a:gd name="T22" fmla="*/ 175619150 w 111"/>
                <a:gd name="T23" fmla="*/ 7128597 h 88"/>
                <a:gd name="T24" fmla="*/ 167334937 w 111"/>
                <a:gd name="T25" fmla="*/ 0 h 88"/>
                <a:gd name="T26" fmla="*/ 132542953 w 111"/>
                <a:gd name="T27" fmla="*/ 40988092 h 88"/>
                <a:gd name="T28" fmla="*/ 97750969 w 111"/>
                <a:gd name="T29" fmla="*/ 81974848 h 88"/>
                <a:gd name="T30" fmla="*/ 36449858 w 111"/>
                <a:gd name="T31" fmla="*/ 87321294 h 88"/>
                <a:gd name="T32" fmla="*/ 14910487 w 111"/>
                <a:gd name="T33" fmla="*/ 81974848 h 88"/>
                <a:gd name="T34" fmla="*/ 3313156 w 111"/>
                <a:gd name="T35" fmla="*/ 74847589 h 88"/>
                <a:gd name="T36" fmla="*/ 0 w 111"/>
                <a:gd name="T37" fmla="*/ 83756997 h 8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1"/>
                <a:gd name="T58" fmla="*/ 0 h 88"/>
                <a:gd name="T59" fmla="*/ 111 w 111"/>
                <a:gd name="T60" fmla="*/ 88 h 8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1" h="88">
                  <a:moveTo>
                    <a:pt x="0" y="47"/>
                  </a:moveTo>
                  <a:lnTo>
                    <a:pt x="9" y="53"/>
                  </a:lnTo>
                  <a:lnTo>
                    <a:pt x="16" y="75"/>
                  </a:lnTo>
                  <a:lnTo>
                    <a:pt x="51" y="82"/>
                  </a:lnTo>
                  <a:lnTo>
                    <a:pt x="86" y="88"/>
                  </a:lnTo>
                  <a:lnTo>
                    <a:pt x="89" y="84"/>
                  </a:lnTo>
                  <a:lnTo>
                    <a:pt x="93" y="52"/>
                  </a:lnTo>
                  <a:lnTo>
                    <a:pt x="105" y="47"/>
                  </a:lnTo>
                  <a:lnTo>
                    <a:pt x="101" y="23"/>
                  </a:lnTo>
                  <a:lnTo>
                    <a:pt x="104" y="29"/>
                  </a:lnTo>
                  <a:lnTo>
                    <a:pt x="111" y="24"/>
                  </a:lnTo>
                  <a:lnTo>
                    <a:pt x="106" y="4"/>
                  </a:lnTo>
                  <a:lnTo>
                    <a:pt x="101" y="0"/>
                  </a:lnTo>
                  <a:lnTo>
                    <a:pt x="80" y="23"/>
                  </a:lnTo>
                  <a:lnTo>
                    <a:pt x="59" y="46"/>
                  </a:lnTo>
                  <a:lnTo>
                    <a:pt x="22" y="49"/>
                  </a:lnTo>
                  <a:lnTo>
                    <a:pt x="9" y="46"/>
                  </a:lnTo>
                  <a:lnTo>
                    <a:pt x="2" y="42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="" xmlns:a16="http://schemas.microsoft.com/office/drawing/2014/main" id="{CB56C7A4-72D7-409A-BEBB-DE244F710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2306" y="3225800"/>
              <a:ext cx="300038" cy="211138"/>
            </a:xfrm>
            <a:custGeom>
              <a:avLst/>
              <a:gdLst>
                <a:gd name="T0" fmla="*/ 14424613 w 237"/>
                <a:gd name="T1" fmla="*/ 98684124 h 166"/>
                <a:gd name="T2" fmla="*/ 3205470 w 237"/>
                <a:gd name="T3" fmla="*/ 110007985 h 166"/>
                <a:gd name="T4" fmla="*/ 0 w 237"/>
                <a:gd name="T5" fmla="*/ 161777477 h 166"/>
                <a:gd name="T6" fmla="*/ 16027347 w 237"/>
                <a:gd name="T7" fmla="*/ 213545737 h 166"/>
                <a:gd name="T8" fmla="*/ 35260163 w 237"/>
                <a:gd name="T9" fmla="*/ 268549710 h 166"/>
                <a:gd name="T10" fmla="*/ 81738199 w 237"/>
                <a:gd name="T11" fmla="*/ 265313958 h 166"/>
                <a:gd name="T12" fmla="*/ 128217511 w 237"/>
                <a:gd name="T13" fmla="*/ 237812607 h 166"/>
                <a:gd name="T14" fmla="*/ 165079132 w 237"/>
                <a:gd name="T15" fmla="*/ 226487474 h 166"/>
                <a:gd name="T16" fmla="*/ 205147527 w 237"/>
                <a:gd name="T17" fmla="*/ 211927861 h 166"/>
                <a:gd name="T18" fmla="*/ 233996743 w 237"/>
                <a:gd name="T19" fmla="*/ 200604000 h 166"/>
                <a:gd name="T20" fmla="*/ 261241959 w 237"/>
                <a:gd name="T21" fmla="*/ 186043115 h 166"/>
                <a:gd name="T22" fmla="*/ 291693909 w 237"/>
                <a:gd name="T23" fmla="*/ 171483502 h 166"/>
                <a:gd name="T24" fmla="*/ 318940391 w 237"/>
                <a:gd name="T25" fmla="*/ 160159601 h 166"/>
                <a:gd name="T26" fmla="*/ 347788420 w 237"/>
                <a:gd name="T27" fmla="*/ 145598716 h 166"/>
                <a:gd name="T28" fmla="*/ 347788420 w 237"/>
                <a:gd name="T29" fmla="*/ 127803350 h 166"/>
                <a:gd name="T30" fmla="*/ 379843104 w 237"/>
                <a:gd name="T31" fmla="*/ 101919876 h 166"/>
                <a:gd name="T32" fmla="*/ 354199357 w 237"/>
                <a:gd name="T33" fmla="*/ 58239745 h 166"/>
                <a:gd name="T34" fmla="*/ 328556796 w 237"/>
                <a:gd name="T35" fmla="*/ 16177494 h 166"/>
                <a:gd name="T36" fmla="*/ 333363812 w 237"/>
                <a:gd name="T37" fmla="*/ 0 h 166"/>
                <a:gd name="T38" fmla="*/ 302913049 w 237"/>
                <a:gd name="T39" fmla="*/ 8089383 h 166"/>
                <a:gd name="T40" fmla="*/ 275666567 w 237"/>
                <a:gd name="T41" fmla="*/ 14559618 h 166"/>
                <a:gd name="T42" fmla="*/ 245214617 w 237"/>
                <a:gd name="T43" fmla="*/ 24266880 h 166"/>
                <a:gd name="T44" fmla="*/ 216366667 w 237"/>
                <a:gd name="T45" fmla="*/ 30737113 h 166"/>
                <a:gd name="T46" fmla="*/ 195531122 w 237"/>
                <a:gd name="T47" fmla="*/ 58239745 h 166"/>
                <a:gd name="T48" fmla="*/ 174695577 w 237"/>
                <a:gd name="T49" fmla="*/ 87358991 h 166"/>
                <a:gd name="T50" fmla="*/ 153859993 w 237"/>
                <a:gd name="T51" fmla="*/ 114861613 h 166"/>
                <a:gd name="T52" fmla="*/ 136231182 w 237"/>
                <a:gd name="T53" fmla="*/ 143980840 h 166"/>
                <a:gd name="T54" fmla="*/ 131422980 w 237"/>
                <a:gd name="T55" fmla="*/ 98684124 h 166"/>
                <a:gd name="T56" fmla="*/ 96162827 w 237"/>
                <a:gd name="T57" fmla="*/ 82506615 h 166"/>
                <a:gd name="T58" fmla="*/ 64108123 w 237"/>
                <a:gd name="T59" fmla="*/ 67945730 h 166"/>
                <a:gd name="T60" fmla="*/ 20835555 w 237"/>
                <a:gd name="T61" fmla="*/ 63093373 h 166"/>
                <a:gd name="T62" fmla="*/ 14424613 w 237"/>
                <a:gd name="T63" fmla="*/ 98684124 h 1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37"/>
                <a:gd name="T97" fmla="*/ 0 h 166"/>
                <a:gd name="T98" fmla="*/ 237 w 237"/>
                <a:gd name="T99" fmla="*/ 166 h 16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37" h="166">
                  <a:moveTo>
                    <a:pt x="9" y="61"/>
                  </a:moveTo>
                  <a:lnTo>
                    <a:pt x="2" y="68"/>
                  </a:lnTo>
                  <a:lnTo>
                    <a:pt x="0" y="100"/>
                  </a:lnTo>
                  <a:lnTo>
                    <a:pt x="10" y="132"/>
                  </a:lnTo>
                  <a:lnTo>
                    <a:pt x="22" y="166"/>
                  </a:lnTo>
                  <a:lnTo>
                    <a:pt x="51" y="164"/>
                  </a:lnTo>
                  <a:lnTo>
                    <a:pt x="80" y="147"/>
                  </a:lnTo>
                  <a:lnTo>
                    <a:pt x="103" y="140"/>
                  </a:lnTo>
                  <a:lnTo>
                    <a:pt x="128" y="131"/>
                  </a:lnTo>
                  <a:lnTo>
                    <a:pt x="146" y="124"/>
                  </a:lnTo>
                  <a:lnTo>
                    <a:pt x="163" y="115"/>
                  </a:lnTo>
                  <a:lnTo>
                    <a:pt x="182" y="106"/>
                  </a:lnTo>
                  <a:lnTo>
                    <a:pt x="199" y="99"/>
                  </a:lnTo>
                  <a:lnTo>
                    <a:pt x="217" y="90"/>
                  </a:lnTo>
                  <a:lnTo>
                    <a:pt x="217" y="79"/>
                  </a:lnTo>
                  <a:lnTo>
                    <a:pt x="237" y="63"/>
                  </a:lnTo>
                  <a:lnTo>
                    <a:pt x="221" y="36"/>
                  </a:lnTo>
                  <a:lnTo>
                    <a:pt x="205" y="10"/>
                  </a:lnTo>
                  <a:lnTo>
                    <a:pt x="208" y="0"/>
                  </a:lnTo>
                  <a:lnTo>
                    <a:pt x="189" y="5"/>
                  </a:lnTo>
                  <a:lnTo>
                    <a:pt x="172" y="9"/>
                  </a:lnTo>
                  <a:lnTo>
                    <a:pt x="153" y="15"/>
                  </a:lnTo>
                  <a:lnTo>
                    <a:pt x="135" y="19"/>
                  </a:lnTo>
                  <a:lnTo>
                    <a:pt x="122" y="36"/>
                  </a:lnTo>
                  <a:lnTo>
                    <a:pt x="109" y="54"/>
                  </a:lnTo>
                  <a:lnTo>
                    <a:pt x="96" y="71"/>
                  </a:lnTo>
                  <a:lnTo>
                    <a:pt x="85" y="89"/>
                  </a:lnTo>
                  <a:lnTo>
                    <a:pt x="82" y="61"/>
                  </a:lnTo>
                  <a:lnTo>
                    <a:pt x="60" y="51"/>
                  </a:lnTo>
                  <a:lnTo>
                    <a:pt x="40" y="42"/>
                  </a:lnTo>
                  <a:lnTo>
                    <a:pt x="13" y="39"/>
                  </a:lnTo>
                  <a:lnTo>
                    <a:pt x="9" y="6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="" xmlns:a16="http://schemas.microsoft.com/office/drawing/2014/main" id="{173B4A9A-B003-4685-8A40-96C1F68D0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6094" y="3529013"/>
              <a:ext cx="61912" cy="131762"/>
            </a:xfrm>
            <a:custGeom>
              <a:avLst/>
              <a:gdLst>
                <a:gd name="T0" fmla="*/ 17684980 w 51"/>
                <a:gd name="T1" fmla="*/ 8343635 h 102"/>
                <a:gd name="T2" fmla="*/ 32421250 w 51"/>
                <a:gd name="T3" fmla="*/ 30036570 h 102"/>
                <a:gd name="T4" fmla="*/ 50106235 w 51"/>
                <a:gd name="T5" fmla="*/ 56736462 h 102"/>
                <a:gd name="T6" fmla="*/ 63368753 w 51"/>
                <a:gd name="T7" fmla="*/ 90109720 h 102"/>
                <a:gd name="T8" fmla="*/ 75158737 w 51"/>
                <a:gd name="T9" fmla="*/ 123484250 h 102"/>
                <a:gd name="T10" fmla="*/ 58947509 w 51"/>
                <a:gd name="T11" fmla="*/ 160195457 h 102"/>
                <a:gd name="T12" fmla="*/ 23578763 w 51"/>
                <a:gd name="T13" fmla="*/ 170208115 h 102"/>
                <a:gd name="T14" fmla="*/ 4421245 w 51"/>
                <a:gd name="T15" fmla="*/ 111803939 h 102"/>
                <a:gd name="T16" fmla="*/ 0 w 51"/>
                <a:gd name="T17" fmla="*/ 70085757 h 102"/>
                <a:gd name="T18" fmla="*/ 4421245 w 51"/>
                <a:gd name="T19" fmla="*/ 75091420 h 102"/>
                <a:gd name="T20" fmla="*/ 8842490 w 51"/>
                <a:gd name="T21" fmla="*/ 45054860 h 102"/>
                <a:gd name="T22" fmla="*/ 13263736 w 51"/>
                <a:gd name="T23" fmla="*/ 13349300 h 102"/>
                <a:gd name="T24" fmla="*/ 16211232 w 51"/>
                <a:gd name="T25" fmla="*/ 10012620 h 102"/>
                <a:gd name="T26" fmla="*/ 7368742 w 51"/>
                <a:gd name="T27" fmla="*/ 0 h 102"/>
                <a:gd name="T28" fmla="*/ 17684980 w 51"/>
                <a:gd name="T29" fmla="*/ 8343635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1"/>
                <a:gd name="T46" fmla="*/ 0 h 102"/>
                <a:gd name="T47" fmla="*/ 51 w 51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1" h="102">
                  <a:moveTo>
                    <a:pt x="12" y="5"/>
                  </a:moveTo>
                  <a:lnTo>
                    <a:pt x="22" y="18"/>
                  </a:lnTo>
                  <a:lnTo>
                    <a:pt x="34" y="34"/>
                  </a:lnTo>
                  <a:lnTo>
                    <a:pt x="43" y="54"/>
                  </a:lnTo>
                  <a:lnTo>
                    <a:pt x="51" y="74"/>
                  </a:lnTo>
                  <a:lnTo>
                    <a:pt x="40" y="96"/>
                  </a:lnTo>
                  <a:lnTo>
                    <a:pt x="16" y="102"/>
                  </a:lnTo>
                  <a:lnTo>
                    <a:pt x="3" y="67"/>
                  </a:lnTo>
                  <a:lnTo>
                    <a:pt x="0" y="42"/>
                  </a:lnTo>
                  <a:lnTo>
                    <a:pt x="3" y="45"/>
                  </a:lnTo>
                  <a:lnTo>
                    <a:pt x="6" y="27"/>
                  </a:lnTo>
                  <a:lnTo>
                    <a:pt x="9" y="8"/>
                  </a:lnTo>
                  <a:lnTo>
                    <a:pt x="11" y="6"/>
                  </a:lnTo>
                  <a:lnTo>
                    <a:pt x="5" y="0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="" xmlns:a16="http://schemas.microsoft.com/office/drawing/2014/main" id="{8BD9E518-0406-482A-988E-57BCC2C9F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3369" y="3890963"/>
              <a:ext cx="52387" cy="55562"/>
            </a:xfrm>
            <a:custGeom>
              <a:avLst/>
              <a:gdLst>
                <a:gd name="T0" fmla="*/ 21683563 w 45"/>
                <a:gd name="T1" fmla="*/ 13356847 h 43"/>
                <a:gd name="T2" fmla="*/ 8131626 w 45"/>
                <a:gd name="T3" fmla="*/ 45080168 h 43"/>
                <a:gd name="T4" fmla="*/ 0 w 45"/>
                <a:gd name="T5" fmla="*/ 71793852 h 43"/>
                <a:gd name="T6" fmla="*/ 1355077 w 45"/>
                <a:gd name="T7" fmla="*/ 71793852 h 43"/>
                <a:gd name="T8" fmla="*/ 4065231 w 45"/>
                <a:gd name="T9" fmla="*/ 71793852 h 43"/>
                <a:gd name="T10" fmla="*/ 31171428 w 45"/>
                <a:gd name="T11" fmla="*/ 70124408 h 43"/>
                <a:gd name="T12" fmla="*/ 33881581 w 45"/>
                <a:gd name="T13" fmla="*/ 55098123 h 43"/>
                <a:gd name="T14" fmla="*/ 51499914 w 45"/>
                <a:gd name="T15" fmla="*/ 56767566 h 43"/>
                <a:gd name="T16" fmla="*/ 60986615 w 45"/>
                <a:gd name="T17" fmla="*/ 55098123 h 43"/>
                <a:gd name="T18" fmla="*/ 48789761 w 45"/>
                <a:gd name="T19" fmla="*/ 0 h 43"/>
                <a:gd name="T20" fmla="*/ 29815187 w 45"/>
                <a:gd name="T21" fmla="*/ 13356847 h 43"/>
                <a:gd name="T22" fmla="*/ 21683563 w 45"/>
                <a:gd name="T23" fmla="*/ 13356847 h 4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"/>
                <a:gd name="T37" fmla="*/ 0 h 43"/>
                <a:gd name="T38" fmla="*/ 45 w 45"/>
                <a:gd name="T39" fmla="*/ 43 h 4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" h="43">
                  <a:moveTo>
                    <a:pt x="16" y="8"/>
                  </a:moveTo>
                  <a:lnTo>
                    <a:pt x="6" y="27"/>
                  </a:lnTo>
                  <a:lnTo>
                    <a:pt x="0" y="43"/>
                  </a:lnTo>
                  <a:lnTo>
                    <a:pt x="1" y="43"/>
                  </a:lnTo>
                  <a:lnTo>
                    <a:pt x="3" y="43"/>
                  </a:lnTo>
                  <a:lnTo>
                    <a:pt x="23" y="42"/>
                  </a:lnTo>
                  <a:lnTo>
                    <a:pt x="25" y="33"/>
                  </a:lnTo>
                  <a:lnTo>
                    <a:pt x="38" y="34"/>
                  </a:lnTo>
                  <a:lnTo>
                    <a:pt x="45" y="33"/>
                  </a:lnTo>
                  <a:lnTo>
                    <a:pt x="36" y="0"/>
                  </a:lnTo>
                  <a:lnTo>
                    <a:pt x="22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="" xmlns:a16="http://schemas.microsoft.com/office/drawing/2014/main" id="{C0BABC3D-B047-40B5-AA46-5CB686ACC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881" y="3792538"/>
              <a:ext cx="1588" cy="1587"/>
            </a:xfrm>
            <a:custGeom>
              <a:avLst/>
              <a:gdLst>
                <a:gd name="T0" fmla="*/ 1260872 w 2"/>
                <a:gd name="T1" fmla="*/ 559682 h 3"/>
                <a:gd name="T2" fmla="*/ 1260872 w 2"/>
                <a:gd name="T3" fmla="*/ 839523 h 3"/>
                <a:gd name="T4" fmla="*/ 0 w 2"/>
                <a:gd name="T5" fmla="*/ 559682 h 3"/>
                <a:gd name="T6" fmla="*/ 1260872 w 2"/>
                <a:gd name="T7" fmla="*/ 0 h 3"/>
                <a:gd name="T8" fmla="*/ 1260872 w 2"/>
                <a:gd name="T9" fmla="*/ 55968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"/>
                <a:gd name="T16" fmla="*/ 0 h 3"/>
                <a:gd name="T17" fmla="*/ 2 w 2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" h="3">
                  <a:moveTo>
                    <a:pt x="2" y="2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="" xmlns:a16="http://schemas.microsoft.com/office/drawing/2014/main" id="{C92E389D-C9FB-4524-9376-0C98F45A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819" y="3867150"/>
              <a:ext cx="3175" cy="4763"/>
            </a:xfrm>
            <a:custGeom>
              <a:avLst/>
              <a:gdLst>
                <a:gd name="T0" fmla="*/ 0 w 3"/>
                <a:gd name="T1" fmla="*/ 0 h 2"/>
                <a:gd name="T2" fmla="*/ 3360208 w 3"/>
                <a:gd name="T3" fmla="*/ 0 h 2"/>
                <a:gd name="T4" fmla="*/ 2240492 w 3"/>
                <a:gd name="T5" fmla="*/ 11343084 h 2"/>
                <a:gd name="T6" fmla="*/ 0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2"/>
                <a:gd name="T14" fmla="*/ 3 w 3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="" xmlns:a16="http://schemas.microsoft.com/office/drawing/2014/main" id="{EA4F6FC4-8C60-4A51-A5B0-36ACE7130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881" y="3849688"/>
              <a:ext cx="1588" cy="4762"/>
            </a:xfrm>
            <a:custGeom>
              <a:avLst/>
              <a:gdLst>
                <a:gd name="T0" fmla="*/ 2521744 w 1"/>
                <a:gd name="T1" fmla="*/ 0 h 3"/>
                <a:gd name="T2" fmla="*/ 2521744 w 1"/>
                <a:gd name="T3" fmla="*/ 7558882 h 3"/>
                <a:gd name="T4" fmla="*/ 0 w 1"/>
                <a:gd name="T5" fmla="*/ 2519098 h 3"/>
                <a:gd name="T6" fmla="*/ 2521744 w 1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1" y="0"/>
                  </a:moveTo>
                  <a:lnTo>
                    <a:pt x="1" y="3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="" xmlns:a16="http://schemas.microsoft.com/office/drawing/2014/main" id="{2C18F587-4A5F-499B-903C-9B78776C7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8769" y="3878263"/>
              <a:ext cx="7937" cy="3175"/>
            </a:xfrm>
            <a:custGeom>
              <a:avLst/>
              <a:gdLst>
                <a:gd name="T0" fmla="*/ 20998655 w 3"/>
                <a:gd name="T1" fmla="*/ 0 h 2"/>
                <a:gd name="T2" fmla="*/ 7000434 w 3"/>
                <a:gd name="T3" fmla="*/ 5040312 h 2"/>
                <a:gd name="T4" fmla="*/ 0 w 3"/>
                <a:gd name="T5" fmla="*/ 0 h 2"/>
                <a:gd name="T6" fmla="*/ 2099865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2"/>
                <a:gd name="T14" fmla="*/ 3 w 3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2">
                  <a:moveTo>
                    <a:pt x="3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="" xmlns:a16="http://schemas.microsoft.com/office/drawing/2014/main" id="{40F5D678-49E8-41A9-A7E9-C116B9754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6706" y="3884613"/>
              <a:ext cx="0" cy="1587"/>
            </a:xfrm>
            <a:custGeom>
              <a:avLst/>
              <a:gdLst>
                <a:gd name="T0" fmla="*/ 0 w 1"/>
                <a:gd name="T1" fmla="*/ 2518569 h 1"/>
                <a:gd name="T2" fmla="*/ 0 w 1"/>
                <a:gd name="T3" fmla="*/ 0 h 1"/>
                <a:gd name="T4" fmla="*/ 0 w 1"/>
                <a:gd name="T5" fmla="*/ 2518569 h 1"/>
                <a:gd name="T6" fmla="*/ 0 w 1"/>
                <a:gd name="T7" fmla="*/ 2518569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"/>
                <a:gd name="T14" fmla="*/ 0 w 1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">
                  <a:moveTo>
                    <a:pt x="1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="" xmlns:a16="http://schemas.microsoft.com/office/drawing/2014/main" id="{B41E66BD-512B-48EF-9AC3-61F6B54ED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6706" y="3665538"/>
              <a:ext cx="0" cy="3175"/>
            </a:xfrm>
            <a:custGeom>
              <a:avLst/>
              <a:gdLst>
                <a:gd name="T0" fmla="*/ 0 w 1"/>
                <a:gd name="T1" fmla="*/ 5040312 h 2"/>
                <a:gd name="T2" fmla="*/ 0 w 1"/>
                <a:gd name="T3" fmla="*/ 0 h 2"/>
                <a:gd name="T4" fmla="*/ 0 w 1"/>
                <a:gd name="T5" fmla="*/ 5040312 h 2"/>
                <a:gd name="T6" fmla="*/ 0 w 1"/>
                <a:gd name="T7" fmla="*/ 5040312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2"/>
                <a:gd name="T14" fmla="*/ 0 w 1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2">
                  <a:moveTo>
                    <a:pt x="1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="" xmlns:a16="http://schemas.microsoft.com/office/drawing/2014/main" id="{9DE59543-FB37-4415-B13B-C559523F1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8294" y="3878263"/>
              <a:ext cx="1587" cy="3175"/>
            </a:xfrm>
            <a:custGeom>
              <a:avLst/>
              <a:gdLst>
                <a:gd name="T0" fmla="*/ 0 w 1"/>
                <a:gd name="T1" fmla="*/ 3360208 h 3"/>
                <a:gd name="T2" fmla="*/ 2518569 w 1"/>
                <a:gd name="T3" fmla="*/ 0 h 3"/>
                <a:gd name="T4" fmla="*/ 0 w 1"/>
                <a:gd name="T5" fmla="*/ 0 h 3"/>
                <a:gd name="T6" fmla="*/ 0 w 1"/>
                <a:gd name="T7" fmla="*/ 3360208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0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="" xmlns:a16="http://schemas.microsoft.com/office/drawing/2014/main" id="{824793E0-5FED-44D8-85F9-B4F84BE56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819" y="3786188"/>
              <a:ext cx="3175" cy="1587"/>
            </a:xfrm>
            <a:custGeom>
              <a:avLst/>
              <a:gdLst>
                <a:gd name="T0" fmla="*/ 5040312 w 2"/>
                <a:gd name="T1" fmla="*/ 559682 h 3"/>
                <a:gd name="T2" fmla="*/ 0 w 2"/>
                <a:gd name="T3" fmla="*/ 0 h 3"/>
                <a:gd name="T4" fmla="*/ 0 w 2"/>
                <a:gd name="T5" fmla="*/ 839523 h 3"/>
                <a:gd name="T6" fmla="*/ 5040312 w 2"/>
                <a:gd name="T7" fmla="*/ 559682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"/>
                <a:gd name="T13" fmla="*/ 0 h 3"/>
                <a:gd name="T14" fmla="*/ 2 w 2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" h="3">
                  <a:moveTo>
                    <a:pt x="2" y="2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="" xmlns:a16="http://schemas.microsoft.com/office/drawing/2014/main" id="{B967AAFE-D597-4A04-972B-30D24E984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94" y="3624263"/>
              <a:ext cx="3175" cy="1587"/>
            </a:xfrm>
            <a:custGeom>
              <a:avLst/>
              <a:gdLst>
                <a:gd name="T0" fmla="*/ 10080623 w 1"/>
                <a:gd name="T1" fmla="*/ 0 h 3"/>
                <a:gd name="T2" fmla="*/ 0 w 1"/>
                <a:gd name="T3" fmla="*/ 0 h 3"/>
                <a:gd name="T4" fmla="*/ 0 w 1"/>
                <a:gd name="T5" fmla="*/ 839523 h 3"/>
                <a:gd name="T6" fmla="*/ 10080623 w 1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1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="" xmlns:a16="http://schemas.microsoft.com/office/drawing/2014/main" id="{A996CAC9-6254-4724-B567-AC40B5F2D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6706" y="3794125"/>
              <a:ext cx="1588" cy="1588"/>
            </a:xfrm>
            <a:custGeom>
              <a:avLst/>
              <a:gdLst>
                <a:gd name="T0" fmla="*/ 1260872 w 2"/>
                <a:gd name="T1" fmla="*/ 315218 h 4"/>
                <a:gd name="T2" fmla="*/ 1260872 w 2"/>
                <a:gd name="T3" fmla="*/ 0 h 4"/>
                <a:gd name="T4" fmla="*/ 0 w 2"/>
                <a:gd name="T5" fmla="*/ 630436 h 4"/>
                <a:gd name="T6" fmla="*/ 1260872 w 2"/>
                <a:gd name="T7" fmla="*/ 315218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"/>
                <a:gd name="T13" fmla="*/ 0 h 4"/>
                <a:gd name="T14" fmla="*/ 2 w 2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" h="4">
                  <a:moveTo>
                    <a:pt x="2" y="2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="" xmlns:a16="http://schemas.microsoft.com/office/drawing/2014/main" id="{16808646-DEAC-456D-915A-3E38B434F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1469" y="3779838"/>
              <a:ext cx="4762" cy="1587"/>
            </a:xfrm>
            <a:custGeom>
              <a:avLst/>
              <a:gdLst>
                <a:gd name="T0" fmla="*/ 11338321 w 2"/>
                <a:gd name="T1" fmla="*/ 2518569 h 1"/>
                <a:gd name="T2" fmla="*/ 0 w 2"/>
                <a:gd name="T3" fmla="*/ 0 h 1"/>
                <a:gd name="T4" fmla="*/ 0 w 2"/>
                <a:gd name="T5" fmla="*/ 2518569 h 1"/>
                <a:gd name="T6" fmla="*/ 11338321 w 2"/>
                <a:gd name="T7" fmla="*/ 2518569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"/>
                <a:gd name="T13" fmla="*/ 0 h 1"/>
                <a:gd name="T14" fmla="*/ 2 w 2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="" xmlns:a16="http://schemas.microsoft.com/office/drawing/2014/main" id="{1B207750-85B5-428A-8B6B-379F5506B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8294" y="3665538"/>
              <a:ext cx="1587" cy="3175"/>
            </a:xfrm>
            <a:custGeom>
              <a:avLst/>
              <a:gdLst>
                <a:gd name="T0" fmla="*/ 0 w 1"/>
                <a:gd name="T1" fmla="*/ 0 h 2"/>
                <a:gd name="T2" fmla="*/ 2518569 w 1"/>
                <a:gd name="T3" fmla="*/ 5040312 h 2"/>
                <a:gd name="T4" fmla="*/ 0 w 1"/>
                <a:gd name="T5" fmla="*/ 5040312 h 2"/>
                <a:gd name="T6" fmla="*/ 0 w 1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2"/>
                <a:gd name="T14" fmla="*/ 1 w 1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="" xmlns:a16="http://schemas.microsoft.com/office/drawing/2014/main" id="{8F392760-D3C5-4EC4-85BF-B6DED75B3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4006" y="3632200"/>
              <a:ext cx="4763" cy="4763"/>
            </a:xfrm>
            <a:custGeom>
              <a:avLst/>
              <a:gdLst>
                <a:gd name="T0" fmla="*/ 7562057 w 3"/>
                <a:gd name="T1" fmla="*/ 0 h 4763"/>
                <a:gd name="T2" fmla="*/ 0 w 3"/>
                <a:gd name="T3" fmla="*/ 0 h 4763"/>
                <a:gd name="T4" fmla="*/ 7562057 w 3"/>
                <a:gd name="T5" fmla="*/ 0 h 4763"/>
                <a:gd name="T6" fmla="*/ 0 60000 65536"/>
                <a:gd name="T7" fmla="*/ 0 60000 65536"/>
                <a:gd name="T8" fmla="*/ 0 60000 65536"/>
                <a:gd name="T9" fmla="*/ 0 w 3"/>
                <a:gd name="T10" fmla="*/ 0 h 4763"/>
                <a:gd name="T11" fmla="*/ 3 w 3"/>
                <a:gd name="T12" fmla="*/ 4763 h 47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4763">
                  <a:moveTo>
                    <a:pt x="3" y="0"/>
                  </a:move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="" xmlns:a16="http://schemas.microsoft.com/office/drawing/2014/main" id="{AC41B8B5-9160-404B-9B5A-003D55261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6069" y="3765550"/>
              <a:ext cx="3175" cy="1588"/>
            </a:xfrm>
            <a:custGeom>
              <a:avLst/>
              <a:gdLst>
                <a:gd name="T0" fmla="*/ 3360208 w 3"/>
                <a:gd name="T1" fmla="*/ 1260872 h 2"/>
                <a:gd name="T2" fmla="*/ 3360208 w 3"/>
                <a:gd name="T3" fmla="*/ 0 h 2"/>
                <a:gd name="T4" fmla="*/ 0 w 3"/>
                <a:gd name="T5" fmla="*/ 0 h 2"/>
                <a:gd name="T6" fmla="*/ 3360208 w 3"/>
                <a:gd name="T7" fmla="*/ 1260872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2"/>
                <a:gd name="T14" fmla="*/ 3 w 3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2">
                  <a:moveTo>
                    <a:pt x="3" y="2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="" xmlns:a16="http://schemas.microsoft.com/office/drawing/2014/main" id="{4F78CAA6-520C-43F2-AFAE-F0E1C27A9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9244" y="3619500"/>
              <a:ext cx="4762" cy="3175"/>
            </a:xfrm>
            <a:custGeom>
              <a:avLst/>
              <a:gdLst>
                <a:gd name="T0" fmla="*/ 22676642 w 1"/>
                <a:gd name="T1" fmla="*/ 10080623 h 1"/>
                <a:gd name="T2" fmla="*/ 22676642 w 1"/>
                <a:gd name="T3" fmla="*/ 0 h 1"/>
                <a:gd name="T4" fmla="*/ 0 w 1"/>
                <a:gd name="T5" fmla="*/ 10080623 h 1"/>
                <a:gd name="T6" fmla="*/ 22676642 w 1"/>
                <a:gd name="T7" fmla="*/ 10080623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"/>
                <a:gd name="T14" fmla="*/ 1 w 1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">
                  <a:moveTo>
                    <a:pt x="1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="" xmlns:a16="http://schemas.microsoft.com/office/drawing/2014/main" id="{479D7831-EE8E-4A26-9D67-9AC1867C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8294" y="3752850"/>
              <a:ext cx="1587" cy="1588"/>
            </a:xfrm>
            <a:custGeom>
              <a:avLst/>
              <a:gdLst>
                <a:gd name="T0" fmla="*/ 0 w 1"/>
                <a:gd name="T1" fmla="*/ 840581 h 3"/>
                <a:gd name="T2" fmla="*/ 2518569 w 1"/>
                <a:gd name="T3" fmla="*/ 560564 h 3"/>
                <a:gd name="T4" fmla="*/ 0 w 1"/>
                <a:gd name="T5" fmla="*/ 0 h 3"/>
                <a:gd name="T6" fmla="*/ 0 w 1"/>
                <a:gd name="T7" fmla="*/ 840581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0" y="3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="" xmlns:a16="http://schemas.microsoft.com/office/drawing/2014/main" id="{9B244EF3-0F96-472A-9F67-2CFFE22A8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881" y="3836988"/>
              <a:ext cx="1588" cy="0"/>
            </a:xfrm>
            <a:custGeom>
              <a:avLst/>
              <a:gdLst>
                <a:gd name="T0" fmla="*/ 2521744 w 1"/>
                <a:gd name="T1" fmla="*/ 0 h 3"/>
                <a:gd name="T2" fmla="*/ 2521744 w 1"/>
                <a:gd name="T3" fmla="*/ 0 h 3"/>
                <a:gd name="T4" fmla="*/ 0 w 1"/>
                <a:gd name="T5" fmla="*/ 0 h 3"/>
                <a:gd name="T6" fmla="*/ 2521744 w 1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0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1" y="0"/>
                  </a:moveTo>
                  <a:lnTo>
                    <a:pt x="1" y="3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="" xmlns:a16="http://schemas.microsoft.com/office/drawing/2014/main" id="{CD10C22F-9E51-4B02-BD52-548D30447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9244" y="3624263"/>
              <a:ext cx="4762" cy="3175"/>
            </a:xfrm>
            <a:custGeom>
              <a:avLst/>
              <a:gdLst>
                <a:gd name="T0" fmla="*/ 22676642 w 1"/>
                <a:gd name="T1" fmla="*/ 0 h 3"/>
                <a:gd name="T2" fmla="*/ 22676642 w 1"/>
                <a:gd name="T3" fmla="*/ 1119717 h 3"/>
                <a:gd name="T4" fmla="*/ 0 w 1"/>
                <a:gd name="T5" fmla="*/ 3360208 h 3"/>
                <a:gd name="T6" fmla="*/ 22676642 w 1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3"/>
                <a:gd name="T14" fmla="*/ 1 w 1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3">
                  <a:moveTo>
                    <a:pt x="1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="" xmlns:a16="http://schemas.microsoft.com/office/drawing/2014/main" id="{28525515-BA89-414A-A47D-31A7ACF3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9881" y="3771900"/>
              <a:ext cx="1588" cy="1588"/>
            </a:xfrm>
            <a:custGeom>
              <a:avLst/>
              <a:gdLst>
                <a:gd name="T0" fmla="*/ 1260872 w 2"/>
                <a:gd name="T1" fmla="*/ 0 h 2"/>
                <a:gd name="T2" fmla="*/ 0 w 2"/>
                <a:gd name="T3" fmla="*/ 1260872 h 2"/>
                <a:gd name="T4" fmla="*/ 0 w 2"/>
                <a:gd name="T5" fmla="*/ 0 h 2"/>
                <a:gd name="T6" fmla="*/ 1260872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"/>
                <a:gd name="T13" fmla="*/ 0 h 2"/>
                <a:gd name="T14" fmla="*/ 2 w 2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="" xmlns:a16="http://schemas.microsoft.com/office/drawing/2014/main" id="{39FC272E-2794-4A0F-8B67-6B4AEAB12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8294" y="3705225"/>
              <a:ext cx="1587" cy="0"/>
            </a:xfrm>
            <a:custGeom>
              <a:avLst/>
              <a:gdLst>
                <a:gd name="T0" fmla="*/ 0 w 1"/>
                <a:gd name="T1" fmla="*/ 0 h 2"/>
                <a:gd name="T2" fmla="*/ 2518569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2"/>
                <a:gd name="T14" fmla="*/ 1 w 1"/>
                <a:gd name="T15" fmla="*/ 0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="" xmlns:a16="http://schemas.microsoft.com/office/drawing/2014/main" id="{78F5ADD9-598C-4FF5-A325-D2B2FA923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3306" y="4006850"/>
              <a:ext cx="6350" cy="9525"/>
            </a:xfrm>
            <a:custGeom>
              <a:avLst/>
              <a:gdLst>
                <a:gd name="T0" fmla="*/ 13440833 w 3"/>
                <a:gd name="T1" fmla="*/ 18145126 h 5"/>
                <a:gd name="T2" fmla="*/ 8959851 w 3"/>
                <a:gd name="T3" fmla="*/ 0 h 5"/>
                <a:gd name="T4" fmla="*/ 0 w 3"/>
                <a:gd name="T5" fmla="*/ 0 h 5"/>
                <a:gd name="T6" fmla="*/ 13440833 w 3"/>
                <a:gd name="T7" fmla="*/ 18145126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5"/>
                <a:gd name="T14" fmla="*/ 3 w 3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5">
                  <a:moveTo>
                    <a:pt x="3" y="5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="" xmlns:a16="http://schemas.microsoft.com/office/drawing/2014/main" id="{F85FFE72-AEAB-4DEF-A870-259C63C20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1844" y="4165600"/>
              <a:ext cx="11112" cy="4763"/>
            </a:xfrm>
            <a:custGeom>
              <a:avLst/>
              <a:gdLst>
                <a:gd name="T0" fmla="*/ 17639508 w 7"/>
                <a:gd name="T1" fmla="*/ 5672733 h 2"/>
                <a:gd name="T2" fmla="*/ 10080172 w 7"/>
                <a:gd name="T3" fmla="*/ 0 h 2"/>
                <a:gd name="T4" fmla="*/ 0 w 7"/>
                <a:gd name="T5" fmla="*/ 11343084 h 2"/>
                <a:gd name="T6" fmla="*/ 17639508 w 7"/>
                <a:gd name="T7" fmla="*/ 5672733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2"/>
                <a:gd name="T14" fmla="*/ 7 w 7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2">
                  <a:moveTo>
                    <a:pt x="7" y="1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7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="" xmlns:a16="http://schemas.microsoft.com/office/drawing/2014/main" id="{9C00A766-757C-4343-B92B-9C4295750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0744" y="2987675"/>
              <a:ext cx="0" cy="6350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6720417 h 6"/>
                <a:gd name="T4" fmla="*/ 0 w 1"/>
                <a:gd name="T5" fmla="*/ 1119717 h 6"/>
                <a:gd name="T6" fmla="*/ 0 w 1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6"/>
                <a:gd name="T14" fmla="*/ 0 w 1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6">
                  <a:moveTo>
                    <a:pt x="1" y="0"/>
                  </a:moveTo>
                  <a:lnTo>
                    <a:pt x="0" y="6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="" xmlns:a16="http://schemas.microsoft.com/office/drawing/2014/main" id="{6E20F3E3-8992-48EF-95D4-1408E2A9C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6169" y="3073400"/>
              <a:ext cx="301625" cy="531813"/>
            </a:xfrm>
            <a:custGeom>
              <a:avLst/>
              <a:gdLst>
                <a:gd name="T0" fmla="*/ 377440660 w 238"/>
                <a:gd name="T1" fmla="*/ 169145618 h 421"/>
                <a:gd name="T2" fmla="*/ 340499211 w 238"/>
                <a:gd name="T3" fmla="*/ 148401088 h 421"/>
                <a:gd name="T4" fmla="*/ 303558950 w 238"/>
                <a:gd name="T5" fmla="*/ 127656597 h 421"/>
                <a:gd name="T6" fmla="*/ 266617501 w 238"/>
                <a:gd name="T7" fmla="*/ 106912106 h 421"/>
                <a:gd name="T8" fmla="*/ 228070343 w 238"/>
                <a:gd name="T9" fmla="*/ 82976739 h 421"/>
                <a:gd name="T10" fmla="*/ 191130161 w 238"/>
                <a:gd name="T11" fmla="*/ 62232228 h 421"/>
                <a:gd name="T12" fmla="*/ 154188672 w 238"/>
                <a:gd name="T13" fmla="*/ 41489001 h 421"/>
                <a:gd name="T14" fmla="*/ 117247223 w 238"/>
                <a:gd name="T15" fmla="*/ 20744500 h 421"/>
                <a:gd name="T16" fmla="*/ 78700045 w 238"/>
                <a:gd name="T17" fmla="*/ 0 h 421"/>
                <a:gd name="T18" fmla="*/ 43365573 w 238"/>
                <a:gd name="T19" fmla="*/ 20744500 h 421"/>
                <a:gd name="T20" fmla="*/ 46578258 w 238"/>
                <a:gd name="T21" fmla="*/ 52658334 h 421"/>
                <a:gd name="T22" fmla="*/ 51396653 w 238"/>
                <a:gd name="T23" fmla="*/ 82976739 h 421"/>
                <a:gd name="T24" fmla="*/ 81912731 w 238"/>
                <a:gd name="T25" fmla="*/ 132444176 h 421"/>
                <a:gd name="T26" fmla="*/ 73881651 w 238"/>
                <a:gd name="T27" fmla="*/ 149996526 h 421"/>
                <a:gd name="T28" fmla="*/ 72275941 w 238"/>
                <a:gd name="T29" fmla="*/ 183507091 h 421"/>
                <a:gd name="T30" fmla="*/ 69063256 w 238"/>
                <a:gd name="T31" fmla="*/ 213825476 h 421"/>
                <a:gd name="T32" fmla="*/ 67457547 w 238"/>
                <a:gd name="T33" fmla="*/ 245739300 h 421"/>
                <a:gd name="T34" fmla="*/ 67457547 w 238"/>
                <a:gd name="T35" fmla="*/ 277653123 h 421"/>
                <a:gd name="T36" fmla="*/ 48183968 w 238"/>
                <a:gd name="T37" fmla="*/ 303185193 h 421"/>
                <a:gd name="T38" fmla="*/ 32123064 w 238"/>
                <a:gd name="T39" fmla="*/ 327120561 h 421"/>
                <a:gd name="T40" fmla="*/ 16060898 w 238"/>
                <a:gd name="T41" fmla="*/ 352651446 h 421"/>
                <a:gd name="T42" fmla="*/ 0 w 238"/>
                <a:gd name="T43" fmla="*/ 378183515 h 421"/>
                <a:gd name="T44" fmla="*/ 0 w 238"/>
                <a:gd name="T45" fmla="*/ 413288216 h 421"/>
                <a:gd name="T46" fmla="*/ 16060898 w 238"/>
                <a:gd name="T47" fmla="*/ 438820285 h 421"/>
                <a:gd name="T48" fmla="*/ 30516088 w 238"/>
                <a:gd name="T49" fmla="*/ 438820285 h 421"/>
                <a:gd name="T50" fmla="*/ 51396653 w 238"/>
                <a:gd name="T51" fmla="*/ 480308003 h 421"/>
                <a:gd name="T52" fmla="*/ 53002362 w 238"/>
                <a:gd name="T53" fmla="*/ 526584563 h 421"/>
                <a:gd name="T54" fmla="*/ 78700045 w 238"/>
                <a:gd name="T55" fmla="*/ 568072281 h 421"/>
                <a:gd name="T56" fmla="*/ 36941459 w 238"/>
                <a:gd name="T57" fmla="*/ 568072281 h 421"/>
                <a:gd name="T58" fmla="*/ 16060898 w 238"/>
                <a:gd name="T59" fmla="*/ 577646176 h 421"/>
                <a:gd name="T60" fmla="*/ 48183968 w 238"/>
                <a:gd name="T61" fmla="*/ 617539719 h 421"/>
                <a:gd name="T62" fmla="*/ 72275941 w 238"/>
                <a:gd name="T63" fmla="*/ 671793629 h 421"/>
                <a:gd name="T64" fmla="*/ 107610434 w 238"/>
                <a:gd name="T65" fmla="*/ 660624138 h 421"/>
                <a:gd name="T66" fmla="*/ 114035805 w 238"/>
                <a:gd name="T67" fmla="*/ 665410612 h 421"/>
                <a:gd name="T68" fmla="*/ 134915093 w 238"/>
                <a:gd name="T69" fmla="*/ 660624138 h 421"/>
                <a:gd name="T70" fmla="*/ 186311766 w 238"/>
                <a:gd name="T71" fmla="*/ 649453542 h 421"/>
                <a:gd name="T72" fmla="*/ 205585345 w 238"/>
                <a:gd name="T73" fmla="*/ 628709052 h 421"/>
                <a:gd name="T74" fmla="*/ 197554265 w 238"/>
                <a:gd name="T75" fmla="*/ 617539719 h 421"/>
                <a:gd name="T76" fmla="*/ 252162317 w 238"/>
                <a:gd name="T77" fmla="*/ 604773684 h 421"/>
                <a:gd name="T78" fmla="*/ 279466976 w 238"/>
                <a:gd name="T79" fmla="*/ 569667720 h 421"/>
                <a:gd name="T80" fmla="*/ 309983054 w 238"/>
                <a:gd name="T81" fmla="*/ 537753896 h 421"/>
                <a:gd name="T82" fmla="*/ 345317606 w 238"/>
                <a:gd name="T83" fmla="*/ 528180002 h 421"/>
                <a:gd name="T84" fmla="*/ 340499211 w 238"/>
                <a:gd name="T85" fmla="*/ 505840073 h 421"/>
                <a:gd name="T86" fmla="*/ 335680816 w 238"/>
                <a:gd name="T87" fmla="*/ 485095582 h 421"/>
                <a:gd name="T88" fmla="*/ 319619843 w 238"/>
                <a:gd name="T89" fmla="*/ 451586320 h 421"/>
                <a:gd name="T90" fmla="*/ 305164659 w 238"/>
                <a:gd name="T91" fmla="*/ 449989618 h 421"/>
                <a:gd name="T92" fmla="*/ 319619843 w 238"/>
                <a:gd name="T93" fmla="*/ 418075795 h 421"/>
                <a:gd name="T94" fmla="*/ 321225553 w 238"/>
                <a:gd name="T95" fmla="*/ 398926743 h 421"/>
                <a:gd name="T96" fmla="*/ 326043947 w 238"/>
                <a:gd name="T97" fmla="*/ 387757410 h 421"/>
                <a:gd name="T98" fmla="*/ 326043947 w 238"/>
                <a:gd name="T99" fmla="*/ 373395936 h 421"/>
                <a:gd name="T100" fmla="*/ 345317606 w 238"/>
                <a:gd name="T101" fmla="*/ 341482113 h 421"/>
                <a:gd name="T102" fmla="*/ 359772790 w 238"/>
                <a:gd name="T103" fmla="*/ 328715999 h 421"/>
                <a:gd name="T104" fmla="*/ 382259055 w 238"/>
                <a:gd name="T105" fmla="*/ 328715999 h 421"/>
                <a:gd name="T106" fmla="*/ 380653345 w 238"/>
                <a:gd name="T107" fmla="*/ 287227018 h 421"/>
                <a:gd name="T108" fmla="*/ 380653345 w 238"/>
                <a:gd name="T109" fmla="*/ 247334738 h 421"/>
                <a:gd name="T110" fmla="*/ 377440660 w 238"/>
                <a:gd name="T111" fmla="*/ 209037897 h 421"/>
                <a:gd name="T112" fmla="*/ 377440660 w 238"/>
                <a:gd name="T113" fmla="*/ 169145618 h 421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38"/>
                <a:gd name="T172" fmla="*/ 0 h 421"/>
                <a:gd name="T173" fmla="*/ 238 w 238"/>
                <a:gd name="T174" fmla="*/ 421 h 421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38" h="421">
                  <a:moveTo>
                    <a:pt x="235" y="106"/>
                  </a:moveTo>
                  <a:lnTo>
                    <a:pt x="212" y="93"/>
                  </a:lnTo>
                  <a:lnTo>
                    <a:pt x="189" y="80"/>
                  </a:lnTo>
                  <a:lnTo>
                    <a:pt x="166" y="67"/>
                  </a:lnTo>
                  <a:lnTo>
                    <a:pt x="142" y="52"/>
                  </a:lnTo>
                  <a:lnTo>
                    <a:pt x="119" y="39"/>
                  </a:lnTo>
                  <a:lnTo>
                    <a:pt x="96" y="26"/>
                  </a:lnTo>
                  <a:lnTo>
                    <a:pt x="73" y="13"/>
                  </a:lnTo>
                  <a:lnTo>
                    <a:pt x="49" y="0"/>
                  </a:lnTo>
                  <a:lnTo>
                    <a:pt x="27" y="13"/>
                  </a:lnTo>
                  <a:lnTo>
                    <a:pt x="29" y="33"/>
                  </a:lnTo>
                  <a:lnTo>
                    <a:pt x="32" y="52"/>
                  </a:lnTo>
                  <a:lnTo>
                    <a:pt x="51" y="83"/>
                  </a:lnTo>
                  <a:lnTo>
                    <a:pt x="46" y="94"/>
                  </a:lnTo>
                  <a:lnTo>
                    <a:pt x="45" y="115"/>
                  </a:lnTo>
                  <a:lnTo>
                    <a:pt x="43" y="134"/>
                  </a:lnTo>
                  <a:lnTo>
                    <a:pt x="42" y="154"/>
                  </a:lnTo>
                  <a:lnTo>
                    <a:pt x="42" y="174"/>
                  </a:lnTo>
                  <a:lnTo>
                    <a:pt x="30" y="190"/>
                  </a:lnTo>
                  <a:lnTo>
                    <a:pt x="20" y="205"/>
                  </a:lnTo>
                  <a:lnTo>
                    <a:pt x="10" y="221"/>
                  </a:lnTo>
                  <a:lnTo>
                    <a:pt x="0" y="237"/>
                  </a:lnTo>
                  <a:lnTo>
                    <a:pt x="0" y="259"/>
                  </a:lnTo>
                  <a:lnTo>
                    <a:pt x="10" y="275"/>
                  </a:lnTo>
                  <a:lnTo>
                    <a:pt x="19" y="275"/>
                  </a:lnTo>
                  <a:lnTo>
                    <a:pt x="32" y="301"/>
                  </a:lnTo>
                  <a:lnTo>
                    <a:pt x="33" y="330"/>
                  </a:lnTo>
                  <a:lnTo>
                    <a:pt x="49" y="356"/>
                  </a:lnTo>
                  <a:lnTo>
                    <a:pt x="23" y="356"/>
                  </a:lnTo>
                  <a:lnTo>
                    <a:pt x="10" y="362"/>
                  </a:lnTo>
                  <a:lnTo>
                    <a:pt x="30" y="387"/>
                  </a:lnTo>
                  <a:lnTo>
                    <a:pt x="45" y="421"/>
                  </a:lnTo>
                  <a:lnTo>
                    <a:pt x="67" y="414"/>
                  </a:lnTo>
                  <a:lnTo>
                    <a:pt x="71" y="417"/>
                  </a:lnTo>
                  <a:lnTo>
                    <a:pt x="84" y="414"/>
                  </a:lnTo>
                  <a:lnTo>
                    <a:pt x="116" y="407"/>
                  </a:lnTo>
                  <a:lnTo>
                    <a:pt x="128" y="394"/>
                  </a:lnTo>
                  <a:lnTo>
                    <a:pt x="123" y="387"/>
                  </a:lnTo>
                  <a:lnTo>
                    <a:pt x="157" y="379"/>
                  </a:lnTo>
                  <a:lnTo>
                    <a:pt x="174" y="357"/>
                  </a:lnTo>
                  <a:lnTo>
                    <a:pt x="193" y="337"/>
                  </a:lnTo>
                  <a:lnTo>
                    <a:pt x="215" y="331"/>
                  </a:lnTo>
                  <a:lnTo>
                    <a:pt x="212" y="317"/>
                  </a:lnTo>
                  <a:lnTo>
                    <a:pt x="209" y="304"/>
                  </a:lnTo>
                  <a:lnTo>
                    <a:pt x="199" y="283"/>
                  </a:lnTo>
                  <a:lnTo>
                    <a:pt x="190" y="282"/>
                  </a:lnTo>
                  <a:lnTo>
                    <a:pt x="199" y="262"/>
                  </a:lnTo>
                  <a:lnTo>
                    <a:pt x="200" y="250"/>
                  </a:lnTo>
                  <a:lnTo>
                    <a:pt x="203" y="243"/>
                  </a:lnTo>
                  <a:lnTo>
                    <a:pt x="203" y="234"/>
                  </a:lnTo>
                  <a:lnTo>
                    <a:pt x="215" y="214"/>
                  </a:lnTo>
                  <a:lnTo>
                    <a:pt x="224" y="206"/>
                  </a:lnTo>
                  <a:lnTo>
                    <a:pt x="238" y="206"/>
                  </a:lnTo>
                  <a:lnTo>
                    <a:pt x="237" y="180"/>
                  </a:lnTo>
                  <a:lnTo>
                    <a:pt x="237" y="155"/>
                  </a:lnTo>
                  <a:lnTo>
                    <a:pt x="235" y="131"/>
                  </a:lnTo>
                  <a:lnTo>
                    <a:pt x="235" y="10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="" xmlns:a16="http://schemas.microsoft.com/office/drawing/2014/main" id="{2A7FB3A7-4BD0-412C-A90C-81F4C3501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3256" y="3438525"/>
              <a:ext cx="36513" cy="47625"/>
            </a:xfrm>
            <a:custGeom>
              <a:avLst/>
              <a:gdLst>
                <a:gd name="T0" fmla="*/ 0 w 34"/>
                <a:gd name="T1" fmla="*/ 51431597 h 42"/>
                <a:gd name="T2" fmla="*/ 32292521 w 34"/>
                <a:gd name="T3" fmla="*/ 54003346 h 42"/>
                <a:gd name="T4" fmla="*/ 39211739 w 34"/>
                <a:gd name="T5" fmla="*/ 37288111 h 42"/>
                <a:gd name="T6" fmla="*/ 27678998 w 34"/>
                <a:gd name="T7" fmla="*/ 0 h 42"/>
                <a:gd name="T8" fmla="*/ 18453026 w 34"/>
                <a:gd name="T9" fmla="*/ 3857625 h 42"/>
                <a:gd name="T10" fmla="*/ 0 w 34"/>
                <a:gd name="T11" fmla="*/ 51431597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"/>
                <a:gd name="T19" fmla="*/ 0 h 42"/>
                <a:gd name="T20" fmla="*/ 34 w 34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" h="42">
                  <a:moveTo>
                    <a:pt x="0" y="40"/>
                  </a:moveTo>
                  <a:lnTo>
                    <a:pt x="28" y="42"/>
                  </a:lnTo>
                  <a:lnTo>
                    <a:pt x="34" y="29"/>
                  </a:lnTo>
                  <a:lnTo>
                    <a:pt x="24" y="0"/>
                  </a:lnTo>
                  <a:lnTo>
                    <a:pt x="16" y="3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="" xmlns:a16="http://schemas.microsoft.com/office/drawing/2014/main" id="{3A6AAFC5-833D-4141-8D07-E2BEAE629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331" y="3259138"/>
              <a:ext cx="193675" cy="190500"/>
            </a:xfrm>
            <a:custGeom>
              <a:avLst/>
              <a:gdLst>
                <a:gd name="T0" fmla="*/ 0 w 153"/>
                <a:gd name="T1" fmla="*/ 183035180 h 151"/>
                <a:gd name="T2" fmla="*/ 4807696 w 153"/>
                <a:gd name="T3" fmla="*/ 152794855 h 151"/>
                <a:gd name="T4" fmla="*/ 9614127 w 153"/>
                <a:gd name="T5" fmla="*/ 95496011 h 151"/>
                <a:gd name="T6" fmla="*/ 24035954 w 153"/>
                <a:gd name="T7" fmla="*/ 41381397 h 151"/>
                <a:gd name="T8" fmla="*/ 48070642 w 153"/>
                <a:gd name="T9" fmla="*/ 23874318 h 151"/>
                <a:gd name="T10" fmla="*/ 70504021 w 153"/>
                <a:gd name="T11" fmla="*/ 4775115 h 151"/>
                <a:gd name="T12" fmla="*/ 75311716 w 153"/>
                <a:gd name="T13" fmla="*/ 0 h 151"/>
                <a:gd name="T14" fmla="*/ 86528425 w 153"/>
                <a:gd name="T15" fmla="*/ 30240296 h 151"/>
                <a:gd name="T16" fmla="*/ 97745115 w 153"/>
                <a:gd name="T17" fmla="*/ 60480591 h 151"/>
                <a:gd name="T18" fmla="*/ 110564369 w 153"/>
                <a:gd name="T19" fmla="*/ 90722158 h 151"/>
                <a:gd name="T20" fmla="*/ 121781059 w 153"/>
                <a:gd name="T21" fmla="*/ 120962444 h 151"/>
                <a:gd name="T22" fmla="*/ 123382358 w 153"/>
                <a:gd name="T23" fmla="*/ 109821353 h 151"/>
                <a:gd name="T24" fmla="*/ 132997748 w 153"/>
                <a:gd name="T25" fmla="*/ 116187330 h 151"/>
                <a:gd name="T26" fmla="*/ 163442687 w 153"/>
                <a:gd name="T27" fmla="*/ 136878650 h 151"/>
                <a:gd name="T28" fmla="*/ 203501789 w 153"/>
                <a:gd name="T29" fmla="*/ 178260066 h 151"/>
                <a:gd name="T30" fmla="*/ 245163417 w 153"/>
                <a:gd name="T31" fmla="*/ 218050580 h 151"/>
                <a:gd name="T32" fmla="*/ 245163417 w 153"/>
                <a:gd name="T33" fmla="*/ 224416558 h 151"/>
                <a:gd name="T34" fmla="*/ 243560852 w 153"/>
                <a:gd name="T35" fmla="*/ 227599546 h 151"/>
                <a:gd name="T36" fmla="*/ 230741597 w 153"/>
                <a:gd name="T37" fmla="*/ 232374660 h 151"/>
                <a:gd name="T38" fmla="*/ 213115913 w 153"/>
                <a:gd name="T39" fmla="*/ 240332763 h 151"/>
                <a:gd name="T40" fmla="*/ 209910783 w 153"/>
                <a:gd name="T41" fmla="*/ 229191672 h 151"/>
                <a:gd name="T42" fmla="*/ 177863280 w 153"/>
                <a:gd name="T43" fmla="*/ 219641444 h 151"/>
                <a:gd name="T44" fmla="*/ 153828562 w 153"/>
                <a:gd name="T45" fmla="*/ 194176272 h 151"/>
                <a:gd name="T46" fmla="*/ 142611873 w 153"/>
                <a:gd name="T47" fmla="*/ 178260066 h 151"/>
                <a:gd name="T48" fmla="*/ 120178494 w 153"/>
                <a:gd name="T49" fmla="*/ 168709838 h 151"/>
                <a:gd name="T50" fmla="*/ 97745115 w 153"/>
                <a:gd name="T51" fmla="*/ 162343821 h 151"/>
                <a:gd name="T52" fmla="*/ 75311716 w 153"/>
                <a:gd name="T53" fmla="*/ 167118975 h 151"/>
                <a:gd name="T54" fmla="*/ 56083467 w 153"/>
                <a:gd name="T55" fmla="*/ 146427616 h 151"/>
                <a:gd name="T56" fmla="*/ 51275772 w 153"/>
                <a:gd name="T57" fmla="*/ 181443055 h 151"/>
                <a:gd name="T58" fmla="*/ 35252643 w 153"/>
                <a:gd name="T59" fmla="*/ 167118975 h 151"/>
                <a:gd name="T60" fmla="*/ 19228254 w 153"/>
                <a:gd name="T61" fmla="*/ 187810294 h 151"/>
                <a:gd name="T62" fmla="*/ 0 w 153"/>
                <a:gd name="T63" fmla="*/ 183035180 h 15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53"/>
                <a:gd name="T97" fmla="*/ 0 h 151"/>
                <a:gd name="T98" fmla="*/ 153 w 153"/>
                <a:gd name="T99" fmla="*/ 151 h 15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53" h="151">
                  <a:moveTo>
                    <a:pt x="0" y="115"/>
                  </a:moveTo>
                  <a:lnTo>
                    <a:pt x="3" y="96"/>
                  </a:lnTo>
                  <a:lnTo>
                    <a:pt x="6" y="60"/>
                  </a:lnTo>
                  <a:lnTo>
                    <a:pt x="15" y="26"/>
                  </a:lnTo>
                  <a:lnTo>
                    <a:pt x="30" y="15"/>
                  </a:lnTo>
                  <a:lnTo>
                    <a:pt x="44" y="3"/>
                  </a:lnTo>
                  <a:lnTo>
                    <a:pt x="47" y="0"/>
                  </a:lnTo>
                  <a:lnTo>
                    <a:pt x="54" y="19"/>
                  </a:lnTo>
                  <a:lnTo>
                    <a:pt x="61" y="38"/>
                  </a:lnTo>
                  <a:lnTo>
                    <a:pt x="69" y="57"/>
                  </a:lnTo>
                  <a:lnTo>
                    <a:pt x="76" y="76"/>
                  </a:lnTo>
                  <a:lnTo>
                    <a:pt x="77" y="69"/>
                  </a:lnTo>
                  <a:lnTo>
                    <a:pt x="83" y="73"/>
                  </a:lnTo>
                  <a:lnTo>
                    <a:pt x="102" y="86"/>
                  </a:lnTo>
                  <a:lnTo>
                    <a:pt x="127" y="112"/>
                  </a:lnTo>
                  <a:lnTo>
                    <a:pt x="153" y="137"/>
                  </a:lnTo>
                  <a:lnTo>
                    <a:pt x="153" y="141"/>
                  </a:lnTo>
                  <a:lnTo>
                    <a:pt x="152" y="143"/>
                  </a:lnTo>
                  <a:lnTo>
                    <a:pt x="144" y="146"/>
                  </a:lnTo>
                  <a:lnTo>
                    <a:pt x="133" y="151"/>
                  </a:lnTo>
                  <a:lnTo>
                    <a:pt x="131" y="144"/>
                  </a:lnTo>
                  <a:lnTo>
                    <a:pt x="111" y="138"/>
                  </a:lnTo>
                  <a:lnTo>
                    <a:pt x="96" y="122"/>
                  </a:lnTo>
                  <a:lnTo>
                    <a:pt x="89" y="112"/>
                  </a:lnTo>
                  <a:lnTo>
                    <a:pt x="75" y="106"/>
                  </a:lnTo>
                  <a:lnTo>
                    <a:pt x="61" y="102"/>
                  </a:lnTo>
                  <a:lnTo>
                    <a:pt x="47" y="105"/>
                  </a:lnTo>
                  <a:lnTo>
                    <a:pt x="35" y="92"/>
                  </a:lnTo>
                  <a:lnTo>
                    <a:pt x="32" y="114"/>
                  </a:lnTo>
                  <a:lnTo>
                    <a:pt x="22" y="105"/>
                  </a:lnTo>
                  <a:lnTo>
                    <a:pt x="12" y="118"/>
                  </a:lnTo>
                  <a:lnTo>
                    <a:pt x="0" y="11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="" xmlns:a16="http://schemas.microsoft.com/office/drawing/2014/main" id="{3D5FB8F2-8037-4347-B343-5D01BBA1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7669" y="3375025"/>
              <a:ext cx="438150" cy="363538"/>
            </a:xfrm>
            <a:custGeom>
              <a:avLst/>
              <a:gdLst>
                <a:gd name="T0" fmla="*/ 188134299 w 347"/>
                <a:gd name="T1" fmla="*/ 444723526 h 290"/>
                <a:gd name="T2" fmla="*/ 140303954 w 347"/>
                <a:gd name="T3" fmla="*/ 414865787 h 290"/>
                <a:gd name="T4" fmla="*/ 108416241 w 347"/>
                <a:gd name="T5" fmla="*/ 408580343 h 290"/>
                <a:gd name="T6" fmla="*/ 98850180 w 347"/>
                <a:gd name="T7" fmla="*/ 377150616 h 290"/>
                <a:gd name="T8" fmla="*/ 78123274 w 347"/>
                <a:gd name="T9" fmla="*/ 367722450 h 290"/>
                <a:gd name="T10" fmla="*/ 63774182 w 347"/>
                <a:gd name="T11" fmla="*/ 339435444 h 290"/>
                <a:gd name="T12" fmla="*/ 51019855 w 347"/>
                <a:gd name="T13" fmla="*/ 312720349 h 290"/>
                <a:gd name="T14" fmla="*/ 14349097 w 347"/>
                <a:gd name="T15" fmla="*/ 281291875 h 290"/>
                <a:gd name="T16" fmla="*/ 0 w 347"/>
                <a:gd name="T17" fmla="*/ 268719733 h 290"/>
                <a:gd name="T18" fmla="*/ 14349097 w 347"/>
                <a:gd name="T19" fmla="*/ 251434136 h 290"/>
                <a:gd name="T20" fmla="*/ 39859019 w 347"/>
                <a:gd name="T21" fmla="*/ 246719426 h 290"/>
                <a:gd name="T22" fmla="*/ 43047295 w 347"/>
                <a:gd name="T23" fmla="*/ 201146823 h 290"/>
                <a:gd name="T24" fmla="*/ 47830326 w 347"/>
                <a:gd name="T25" fmla="*/ 155574180 h 290"/>
                <a:gd name="T26" fmla="*/ 68557212 w 347"/>
                <a:gd name="T27" fmla="*/ 150860724 h 290"/>
                <a:gd name="T28" fmla="*/ 78123274 w 347"/>
                <a:gd name="T29" fmla="*/ 105288121 h 290"/>
                <a:gd name="T30" fmla="*/ 114794036 w 347"/>
                <a:gd name="T31" fmla="*/ 36143193 h 290"/>
                <a:gd name="T32" fmla="*/ 133926159 w 347"/>
                <a:gd name="T33" fmla="*/ 40857903 h 290"/>
                <a:gd name="T34" fmla="*/ 149870015 w 347"/>
                <a:gd name="T35" fmla="*/ 20429578 h 290"/>
                <a:gd name="T36" fmla="*/ 165813911 w 347"/>
                <a:gd name="T37" fmla="*/ 34572459 h 290"/>
                <a:gd name="T38" fmla="*/ 170596941 w 347"/>
                <a:gd name="T39" fmla="*/ 0 h 290"/>
                <a:gd name="T40" fmla="*/ 189729064 w 347"/>
                <a:gd name="T41" fmla="*/ 20429578 h 290"/>
                <a:gd name="T42" fmla="*/ 212049452 w 347"/>
                <a:gd name="T43" fmla="*/ 15714869 h 290"/>
                <a:gd name="T44" fmla="*/ 234371103 w 347"/>
                <a:gd name="T45" fmla="*/ 22000317 h 290"/>
                <a:gd name="T46" fmla="*/ 256692755 w 347"/>
                <a:gd name="T47" fmla="*/ 31429737 h 290"/>
                <a:gd name="T48" fmla="*/ 267852318 w 347"/>
                <a:gd name="T49" fmla="*/ 47143357 h 290"/>
                <a:gd name="T50" fmla="*/ 291767471 w 347"/>
                <a:gd name="T51" fmla="*/ 72287640 h 290"/>
                <a:gd name="T52" fmla="*/ 323655183 w 347"/>
                <a:gd name="T53" fmla="*/ 81715806 h 290"/>
                <a:gd name="T54" fmla="*/ 326843449 w 347"/>
                <a:gd name="T55" fmla="*/ 92715980 h 290"/>
                <a:gd name="T56" fmla="*/ 344382149 w 347"/>
                <a:gd name="T57" fmla="*/ 84858548 h 290"/>
                <a:gd name="T58" fmla="*/ 318872152 w 347"/>
                <a:gd name="T59" fmla="*/ 143003292 h 290"/>
                <a:gd name="T60" fmla="*/ 363514271 w 347"/>
                <a:gd name="T61" fmla="*/ 146146014 h 290"/>
                <a:gd name="T62" fmla="*/ 357136476 w 347"/>
                <a:gd name="T63" fmla="*/ 168146361 h 290"/>
                <a:gd name="T64" fmla="*/ 382646393 w 347"/>
                <a:gd name="T65" fmla="*/ 198004101 h 290"/>
                <a:gd name="T66" fmla="*/ 404968045 w 347"/>
                <a:gd name="T67" fmla="*/ 227861840 h 290"/>
                <a:gd name="T68" fmla="*/ 433666228 w 347"/>
                <a:gd name="T69" fmla="*/ 237290006 h 290"/>
                <a:gd name="T70" fmla="*/ 460770910 w 347"/>
                <a:gd name="T71" fmla="*/ 248291414 h 290"/>
                <a:gd name="T72" fmla="*/ 487874329 w 347"/>
                <a:gd name="T73" fmla="*/ 259291567 h 290"/>
                <a:gd name="T74" fmla="*/ 516572513 w 347"/>
                <a:gd name="T75" fmla="*/ 268719733 h 290"/>
                <a:gd name="T76" fmla="*/ 553243256 w 347"/>
                <a:gd name="T77" fmla="*/ 268719733 h 290"/>
                <a:gd name="T78" fmla="*/ 526138574 w 347"/>
                <a:gd name="T79" fmla="*/ 301720195 h 290"/>
                <a:gd name="T80" fmla="*/ 497440390 w 347"/>
                <a:gd name="T81" fmla="*/ 333150000 h 290"/>
                <a:gd name="T82" fmla="*/ 470336971 w 347"/>
                <a:gd name="T83" fmla="*/ 364578474 h 290"/>
                <a:gd name="T84" fmla="*/ 444827054 w 347"/>
                <a:gd name="T85" fmla="*/ 397580189 h 290"/>
                <a:gd name="T86" fmla="*/ 414534106 w 347"/>
                <a:gd name="T87" fmla="*/ 399150923 h 290"/>
                <a:gd name="T88" fmla="*/ 384241158 w 347"/>
                <a:gd name="T89" fmla="*/ 403865633 h 290"/>
                <a:gd name="T90" fmla="*/ 349165179 w 347"/>
                <a:gd name="T91" fmla="*/ 427437929 h 290"/>
                <a:gd name="T92" fmla="*/ 331626559 w 347"/>
                <a:gd name="T93" fmla="*/ 435294107 h 290"/>
                <a:gd name="T94" fmla="*/ 293362235 w 347"/>
                <a:gd name="T95" fmla="*/ 429008663 h 290"/>
                <a:gd name="T96" fmla="*/ 255097990 w 347"/>
                <a:gd name="T97" fmla="*/ 440008817 h 290"/>
                <a:gd name="T98" fmla="*/ 237559370 w 347"/>
                <a:gd name="T99" fmla="*/ 455723680 h 290"/>
                <a:gd name="T100" fmla="*/ 188134299 w 347"/>
                <a:gd name="T101" fmla="*/ 444723526 h 29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47"/>
                <a:gd name="T154" fmla="*/ 0 h 290"/>
                <a:gd name="T155" fmla="*/ 347 w 347"/>
                <a:gd name="T156" fmla="*/ 290 h 29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47" h="290">
                  <a:moveTo>
                    <a:pt x="118" y="283"/>
                  </a:moveTo>
                  <a:lnTo>
                    <a:pt x="88" y="264"/>
                  </a:lnTo>
                  <a:lnTo>
                    <a:pt x="68" y="260"/>
                  </a:lnTo>
                  <a:lnTo>
                    <a:pt x="62" y="240"/>
                  </a:lnTo>
                  <a:lnTo>
                    <a:pt x="49" y="234"/>
                  </a:lnTo>
                  <a:lnTo>
                    <a:pt x="40" y="216"/>
                  </a:lnTo>
                  <a:lnTo>
                    <a:pt x="32" y="199"/>
                  </a:lnTo>
                  <a:lnTo>
                    <a:pt x="9" y="179"/>
                  </a:lnTo>
                  <a:lnTo>
                    <a:pt x="0" y="171"/>
                  </a:lnTo>
                  <a:lnTo>
                    <a:pt x="9" y="160"/>
                  </a:lnTo>
                  <a:lnTo>
                    <a:pt x="25" y="157"/>
                  </a:lnTo>
                  <a:lnTo>
                    <a:pt x="27" y="128"/>
                  </a:lnTo>
                  <a:lnTo>
                    <a:pt x="30" y="99"/>
                  </a:lnTo>
                  <a:lnTo>
                    <a:pt x="43" y="96"/>
                  </a:lnTo>
                  <a:lnTo>
                    <a:pt x="49" y="67"/>
                  </a:lnTo>
                  <a:lnTo>
                    <a:pt x="72" y="23"/>
                  </a:lnTo>
                  <a:lnTo>
                    <a:pt x="84" y="26"/>
                  </a:lnTo>
                  <a:lnTo>
                    <a:pt x="94" y="13"/>
                  </a:lnTo>
                  <a:lnTo>
                    <a:pt x="104" y="22"/>
                  </a:lnTo>
                  <a:lnTo>
                    <a:pt x="107" y="0"/>
                  </a:lnTo>
                  <a:lnTo>
                    <a:pt x="119" y="13"/>
                  </a:lnTo>
                  <a:lnTo>
                    <a:pt x="133" y="10"/>
                  </a:lnTo>
                  <a:lnTo>
                    <a:pt x="147" y="14"/>
                  </a:lnTo>
                  <a:lnTo>
                    <a:pt x="161" y="20"/>
                  </a:lnTo>
                  <a:lnTo>
                    <a:pt x="168" y="30"/>
                  </a:lnTo>
                  <a:lnTo>
                    <a:pt x="183" y="46"/>
                  </a:lnTo>
                  <a:lnTo>
                    <a:pt x="203" y="52"/>
                  </a:lnTo>
                  <a:lnTo>
                    <a:pt x="205" y="59"/>
                  </a:lnTo>
                  <a:lnTo>
                    <a:pt x="216" y="54"/>
                  </a:lnTo>
                  <a:lnTo>
                    <a:pt x="200" y="91"/>
                  </a:lnTo>
                  <a:lnTo>
                    <a:pt x="228" y="93"/>
                  </a:lnTo>
                  <a:lnTo>
                    <a:pt x="224" y="107"/>
                  </a:lnTo>
                  <a:lnTo>
                    <a:pt x="240" y="126"/>
                  </a:lnTo>
                  <a:lnTo>
                    <a:pt x="254" y="145"/>
                  </a:lnTo>
                  <a:lnTo>
                    <a:pt x="272" y="151"/>
                  </a:lnTo>
                  <a:lnTo>
                    <a:pt x="289" y="158"/>
                  </a:lnTo>
                  <a:lnTo>
                    <a:pt x="306" y="165"/>
                  </a:lnTo>
                  <a:lnTo>
                    <a:pt x="324" y="171"/>
                  </a:lnTo>
                  <a:lnTo>
                    <a:pt x="347" y="171"/>
                  </a:lnTo>
                  <a:lnTo>
                    <a:pt x="330" y="192"/>
                  </a:lnTo>
                  <a:lnTo>
                    <a:pt x="312" y="212"/>
                  </a:lnTo>
                  <a:lnTo>
                    <a:pt x="295" y="232"/>
                  </a:lnTo>
                  <a:lnTo>
                    <a:pt x="279" y="253"/>
                  </a:lnTo>
                  <a:lnTo>
                    <a:pt x="260" y="254"/>
                  </a:lnTo>
                  <a:lnTo>
                    <a:pt x="241" y="257"/>
                  </a:lnTo>
                  <a:lnTo>
                    <a:pt x="219" y="272"/>
                  </a:lnTo>
                  <a:lnTo>
                    <a:pt x="208" y="277"/>
                  </a:lnTo>
                  <a:lnTo>
                    <a:pt x="184" y="273"/>
                  </a:lnTo>
                  <a:lnTo>
                    <a:pt x="160" y="280"/>
                  </a:lnTo>
                  <a:lnTo>
                    <a:pt x="149" y="290"/>
                  </a:lnTo>
                  <a:lnTo>
                    <a:pt x="118" y="28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="" xmlns:a16="http://schemas.microsoft.com/office/drawing/2014/main" id="{8ED50CD2-85AD-4028-A783-61A97D659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4206" y="3459163"/>
              <a:ext cx="292100" cy="450850"/>
            </a:xfrm>
            <a:custGeom>
              <a:avLst/>
              <a:gdLst>
                <a:gd name="T0" fmla="*/ 353617828 w 233"/>
                <a:gd name="T1" fmla="*/ 76126898 h 358"/>
                <a:gd name="T2" fmla="*/ 342615816 w 233"/>
                <a:gd name="T3" fmla="*/ 122121158 h 358"/>
                <a:gd name="T4" fmla="*/ 317470071 w 233"/>
                <a:gd name="T5" fmla="*/ 172872030 h 358"/>
                <a:gd name="T6" fmla="*/ 292324405 w 233"/>
                <a:gd name="T7" fmla="*/ 223622862 h 358"/>
                <a:gd name="T8" fmla="*/ 270320380 w 233"/>
                <a:gd name="T9" fmla="*/ 272789423 h 358"/>
                <a:gd name="T10" fmla="*/ 245174713 w 233"/>
                <a:gd name="T11" fmla="*/ 323540255 h 358"/>
                <a:gd name="T12" fmla="*/ 221599868 w 233"/>
                <a:gd name="T13" fmla="*/ 345744059 h 358"/>
                <a:gd name="T14" fmla="*/ 201169170 w 233"/>
                <a:gd name="T15" fmla="*/ 369533315 h 358"/>
                <a:gd name="T16" fmla="*/ 179166399 w 233"/>
                <a:gd name="T17" fmla="*/ 391737040 h 358"/>
                <a:gd name="T18" fmla="*/ 155591514 w 233"/>
                <a:gd name="T19" fmla="*/ 415527555 h 358"/>
                <a:gd name="T20" fmla="*/ 130445847 w 233"/>
                <a:gd name="T21" fmla="*/ 440902342 h 358"/>
                <a:gd name="T22" fmla="*/ 105298927 w 233"/>
                <a:gd name="T23" fmla="*/ 466278388 h 358"/>
                <a:gd name="T24" fmla="*/ 80153242 w 233"/>
                <a:gd name="T25" fmla="*/ 491654433 h 358"/>
                <a:gd name="T26" fmla="*/ 55007575 w 233"/>
                <a:gd name="T27" fmla="*/ 517030479 h 358"/>
                <a:gd name="T28" fmla="*/ 37719763 w 233"/>
                <a:gd name="T29" fmla="*/ 542405266 h 358"/>
                <a:gd name="T30" fmla="*/ 20430702 w 233"/>
                <a:gd name="T31" fmla="*/ 567781312 h 358"/>
                <a:gd name="T32" fmla="*/ 0 w 233"/>
                <a:gd name="T33" fmla="*/ 534476353 h 358"/>
                <a:gd name="T34" fmla="*/ 0 w 233"/>
                <a:gd name="T35" fmla="*/ 496412285 h 358"/>
                <a:gd name="T36" fmla="*/ 0 w 233"/>
                <a:gd name="T37" fmla="*/ 456762685 h 358"/>
                <a:gd name="T38" fmla="*/ 0 w 233"/>
                <a:gd name="T39" fmla="*/ 417113086 h 358"/>
                <a:gd name="T40" fmla="*/ 0 w 233"/>
                <a:gd name="T41" fmla="*/ 380635807 h 358"/>
                <a:gd name="T42" fmla="*/ 15715733 w 233"/>
                <a:gd name="T43" fmla="*/ 355259761 h 358"/>
                <a:gd name="T44" fmla="*/ 33004794 w 233"/>
                <a:gd name="T45" fmla="*/ 331470506 h 358"/>
                <a:gd name="T46" fmla="*/ 50292606 w 233"/>
                <a:gd name="T47" fmla="*/ 323540255 h 358"/>
                <a:gd name="T48" fmla="*/ 84868230 w 233"/>
                <a:gd name="T49" fmla="*/ 299750999 h 358"/>
                <a:gd name="T50" fmla="*/ 114728866 w 233"/>
                <a:gd name="T51" fmla="*/ 294991889 h 358"/>
                <a:gd name="T52" fmla="*/ 144590755 w 233"/>
                <a:gd name="T53" fmla="*/ 293406358 h 358"/>
                <a:gd name="T54" fmla="*/ 169736460 w 233"/>
                <a:gd name="T55" fmla="*/ 260101400 h 358"/>
                <a:gd name="T56" fmla="*/ 196454201 w 233"/>
                <a:gd name="T57" fmla="*/ 228381972 h 358"/>
                <a:gd name="T58" fmla="*/ 224744016 w 233"/>
                <a:gd name="T59" fmla="*/ 196661285 h 358"/>
                <a:gd name="T60" fmla="*/ 251461757 w 233"/>
                <a:gd name="T61" fmla="*/ 163356288 h 358"/>
                <a:gd name="T62" fmla="*/ 215314078 w 233"/>
                <a:gd name="T63" fmla="*/ 163356288 h 358"/>
                <a:gd name="T64" fmla="*/ 187024263 w 233"/>
                <a:gd name="T65" fmla="*/ 153840586 h 358"/>
                <a:gd name="T66" fmla="*/ 160306483 w 233"/>
                <a:gd name="T67" fmla="*/ 142738093 h 358"/>
                <a:gd name="T68" fmla="*/ 133588742 w 233"/>
                <a:gd name="T69" fmla="*/ 131636860 h 358"/>
                <a:gd name="T70" fmla="*/ 105298927 w 233"/>
                <a:gd name="T71" fmla="*/ 122121158 h 358"/>
                <a:gd name="T72" fmla="*/ 83296156 w 233"/>
                <a:gd name="T73" fmla="*/ 91987261 h 358"/>
                <a:gd name="T74" fmla="*/ 58150470 w 233"/>
                <a:gd name="T75" fmla="*/ 61853344 h 358"/>
                <a:gd name="T76" fmla="*/ 64437513 w 233"/>
                <a:gd name="T77" fmla="*/ 39649609 h 358"/>
                <a:gd name="T78" fmla="*/ 73866198 w 233"/>
                <a:gd name="T79" fmla="*/ 19031410 h 358"/>
                <a:gd name="T80" fmla="*/ 95870243 w 233"/>
                <a:gd name="T81" fmla="*/ 39649609 h 358"/>
                <a:gd name="T82" fmla="*/ 119443835 w 233"/>
                <a:gd name="T83" fmla="*/ 61853344 h 358"/>
                <a:gd name="T84" fmla="*/ 165021491 w 233"/>
                <a:gd name="T85" fmla="*/ 44407470 h 358"/>
                <a:gd name="T86" fmla="*/ 199597096 w 233"/>
                <a:gd name="T87" fmla="*/ 49165321 h 358"/>
                <a:gd name="T88" fmla="*/ 232601880 w 233"/>
                <a:gd name="T89" fmla="*/ 31719437 h 358"/>
                <a:gd name="T90" fmla="*/ 282894466 w 233"/>
                <a:gd name="T91" fmla="*/ 20618200 h 358"/>
                <a:gd name="T92" fmla="*/ 333185878 w 233"/>
                <a:gd name="T93" fmla="*/ 9515705 h 358"/>
                <a:gd name="T94" fmla="*/ 352045754 w 233"/>
                <a:gd name="T95" fmla="*/ 0 h 358"/>
                <a:gd name="T96" fmla="*/ 363047767 w 233"/>
                <a:gd name="T97" fmla="*/ 11102497 h 358"/>
                <a:gd name="T98" fmla="*/ 361475692 w 233"/>
                <a:gd name="T99" fmla="*/ 61853344 h 358"/>
                <a:gd name="T100" fmla="*/ 366190662 w 233"/>
                <a:gd name="T101" fmla="*/ 61853344 h 358"/>
                <a:gd name="T102" fmla="*/ 353617828 w 233"/>
                <a:gd name="T103" fmla="*/ 76126898 h 3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233"/>
                <a:gd name="T157" fmla="*/ 0 h 358"/>
                <a:gd name="T158" fmla="*/ 233 w 233"/>
                <a:gd name="T159" fmla="*/ 358 h 358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233" h="358">
                  <a:moveTo>
                    <a:pt x="225" y="48"/>
                  </a:moveTo>
                  <a:lnTo>
                    <a:pt x="218" y="77"/>
                  </a:lnTo>
                  <a:lnTo>
                    <a:pt x="202" y="109"/>
                  </a:lnTo>
                  <a:lnTo>
                    <a:pt x="186" y="141"/>
                  </a:lnTo>
                  <a:lnTo>
                    <a:pt x="172" y="172"/>
                  </a:lnTo>
                  <a:lnTo>
                    <a:pt x="156" y="204"/>
                  </a:lnTo>
                  <a:lnTo>
                    <a:pt x="141" y="218"/>
                  </a:lnTo>
                  <a:lnTo>
                    <a:pt x="128" y="233"/>
                  </a:lnTo>
                  <a:lnTo>
                    <a:pt x="114" y="247"/>
                  </a:lnTo>
                  <a:lnTo>
                    <a:pt x="99" y="262"/>
                  </a:lnTo>
                  <a:lnTo>
                    <a:pt x="83" y="278"/>
                  </a:lnTo>
                  <a:lnTo>
                    <a:pt x="67" y="294"/>
                  </a:lnTo>
                  <a:lnTo>
                    <a:pt x="51" y="310"/>
                  </a:lnTo>
                  <a:lnTo>
                    <a:pt x="35" y="326"/>
                  </a:lnTo>
                  <a:lnTo>
                    <a:pt x="24" y="342"/>
                  </a:lnTo>
                  <a:lnTo>
                    <a:pt x="13" y="358"/>
                  </a:lnTo>
                  <a:lnTo>
                    <a:pt x="0" y="337"/>
                  </a:lnTo>
                  <a:lnTo>
                    <a:pt x="0" y="313"/>
                  </a:lnTo>
                  <a:lnTo>
                    <a:pt x="0" y="288"/>
                  </a:lnTo>
                  <a:lnTo>
                    <a:pt x="0" y="263"/>
                  </a:lnTo>
                  <a:lnTo>
                    <a:pt x="0" y="240"/>
                  </a:lnTo>
                  <a:lnTo>
                    <a:pt x="10" y="224"/>
                  </a:lnTo>
                  <a:lnTo>
                    <a:pt x="21" y="209"/>
                  </a:lnTo>
                  <a:lnTo>
                    <a:pt x="32" y="204"/>
                  </a:lnTo>
                  <a:lnTo>
                    <a:pt x="54" y="189"/>
                  </a:lnTo>
                  <a:lnTo>
                    <a:pt x="73" y="186"/>
                  </a:lnTo>
                  <a:lnTo>
                    <a:pt x="92" y="185"/>
                  </a:lnTo>
                  <a:lnTo>
                    <a:pt x="108" y="164"/>
                  </a:lnTo>
                  <a:lnTo>
                    <a:pt x="125" y="144"/>
                  </a:lnTo>
                  <a:lnTo>
                    <a:pt x="143" y="124"/>
                  </a:lnTo>
                  <a:lnTo>
                    <a:pt x="160" y="103"/>
                  </a:lnTo>
                  <a:lnTo>
                    <a:pt x="137" y="103"/>
                  </a:lnTo>
                  <a:lnTo>
                    <a:pt x="119" y="97"/>
                  </a:lnTo>
                  <a:lnTo>
                    <a:pt x="102" y="90"/>
                  </a:lnTo>
                  <a:lnTo>
                    <a:pt x="85" y="83"/>
                  </a:lnTo>
                  <a:lnTo>
                    <a:pt x="67" y="77"/>
                  </a:lnTo>
                  <a:lnTo>
                    <a:pt x="53" y="58"/>
                  </a:lnTo>
                  <a:lnTo>
                    <a:pt x="37" y="39"/>
                  </a:lnTo>
                  <a:lnTo>
                    <a:pt x="41" y="25"/>
                  </a:lnTo>
                  <a:lnTo>
                    <a:pt x="47" y="12"/>
                  </a:lnTo>
                  <a:lnTo>
                    <a:pt x="61" y="25"/>
                  </a:lnTo>
                  <a:lnTo>
                    <a:pt x="76" y="39"/>
                  </a:lnTo>
                  <a:lnTo>
                    <a:pt x="105" y="28"/>
                  </a:lnTo>
                  <a:lnTo>
                    <a:pt x="127" y="31"/>
                  </a:lnTo>
                  <a:lnTo>
                    <a:pt x="148" y="20"/>
                  </a:lnTo>
                  <a:lnTo>
                    <a:pt x="180" y="13"/>
                  </a:lnTo>
                  <a:lnTo>
                    <a:pt x="212" y="6"/>
                  </a:lnTo>
                  <a:lnTo>
                    <a:pt x="224" y="0"/>
                  </a:lnTo>
                  <a:lnTo>
                    <a:pt x="231" y="7"/>
                  </a:lnTo>
                  <a:lnTo>
                    <a:pt x="230" y="39"/>
                  </a:lnTo>
                  <a:lnTo>
                    <a:pt x="233" y="39"/>
                  </a:lnTo>
                  <a:lnTo>
                    <a:pt x="225" y="4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="" xmlns:a16="http://schemas.microsoft.com/office/drawing/2014/main" id="{D431B6D4-09E0-4E6D-9D1F-7B63EDBD9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0644" y="3086100"/>
              <a:ext cx="474662" cy="652463"/>
            </a:xfrm>
            <a:custGeom>
              <a:avLst/>
              <a:gdLst>
                <a:gd name="T0" fmla="*/ 69381015 w 378"/>
                <a:gd name="T1" fmla="*/ 132192514 h 517"/>
                <a:gd name="T2" fmla="*/ 104071533 w 378"/>
                <a:gd name="T3" fmla="*/ 90783219 h 517"/>
                <a:gd name="T4" fmla="*/ 130877370 w 378"/>
                <a:gd name="T5" fmla="*/ 46187311 h 517"/>
                <a:gd name="T6" fmla="*/ 186066267 w 378"/>
                <a:gd name="T7" fmla="*/ 46187311 h 517"/>
                <a:gd name="T8" fmla="*/ 242832308 w 378"/>
                <a:gd name="T9" fmla="*/ 46187311 h 517"/>
                <a:gd name="T10" fmla="*/ 298021165 w 378"/>
                <a:gd name="T11" fmla="*/ 46187311 h 517"/>
                <a:gd name="T12" fmla="*/ 332711741 w 378"/>
                <a:gd name="T13" fmla="*/ 39816640 h 517"/>
                <a:gd name="T14" fmla="*/ 378440011 w 378"/>
                <a:gd name="T15" fmla="*/ 54151899 h 517"/>
                <a:gd name="T16" fmla="*/ 430474502 w 378"/>
                <a:gd name="T17" fmla="*/ 39816640 h 517"/>
                <a:gd name="T18" fmla="*/ 458857522 w 378"/>
                <a:gd name="T19" fmla="*/ 11148661 h 517"/>
                <a:gd name="T20" fmla="*/ 480934321 w 378"/>
                <a:gd name="T21" fmla="*/ 0 h 517"/>
                <a:gd name="T22" fmla="*/ 529815701 w 378"/>
                <a:gd name="T23" fmla="*/ 54151899 h 517"/>
                <a:gd name="T24" fmla="*/ 550314061 w 378"/>
                <a:gd name="T25" fmla="*/ 133785180 h 517"/>
                <a:gd name="T26" fmla="*/ 596042330 w 378"/>
                <a:gd name="T27" fmla="*/ 219790403 h 517"/>
                <a:gd name="T28" fmla="*/ 550314061 w 378"/>
                <a:gd name="T29" fmla="*/ 256422965 h 517"/>
                <a:gd name="T30" fmla="*/ 531392884 w 378"/>
                <a:gd name="T31" fmla="*/ 367910871 h 517"/>
                <a:gd name="T32" fmla="*/ 490394909 w 378"/>
                <a:gd name="T33" fmla="*/ 468250042 h 517"/>
                <a:gd name="T34" fmla="*/ 460434705 w 378"/>
                <a:gd name="T35" fmla="*/ 519216591 h 517"/>
                <a:gd name="T36" fmla="*/ 452551301 w 378"/>
                <a:gd name="T37" fmla="*/ 611592435 h 517"/>
                <a:gd name="T38" fmla="*/ 413130509 w 378"/>
                <a:gd name="T39" fmla="*/ 633889748 h 517"/>
                <a:gd name="T40" fmla="*/ 463589072 w 378"/>
                <a:gd name="T41" fmla="*/ 678484532 h 517"/>
                <a:gd name="T42" fmla="*/ 490394909 w 378"/>
                <a:gd name="T43" fmla="*/ 734229077 h 517"/>
                <a:gd name="T44" fmla="*/ 520353857 w 378"/>
                <a:gd name="T45" fmla="*/ 775638372 h 517"/>
                <a:gd name="T46" fmla="*/ 465165000 w 378"/>
                <a:gd name="T47" fmla="*/ 775638372 h 517"/>
                <a:gd name="T48" fmla="*/ 433628868 w 378"/>
                <a:gd name="T49" fmla="*/ 812270934 h 517"/>
                <a:gd name="T50" fmla="*/ 376862827 w 378"/>
                <a:gd name="T51" fmla="*/ 820234260 h 517"/>
                <a:gd name="T52" fmla="*/ 339019219 w 378"/>
                <a:gd name="T53" fmla="*/ 815456265 h 517"/>
                <a:gd name="T54" fmla="*/ 309058937 w 378"/>
                <a:gd name="T55" fmla="*/ 797936947 h 517"/>
                <a:gd name="T56" fmla="*/ 271215328 w 378"/>
                <a:gd name="T57" fmla="*/ 785194364 h 517"/>
                <a:gd name="T58" fmla="*/ 220756764 w 378"/>
                <a:gd name="T59" fmla="*/ 769267711 h 517"/>
                <a:gd name="T60" fmla="*/ 204988699 w 378"/>
                <a:gd name="T61" fmla="*/ 745377733 h 517"/>
                <a:gd name="T62" fmla="*/ 170298201 w 378"/>
                <a:gd name="T63" fmla="*/ 697597777 h 517"/>
                <a:gd name="T64" fmla="*/ 130877370 w 378"/>
                <a:gd name="T65" fmla="*/ 648223735 h 517"/>
                <a:gd name="T66" fmla="*/ 89879395 w 378"/>
                <a:gd name="T67" fmla="*/ 611592435 h 517"/>
                <a:gd name="T68" fmla="*/ 70956943 w 378"/>
                <a:gd name="T69" fmla="*/ 565403882 h 517"/>
                <a:gd name="T70" fmla="*/ 39420802 w 378"/>
                <a:gd name="T71" fmla="*/ 511253264 h 517"/>
                <a:gd name="T72" fmla="*/ 29960214 w 378"/>
                <a:gd name="T73" fmla="*/ 468250042 h 517"/>
                <a:gd name="T74" fmla="*/ 0 w 378"/>
                <a:gd name="T75" fmla="*/ 433211407 h 517"/>
                <a:gd name="T76" fmla="*/ 15768071 w 378"/>
                <a:gd name="T77" fmla="*/ 382244858 h 517"/>
                <a:gd name="T78" fmla="*/ 20498365 w 378"/>
                <a:gd name="T79" fmla="*/ 356762214 h 517"/>
                <a:gd name="T80" fmla="*/ 53611694 w 378"/>
                <a:gd name="T81" fmla="*/ 312166247 h 517"/>
                <a:gd name="T82" fmla="*/ 74111309 w 378"/>
                <a:gd name="T83" fmla="*/ 270756952 h 517"/>
                <a:gd name="T84" fmla="*/ 70956943 w 378"/>
                <a:gd name="T85" fmla="*/ 192715094 h 51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78"/>
                <a:gd name="T130" fmla="*/ 0 h 517"/>
                <a:gd name="T131" fmla="*/ 378 w 378"/>
                <a:gd name="T132" fmla="*/ 517 h 51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78" h="517">
                  <a:moveTo>
                    <a:pt x="45" y="96"/>
                  </a:moveTo>
                  <a:lnTo>
                    <a:pt x="44" y="83"/>
                  </a:lnTo>
                  <a:lnTo>
                    <a:pt x="67" y="83"/>
                  </a:lnTo>
                  <a:lnTo>
                    <a:pt x="66" y="57"/>
                  </a:lnTo>
                  <a:lnTo>
                    <a:pt x="66" y="29"/>
                  </a:lnTo>
                  <a:lnTo>
                    <a:pt x="83" y="29"/>
                  </a:lnTo>
                  <a:lnTo>
                    <a:pt x="101" y="29"/>
                  </a:lnTo>
                  <a:lnTo>
                    <a:pt x="118" y="29"/>
                  </a:lnTo>
                  <a:lnTo>
                    <a:pt x="137" y="29"/>
                  </a:lnTo>
                  <a:lnTo>
                    <a:pt x="154" y="29"/>
                  </a:lnTo>
                  <a:lnTo>
                    <a:pt x="172" y="29"/>
                  </a:lnTo>
                  <a:lnTo>
                    <a:pt x="189" y="29"/>
                  </a:lnTo>
                  <a:lnTo>
                    <a:pt x="208" y="29"/>
                  </a:lnTo>
                  <a:lnTo>
                    <a:pt x="211" y="25"/>
                  </a:lnTo>
                  <a:lnTo>
                    <a:pt x="212" y="29"/>
                  </a:lnTo>
                  <a:lnTo>
                    <a:pt x="240" y="34"/>
                  </a:lnTo>
                  <a:lnTo>
                    <a:pt x="269" y="36"/>
                  </a:lnTo>
                  <a:lnTo>
                    <a:pt x="273" y="25"/>
                  </a:lnTo>
                  <a:lnTo>
                    <a:pt x="285" y="22"/>
                  </a:lnTo>
                  <a:lnTo>
                    <a:pt x="291" y="7"/>
                  </a:lnTo>
                  <a:lnTo>
                    <a:pt x="297" y="10"/>
                  </a:lnTo>
                  <a:lnTo>
                    <a:pt x="305" y="0"/>
                  </a:lnTo>
                  <a:lnTo>
                    <a:pt x="320" y="18"/>
                  </a:lnTo>
                  <a:lnTo>
                    <a:pt x="336" y="34"/>
                  </a:lnTo>
                  <a:lnTo>
                    <a:pt x="343" y="52"/>
                  </a:lnTo>
                  <a:lnTo>
                    <a:pt x="349" y="84"/>
                  </a:lnTo>
                  <a:lnTo>
                    <a:pt x="356" y="115"/>
                  </a:lnTo>
                  <a:lnTo>
                    <a:pt x="378" y="138"/>
                  </a:lnTo>
                  <a:lnTo>
                    <a:pt x="364" y="150"/>
                  </a:lnTo>
                  <a:lnTo>
                    <a:pt x="349" y="161"/>
                  </a:lnTo>
                  <a:lnTo>
                    <a:pt x="340" y="195"/>
                  </a:lnTo>
                  <a:lnTo>
                    <a:pt x="337" y="231"/>
                  </a:lnTo>
                  <a:lnTo>
                    <a:pt x="334" y="250"/>
                  </a:lnTo>
                  <a:lnTo>
                    <a:pt x="311" y="294"/>
                  </a:lnTo>
                  <a:lnTo>
                    <a:pt x="305" y="323"/>
                  </a:lnTo>
                  <a:lnTo>
                    <a:pt x="292" y="326"/>
                  </a:lnTo>
                  <a:lnTo>
                    <a:pt x="289" y="355"/>
                  </a:lnTo>
                  <a:lnTo>
                    <a:pt x="287" y="384"/>
                  </a:lnTo>
                  <a:lnTo>
                    <a:pt x="271" y="387"/>
                  </a:lnTo>
                  <a:lnTo>
                    <a:pt x="262" y="398"/>
                  </a:lnTo>
                  <a:lnTo>
                    <a:pt x="271" y="406"/>
                  </a:lnTo>
                  <a:lnTo>
                    <a:pt x="294" y="426"/>
                  </a:lnTo>
                  <a:lnTo>
                    <a:pt x="302" y="443"/>
                  </a:lnTo>
                  <a:lnTo>
                    <a:pt x="311" y="461"/>
                  </a:lnTo>
                  <a:lnTo>
                    <a:pt x="324" y="467"/>
                  </a:lnTo>
                  <a:lnTo>
                    <a:pt x="330" y="487"/>
                  </a:lnTo>
                  <a:lnTo>
                    <a:pt x="313" y="487"/>
                  </a:lnTo>
                  <a:lnTo>
                    <a:pt x="295" y="487"/>
                  </a:lnTo>
                  <a:lnTo>
                    <a:pt x="287" y="499"/>
                  </a:lnTo>
                  <a:lnTo>
                    <a:pt x="275" y="510"/>
                  </a:lnTo>
                  <a:lnTo>
                    <a:pt x="249" y="510"/>
                  </a:lnTo>
                  <a:lnTo>
                    <a:pt x="239" y="515"/>
                  </a:lnTo>
                  <a:lnTo>
                    <a:pt x="233" y="512"/>
                  </a:lnTo>
                  <a:lnTo>
                    <a:pt x="215" y="512"/>
                  </a:lnTo>
                  <a:lnTo>
                    <a:pt x="214" y="517"/>
                  </a:lnTo>
                  <a:lnTo>
                    <a:pt x="196" y="501"/>
                  </a:lnTo>
                  <a:lnTo>
                    <a:pt x="180" y="485"/>
                  </a:lnTo>
                  <a:lnTo>
                    <a:pt x="172" y="493"/>
                  </a:lnTo>
                  <a:lnTo>
                    <a:pt x="159" y="494"/>
                  </a:lnTo>
                  <a:lnTo>
                    <a:pt x="140" y="483"/>
                  </a:lnTo>
                  <a:lnTo>
                    <a:pt x="134" y="477"/>
                  </a:lnTo>
                  <a:lnTo>
                    <a:pt x="130" y="468"/>
                  </a:lnTo>
                  <a:lnTo>
                    <a:pt x="116" y="451"/>
                  </a:lnTo>
                  <a:lnTo>
                    <a:pt x="108" y="438"/>
                  </a:lnTo>
                  <a:lnTo>
                    <a:pt x="87" y="417"/>
                  </a:lnTo>
                  <a:lnTo>
                    <a:pt x="83" y="407"/>
                  </a:lnTo>
                  <a:lnTo>
                    <a:pt x="61" y="391"/>
                  </a:lnTo>
                  <a:lnTo>
                    <a:pt x="57" y="384"/>
                  </a:lnTo>
                  <a:lnTo>
                    <a:pt x="41" y="379"/>
                  </a:lnTo>
                  <a:lnTo>
                    <a:pt x="45" y="355"/>
                  </a:lnTo>
                  <a:lnTo>
                    <a:pt x="35" y="339"/>
                  </a:lnTo>
                  <a:lnTo>
                    <a:pt x="25" y="321"/>
                  </a:lnTo>
                  <a:lnTo>
                    <a:pt x="22" y="307"/>
                  </a:lnTo>
                  <a:lnTo>
                    <a:pt x="19" y="294"/>
                  </a:lnTo>
                  <a:lnTo>
                    <a:pt x="9" y="273"/>
                  </a:lnTo>
                  <a:lnTo>
                    <a:pt x="0" y="272"/>
                  </a:lnTo>
                  <a:lnTo>
                    <a:pt x="9" y="252"/>
                  </a:lnTo>
                  <a:lnTo>
                    <a:pt x="10" y="240"/>
                  </a:lnTo>
                  <a:lnTo>
                    <a:pt x="13" y="233"/>
                  </a:lnTo>
                  <a:lnTo>
                    <a:pt x="13" y="224"/>
                  </a:lnTo>
                  <a:lnTo>
                    <a:pt x="25" y="204"/>
                  </a:lnTo>
                  <a:lnTo>
                    <a:pt x="34" y="196"/>
                  </a:lnTo>
                  <a:lnTo>
                    <a:pt x="48" y="196"/>
                  </a:lnTo>
                  <a:lnTo>
                    <a:pt x="47" y="170"/>
                  </a:lnTo>
                  <a:lnTo>
                    <a:pt x="47" y="145"/>
                  </a:lnTo>
                  <a:lnTo>
                    <a:pt x="45" y="121"/>
                  </a:lnTo>
                  <a:lnTo>
                    <a:pt x="45" y="9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="" xmlns:a16="http://schemas.microsoft.com/office/drawing/2014/main" id="{4637AF27-6D02-4B16-BD2C-6B9FA4733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956" y="3933825"/>
              <a:ext cx="50800" cy="71438"/>
            </a:xfrm>
            <a:custGeom>
              <a:avLst/>
              <a:gdLst>
                <a:gd name="T0" fmla="*/ 54128609 w 42"/>
                <a:gd name="T1" fmla="*/ 25132393 h 57"/>
                <a:gd name="T2" fmla="*/ 54128609 w 42"/>
                <a:gd name="T3" fmla="*/ 1570383 h 57"/>
                <a:gd name="T4" fmla="*/ 35111263 w 42"/>
                <a:gd name="T5" fmla="*/ 0 h 57"/>
                <a:gd name="T6" fmla="*/ 32185426 w 42"/>
                <a:gd name="T7" fmla="*/ 14137205 h 57"/>
                <a:gd name="T8" fmla="*/ 2925838 w 42"/>
                <a:gd name="T9" fmla="*/ 15707588 h 57"/>
                <a:gd name="T10" fmla="*/ 0 w 42"/>
                <a:gd name="T11" fmla="*/ 18849605 h 57"/>
                <a:gd name="T12" fmla="*/ 2925838 w 42"/>
                <a:gd name="T13" fmla="*/ 20419988 h 57"/>
                <a:gd name="T14" fmla="*/ 7315200 w 42"/>
                <a:gd name="T15" fmla="*/ 54975932 h 57"/>
                <a:gd name="T16" fmla="*/ 13166876 w 42"/>
                <a:gd name="T17" fmla="*/ 89533135 h 57"/>
                <a:gd name="T18" fmla="*/ 21944392 w 42"/>
                <a:gd name="T19" fmla="*/ 89533135 h 57"/>
                <a:gd name="T20" fmla="*/ 42425261 w 42"/>
                <a:gd name="T21" fmla="*/ 61259968 h 57"/>
                <a:gd name="T22" fmla="*/ 61443806 w 42"/>
                <a:gd name="T23" fmla="*/ 36127575 h 57"/>
                <a:gd name="T24" fmla="*/ 54128609 w 42"/>
                <a:gd name="T25" fmla="*/ 25132393 h 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2"/>
                <a:gd name="T40" fmla="*/ 0 h 57"/>
                <a:gd name="T41" fmla="*/ 42 w 42"/>
                <a:gd name="T42" fmla="*/ 57 h 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2" h="57">
                  <a:moveTo>
                    <a:pt x="37" y="16"/>
                  </a:moveTo>
                  <a:lnTo>
                    <a:pt x="37" y="1"/>
                  </a:lnTo>
                  <a:lnTo>
                    <a:pt x="24" y="0"/>
                  </a:lnTo>
                  <a:lnTo>
                    <a:pt x="22" y="9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3"/>
                  </a:lnTo>
                  <a:lnTo>
                    <a:pt x="5" y="35"/>
                  </a:lnTo>
                  <a:lnTo>
                    <a:pt x="9" y="57"/>
                  </a:lnTo>
                  <a:lnTo>
                    <a:pt x="15" y="57"/>
                  </a:lnTo>
                  <a:lnTo>
                    <a:pt x="29" y="39"/>
                  </a:lnTo>
                  <a:lnTo>
                    <a:pt x="42" y="23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="" xmlns:a16="http://schemas.microsoft.com/office/drawing/2014/main" id="{6BB0DD03-6B37-4609-BDE9-529D774E4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081" y="3735388"/>
              <a:ext cx="217488" cy="287337"/>
            </a:xfrm>
            <a:custGeom>
              <a:avLst/>
              <a:gdLst>
                <a:gd name="T0" fmla="*/ 48993889 w 173"/>
                <a:gd name="T1" fmla="*/ 255401919 h 226"/>
                <a:gd name="T2" fmla="*/ 15804965 w 173"/>
                <a:gd name="T3" fmla="*/ 257017871 h 226"/>
                <a:gd name="T4" fmla="*/ 15804965 w 173"/>
                <a:gd name="T5" fmla="*/ 269949304 h 226"/>
                <a:gd name="T6" fmla="*/ 20545699 w 173"/>
                <a:gd name="T7" fmla="*/ 281264784 h 226"/>
                <a:gd name="T8" fmla="*/ 28448184 w 173"/>
                <a:gd name="T9" fmla="*/ 300662569 h 226"/>
                <a:gd name="T10" fmla="*/ 20545699 w 173"/>
                <a:gd name="T11" fmla="*/ 307128922 h 226"/>
                <a:gd name="T12" fmla="*/ 11062974 w 173"/>
                <a:gd name="T13" fmla="*/ 302278522 h 226"/>
                <a:gd name="T14" fmla="*/ 0 w 173"/>
                <a:gd name="T15" fmla="*/ 321676307 h 226"/>
                <a:gd name="T16" fmla="*/ 30028429 w 173"/>
                <a:gd name="T17" fmla="*/ 365321085 h 226"/>
                <a:gd name="T18" fmla="*/ 55314867 w 173"/>
                <a:gd name="T19" fmla="*/ 342690124 h 226"/>
                <a:gd name="T20" fmla="*/ 69539583 w 173"/>
                <a:gd name="T21" fmla="*/ 349156476 h 226"/>
                <a:gd name="T22" fmla="*/ 86924808 w 173"/>
                <a:gd name="T23" fmla="*/ 355622828 h 226"/>
                <a:gd name="T24" fmla="*/ 99568022 w 173"/>
                <a:gd name="T25" fmla="*/ 342690124 h 226"/>
                <a:gd name="T26" fmla="*/ 121693961 w 173"/>
                <a:gd name="T27" fmla="*/ 339458219 h 226"/>
                <a:gd name="T28" fmla="*/ 124854450 w 173"/>
                <a:gd name="T29" fmla="*/ 358854733 h 226"/>
                <a:gd name="T30" fmla="*/ 151722380 w 173"/>
                <a:gd name="T31" fmla="*/ 332991787 h 226"/>
                <a:gd name="T32" fmla="*/ 178590350 w 173"/>
                <a:gd name="T33" fmla="*/ 303895746 h 226"/>
                <a:gd name="T34" fmla="*/ 186491573 w 173"/>
                <a:gd name="T35" fmla="*/ 271566528 h 226"/>
                <a:gd name="T36" fmla="*/ 191233564 w 173"/>
                <a:gd name="T37" fmla="*/ 239237310 h 226"/>
                <a:gd name="T38" fmla="*/ 216519992 w 173"/>
                <a:gd name="T39" fmla="*/ 203674916 h 226"/>
                <a:gd name="T40" fmla="*/ 241807677 w 173"/>
                <a:gd name="T41" fmla="*/ 168112522 h 226"/>
                <a:gd name="T42" fmla="*/ 248129913 w 173"/>
                <a:gd name="T43" fmla="*/ 135783264 h 226"/>
                <a:gd name="T44" fmla="*/ 252870647 w 173"/>
                <a:gd name="T45" fmla="*/ 105069998 h 226"/>
                <a:gd name="T46" fmla="*/ 257611381 w 173"/>
                <a:gd name="T47" fmla="*/ 72740760 h 226"/>
                <a:gd name="T48" fmla="*/ 263933616 w 173"/>
                <a:gd name="T49" fmla="*/ 42027495 h 226"/>
                <a:gd name="T50" fmla="*/ 273416341 w 173"/>
                <a:gd name="T51" fmla="*/ 3233177 h 226"/>
                <a:gd name="T52" fmla="*/ 246548411 w 173"/>
                <a:gd name="T53" fmla="*/ 1615953 h 226"/>
                <a:gd name="T54" fmla="*/ 216519992 w 173"/>
                <a:gd name="T55" fmla="*/ 0 h 226"/>
                <a:gd name="T56" fmla="*/ 195974298 w 173"/>
                <a:gd name="T57" fmla="*/ 12931438 h 226"/>
                <a:gd name="T58" fmla="*/ 183331083 w 173"/>
                <a:gd name="T59" fmla="*/ 58193375 h 226"/>
                <a:gd name="T60" fmla="*/ 177008848 w 173"/>
                <a:gd name="T61" fmla="*/ 77589889 h 226"/>
                <a:gd name="T62" fmla="*/ 145400145 w 173"/>
                <a:gd name="T63" fmla="*/ 69507584 h 226"/>
                <a:gd name="T64" fmla="*/ 112211236 w 173"/>
                <a:gd name="T65" fmla="*/ 59809327 h 226"/>
                <a:gd name="T66" fmla="*/ 79022308 w 173"/>
                <a:gd name="T67" fmla="*/ 59809327 h 226"/>
                <a:gd name="T68" fmla="*/ 74280317 w 173"/>
                <a:gd name="T69" fmla="*/ 100220870 h 226"/>
                <a:gd name="T70" fmla="*/ 115371725 w 173"/>
                <a:gd name="T71" fmla="*/ 95371741 h 226"/>
                <a:gd name="T72" fmla="*/ 116953227 w 173"/>
                <a:gd name="T73" fmla="*/ 126083736 h 226"/>
                <a:gd name="T74" fmla="*/ 101148267 w 173"/>
                <a:gd name="T75" fmla="*/ 150330649 h 226"/>
                <a:gd name="T76" fmla="*/ 121693961 w 173"/>
                <a:gd name="T77" fmla="*/ 187510307 h 226"/>
                <a:gd name="T78" fmla="*/ 112211236 w 173"/>
                <a:gd name="T79" fmla="*/ 245702390 h 226"/>
                <a:gd name="T80" fmla="*/ 99568022 w 173"/>
                <a:gd name="T81" fmla="*/ 257017871 h 226"/>
                <a:gd name="T82" fmla="*/ 94826031 w 173"/>
                <a:gd name="T83" fmla="*/ 245702390 h 226"/>
                <a:gd name="T84" fmla="*/ 71119828 w 173"/>
                <a:gd name="T85" fmla="*/ 252168743 h 226"/>
                <a:gd name="T86" fmla="*/ 50574133 w 173"/>
                <a:gd name="T87" fmla="*/ 229537781 h 226"/>
                <a:gd name="T88" fmla="*/ 48993889 w 173"/>
                <a:gd name="T89" fmla="*/ 255401919 h 22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3"/>
                <a:gd name="T136" fmla="*/ 0 h 226"/>
                <a:gd name="T137" fmla="*/ 173 w 173"/>
                <a:gd name="T138" fmla="*/ 226 h 22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3" h="226">
                  <a:moveTo>
                    <a:pt x="31" y="158"/>
                  </a:moveTo>
                  <a:lnTo>
                    <a:pt x="10" y="159"/>
                  </a:lnTo>
                  <a:lnTo>
                    <a:pt x="10" y="167"/>
                  </a:lnTo>
                  <a:lnTo>
                    <a:pt x="13" y="174"/>
                  </a:lnTo>
                  <a:lnTo>
                    <a:pt x="18" y="186"/>
                  </a:lnTo>
                  <a:lnTo>
                    <a:pt x="13" y="190"/>
                  </a:lnTo>
                  <a:lnTo>
                    <a:pt x="7" y="187"/>
                  </a:lnTo>
                  <a:lnTo>
                    <a:pt x="0" y="199"/>
                  </a:lnTo>
                  <a:lnTo>
                    <a:pt x="19" y="226"/>
                  </a:lnTo>
                  <a:lnTo>
                    <a:pt x="35" y="212"/>
                  </a:lnTo>
                  <a:lnTo>
                    <a:pt x="44" y="216"/>
                  </a:lnTo>
                  <a:lnTo>
                    <a:pt x="55" y="220"/>
                  </a:lnTo>
                  <a:lnTo>
                    <a:pt x="63" y="212"/>
                  </a:lnTo>
                  <a:lnTo>
                    <a:pt x="77" y="210"/>
                  </a:lnTo>
                  <a:lnTo>
                    <a:pt x="79" y="222"/>
                  </a:lnTo>
                  <a:lnTo>
                    <a:pt x="96" y="206"/>
                  </a:lnTo>
                  <a:lnTo>
                    <a:pt x="113" y="188"/>
                  </a:lnTo>
                  <a:lnTo>
                    <a:pt x="118" y="168"/>
                  </a:lnTo>
                  <a:lnTo>
                    <a:pt x="121" y="148"/>
                  </a:lnTo>
                  <a:lnTo>
                    <a:pt x="137" y="126"/>
                  </a:lnTo>
                  <a:lnTo>
                    <a:pt x="153" y="104"/>
                  </a:lnTo>
                  <a:lnTo>
                    <a:pt x="157" y="84"/>
                  </a:lnTo>
                  <a:lnTo>
                    <a:pt x="160" y="65"/>
                  </a:lnTo>
                  <a:lnTo>
                    <a:pt x="163" y="45"/>
                  </a:lnTo>
                  <a:lnTo>
                    <a:pt x="167" y="26"/>
                  </a:lnTo>
                  <a:lnTo>
                    <a:pt x="173" y="2"/>
                  </a:lnTo>
                  <a:lnTo>
                    <a:pt x="156" y="1"/>
                  </a:lnTo>
                  <a:lnTo>
                    <a:pt x="137" y="0"/>
                  </a:lnTo>
                  <a:lnTo>
                    <a:pt x="124" y="8"/>
                  </a:lnTo>
                  <a:lnTo>
                    <a:pt x="116" y="36"/>
                  </a:lnTo>
                  <a:lnTo>
                    <a:pt x="112" y="48"/>
                  </a:lnTo>
                  <a:lnTo>
                    <a:pt x="92" y="43"/>
                  </a:lnTo>
                  <a:lnTo>
                    <a:pt x="71" y="37"/>
                  </a:lnTo>
                  <a:lnTo>
                    <a:pt x="50" y="37"/>
                  </a:lnTo>
                  <a:lnTo>
                    <a:pt x="47" y="62"/>
                  </a:lnTo>
                  <a:lnTo>
                    <a:pt x="73" y="59"/>
                  </a:lnTo>
                  <a:lnTo>
                    <a:pt x="74" y="78"/>
                  </a:lnTo>
                  <a:lnTo>
                    <a:pt x="64" y="93"/>
                  </a:lnTo>
                  <a:lnTo>
                    <a:pt x="77" y="116"/>
                  </a:lnTo>
                  <a:lnTo>
                    <a:pt x="71" y="152"/>
                  </a:lnTo>
                  <a:lnTo>
                    <a:pt x="63" y="159"/>
                  </a:lnTo>
                  <a:lnTo>
                    <a:pt x="60" y="152"/>
                  </a:lnTo>
                  <a:lnTo>
                    <a:pt x="45" y="156"/>
                  </a:lnTo>
                  <a:lnTo>
                    <a:pt x="32" y="142"/>
                  </a:lnTo>
                  <a:lnTo>
                    <a:pt x="31" y="15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="" xmlns:a16="http://schemas.microsoft.com/office/drawing/2014/main" id="{892C9B5D-DE9F-4816-AC82-3926567F9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831" y="3702050"/>
              <a:ext cx="230188" cy="309563"/>
            </a:xfrm>
            <a:custGeom>
              <a:avLst/>
              <a:gdLst>
                <a:gd name="T0" fmla="*/ 130047506 w 185"/>
                <a:gd name="T1" fmla="*/ 316706858 h 246"/>
                <a:gd name="T2" fmla="*/ 99084120 w 185"/>
                <a:gd name="T3" fmla="*/ 296120924 h 246"/>
                <a:gd name="T4" fmla="*/ 65023753 w 185"/>
                <a:gd name="T5" fmla="*/ 275534990 h 246"/>
                <a:gd name="T6" fmla="*/ 30963396 w 185"/>
                <a:gd name="T7" fmla="*/ 254949055 h 246"/>
                <a:gd name="T8" fmla="*/ 0 w 185"/>
                <a:gd name="T9" fmla="*/ 234363121 h 246"/>
                <a:gd name="T10" fmla="*/ 0 w 185"/>
                <a:gd name="T11" fmla="*/ 188440845 h 246"/>
                <a:gd name="T12" fmla="*/ 23222861 w 185"/>
                <a:gd name="T13" fmla="*/ 147268937 h 246"/>
                <a:gd name="T14" fmla="*/ 38703932 w 185"/>
                <a:gd name="T15" fmla="*/ 115597882 h 246"/>
                <a:gd name="T16" fmla="*/ 26318577 w 185"/>
                <a:gd name="T17" fmla="*/ 82343757 h 246"/>
                <a:gd name="T18" fmla="*/ 15482320 w 185"/>
                <a:gd name="T19" fmla="*/ 50672702 h 246"/>
                <a:gd name="T20" fmla="*/ 3096962 w 185"/>
                <a:gd name="T21" fmla="*/ 19002890 h 246"/>
                <a:gd name="T22" fmla="*/ 15482320 w 185"/>
                <a:gd name="T23" fmla="*/ 0 h 246"/>
                <a:gd name="T24" fmla="*/ 43348760 w 185"/>
                <a:gd name="T25" fmla="*/ 0 h 246"/>
                <a:gd name="T26" fmla="*/ 69668572 w 185"/>
                <a:gd name="T27" fmla="*/ 0 h 246"/>
                <a:gd name="T28" fmla="*/ 100631978 w 185"/>
                <a:gd name="T29" fmla="*/ 6334717 h 246"/>
                <a:gd name="T30" fmla="*/ 147077680 w 185"/>
                <a:gd name="T31" fmla="*/ 36421472 h 246"/>
                <a:gd name="T32" fmla="*/ 195071279 w 185"/>
                <a:gd name="T33" fmla="*/ 47506603 h 246"/>
                <a:gd name="T34" fmla="*/ 212101452 w 185"/>
                <a:gd name="T35" fmla="*/ 31671065 h 246"/>
                <a:gd name="T36" fmla="*/ 249257516 w 185"/>
                <a:gd name="T37" fmla="*/ 20585939 h 246"/>
                <a:gd name="T38" fmla="*/ 286413580 w 185"/>
                <a:gd name="T39" fmla="*/ 26920659 h 246"/>
                <a:gd name="T40" fmla="*/ 269383406 w 185"/>
                <a:gd name="T41" fmla="*/ 50672702 h 246"/>
                <a:gd name="T42" fmla="*/ 253902335 w 185"/>
                <a:gd name="T43" fmla="*/ 76010301 h 246"/>
                <a:gd name="T44" fmla="*/ 253902335 w 185"/>
                <a:gd name="T45" fmla="*/ 112430525 h 246"/>
                <a:gd name="T46" fmla="*/ 253902335 w 185"/>
                <a:gd name="T47" fmla="*/ 152019344 h 246"/>
                <a:gd name="T48" fmla="*/ 253902335 w 185"/>
                <a:gd name="T49" fmla="*/ 191608203 h 246"/>
                <a:gd name="T50" fmla="*/ 253902335 w 185"/>
                <a:gd name="T51" fmla="*/ 229612714 h 246"/>
                <a:gd name="T52" fmla="*/ 274028225 w 185"/>
                <a:gd name="T53" fmla="*/ 262866819 h 246"/>
                <a:gd name="T54" fmla="*/ 253902335 w 185"/>
                <a:gd name="T55" fmla="*/ 273951940 h 246"/>
                <a:gd name="T56" fmla="*/ 238420020 w 185"/>
                <a:gd name="T57" fmla="*/ 299288281 h 246"/>
                <a:gd name="T58" fmla="*/ 222937704 w 185"/>
                <a:gd name="T59" fmla="*/ 315123809 h 246"/>
                <a:gd name="T60" fmla="*/ 207456633 w 185"/>
                <a:gd name="T61" fmla="*/ 349961042 h 246"/>
                <a:gd name="T62" fmla="*/ 191974318 w 185"/>
                <a:gd name="T63" fmla="*/ 386382504 h 246"/>
                <a:gd name="T64" fmla="*/ 188878601 w 185"/>
                <a:gd name="T65" fmla="*/ 389549861 h 246"/>
                <a:gd name="T66" fmla="*/ 162558751 w 185"/>
                <a:gd name="T67" fmla="*/ 361046163 h 246"/>
                <a:gd name="T68" fmla="*/ 134692325 w 185"/>
                <a:gd name="T69" fmla="*/ 334125514 h 246"/>
                <a:gd name="T70" fmla="*/ 130047506 w 185"/>
                <a:gd name="T71" fmla="*/ 316706858 h 24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85"/>
                <a:gd name="T109" fmla="*/ 0 h 246"/>
                <a:gd name="T110" fmla="*/ 185 w 185"/>
                <a:gd name="T111" fmla="*/ 246 h 24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85" h="246">
                  <a:moveTo>
                    <a:pt x="84" y="200"/>
                  </a:moveTo>
                  <a:lnTo>
                    <a:pt x="64" y="187"/>
                  </a:lnTo>
                  <a:lnTo>
                    <a:pt x="42" y="174"/>
                  </a:lnTo>
                  <a:lnTo>
                    <a:pt x="20" y="161"/>
                  </a:lnTo>
                  <a:lnTo>
                    <a:pt x="0" y="148"/>
                  </a:lnTo>
                  <a:lnTo>
                    <a:pt x="0" y="119"/>
                  </a:lnTo>
                  <a:lnTo>
                    <a:pt x="15" y="93"/>
                  </a:lnTo>
                  <a:lnTo>
                    <a:pt x="25" y="73"/>
                  </a:lnTo>
                  <a:lnTo>
                    <a:pt x="17" y="52"/>
                  </a:lnTo>
                  <a:lnTo>
                    <a:pt x="10" y="32"/>
                  </a:lnTo>
                  <a:lnTo>
                    <a:pt x="2" y="12"/>
                  </a:lnTo>
                  <a:lnTo>
                    <a:pt x="10" y="0"/>
                  </a:lnTo>
                  <a:lnTo>
                    <a:pt x="28" y="0"/>
                  </a:lnTo>
                  <a:lnTo>
                    <a:pt x="45" y="0"/>
                  </a:lnTo>
                  <a:lnTo>
                    <a:pt x="65" y="4"/>
                  </a:lnTo>
                  <a:lnTo>
                    <a:pt x="95" y="23"/>
                  </a:lnTo>
                  <a:lnTo>
                    <a:pt x="126" y="30"/>
                  </a:lnTo>
                  <a:lnTo>
                    <a:pt x="137" y="20"/>
                  </a:lnTo>
                  <a:lnTo>
                    <a:pt x="161" y="13"/>
                  </a:lnTo>
                  <a:lnTo>
                    <a:pt x="185" y="17"/>
                  </a:lnTo>
                  <a:lnTo>
                    <a:pt x="174" y="32"/>
                  </a:lnTo>
                  <a:lnTo>
                    <a:pt x="164" y="48"/>
                  </a:lnTo>
                  <a:lnTo>
                    <a:pt x="164" y="71"/>
                  </a:lnTo>
                  <a:lnTo>
                    <a:pt x="164" y="96"/>
                  </a:lnTo>
                  <a:lnTo>
                    <a:pt x="164" y="121"/>
                  </a:lnTo>
                  <a:lnTo>
                    <a:pt x="164" y="145"/>
                  </a:lnTo>
                  <a:lnTo>
                    <a:pt x="177" y="166"/>
                  </a:lnTo>
                  <a:lnTo>
                    <a:pt x="164" y="173"/>
                  </a:lnTo>
                  <a:lnTo>
                    <a:pt x="154" y="189"/>
                  </a:lnTo>
                  <a:lnTo>
                    <a:pt x="144" y="199"/>
                  </a:lnTo>
                  <a:lnTo>
                    <a:pt x="134" y="221"/>
                  </a:lnTo>
                  <a:lnTo>
                    <a:pt x="124" y="244"/>
                  </a:lnTo>
                  <a:lnTo>
                    <a:pt x="122" y="246"/>
                  </a:lnTo>
                  <a:lnTo>
                    <a:pt x="105" y="228"/>
                  </a:lnTo>
                  <a:lnTo>
                    <a:pt x="87" y="211"/>
                  </a:lnTo>
                  <a:lnTo>
                    <a:pt x="84" y="20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="" xmlns:a16="http://schemas.microsoft.com/office/drawing/2014/main" id="{7277A8FB-C054-43D4-988F-45DD6CB15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1844" y="3397250"/>
              <a:ext cx="347662" cy="314325"/>
            </a:xfrm>
            <a:custGeom>
              <a:avLst/>
              <a:gdLst>
                <a:gd name="T0" fmla="*/ 289849651 w 277"/>
                <a:gd name="T1" fmla="*/ 286640230 h 247"/>
                <a:gd name="T2" fmla="*/ 259919355 w 277"/>
                <a:gd name="T3" fmla="*/ 296356306 h 247"/>
                <a:gd name="T4" fmla="*/ 244166633 w 277"/>
                <a:gd name="T5" fmla="*/ 320648405 h 247"/>
                <a:gd name="T6" fmla="*/ 226838765 w 277"/>
                <a:gd name="T7" fmla="*/ 346559293 h 247"/>
                <a:gd name="T8" fmla="*/ 215811484 w 277"/>
                <a:gd name="T9" fmla="*/ 382187450 h 247"/>
                <a:gd name="T10" fmla="*/ 204785457 w 277"/>
                <a:gd name="T11" fmla="*/ 378948758 h 247"/>
                <a:gd name="T12" fmla="*/ 206360604 w 277"/>
                <a:gd name="T13" fmla="*/ 393523509 h 247"/>
                <a:gd name="T14" fmla="*/ 170129721 w 277"/>
                <a:gd name="T15" fmla="*/ 393523509 h 247"/>
                <a:gd name="T16" fmla="*/ 163827840 w 277"/>
                <a:gd name="T17" fmla="*/ 388664834 h 247"/>
                <a:gd name="T18" fmla="*/ 159102400 w 277"/>
                <a:gd name="T19" fmla="*/ 390284817 h 247"/>
                <a:gd name="T20" fmla="*/ 151225412 w 277"/>
                <a:gd name="T21" fmla="*/ 395142218 h 247"/>
                <a:gd name="T22" fmla="*/ 149650265 w 277"/>
                <a:gd name="T23" fmla="*/ 383806160 h 247"/>
                <a:gd name="T24" fmla="*/ 146499972 w 277"/>
                <a:gd name="T25" fmla="*/ 400000893 h 247"/>
                <a:gd name="T26" fmla="*/ 146499972 w 277"/>
                <a:gd name="T27" fmla="*/ 393523509 h 247"/>
                <a:gd name="T28" fmla="*/ 144924825 w 277"/>
                <a:gd name="T29" fmla="*/ 395142218 h 247"/>
                <a:gd name="T30" fmla="*/ 130747251 w 277"/>
                <a:gd name="T31" fmla="*/ 395142218 h 247"/>
                <a:gd name="T32" fmla="*/ 118144822 w 277"/>
                <a:gd name="T33" fmla="*/ 398380910 h 247"/>
                <a:gd name="T34" fmla="*/ 100816954 w 277"/>
                <a:gd name="T35" fmla="*/ 357895351 h 247"/>
                <a:gd name="T36" fmla="*/ 103967248 w 277"/>
                <a:gd name="T37" fmla="*/ 356276642 h 247"/>
                <a:gd name="T38" fmla="*/ 97666661 w 277"/>
                <a:gd name="T39" fmla="*/ 348179275 h 247"/>
                <a:gd name="T40" fmla="*/ 99241808 w 277"/>
                <a:gd name="T41" fmla="*/ 348179275 h 247"/>
                <a:gd name="T42" fmla="*/ 89790928 w 277"/>
                <a:gd name="T43" fmla="*/ 338461927 h 247"/>
                <a:gd name="T44" fmla="*/ 50408477 w 277"/>
                <a:gd name="T45" fmla="*/ 312551039 h 247"/>
                <a:gd name="T46" fmla="*/ 29930306 w 277"/>
                <a:gd name="T47" fmla="*/ 310932329 h 247"/>
                <a:gd name="T48" fmla="*/ 37806039 w 277"/>
                <a:gd name="T49" fmla="*/ 304453672 h 247"/>
                <a:gd name="T50" fmla="*/ 0 w 277"/>
                <a:gd name="T51" fmla="*/ 315789731 h 247"/>
                <a:gd name="T52" fmla="*/ 4725441 w 277"/>
                <a:gd name="T53" fmla="*/ 257490729 h 247"/>
                <a:gd name="T54" fmla="*/ 7875736 w 277"/>
                <a:gd name="T55" fmla="*/ 197571745 h 247"/>
                <a:gd name="T56" fmla="*/ 34655746 w 277"/>
                <a:gd name="T57" fmla="*/ 150607490 h 247"/>
                <a:gd name="T58" fmla="*/ 37806039 w 277"/>
                <a:gd name="T59" fmla="*/ 113360623 h 247"/>
                <a:gd name="T60" fmla="*/ 33080599 w 277"/>
                <a:gd name="T61" fmla="*/ 89068524 h 247"/>
                <a:gd name="T62" fmla="*/ 33080599 w 277"/>
                <a:gd name="T63" fmla="*/ 87449814 h 247"/>
                <a:gd name="T64" fmla="*/ 34655746 w 277"/>
                <a:gd name="T65" fmla="*/ 71255062 h 247"/>
                <a:gd name="T66" fmla="*/ 47258184 w 277"/>
                <a:gd name="T67" fmla="*/ 42105561 h 247"/>
                <a:gd name="T68" fmla="*/ 53558770 w 277"/>
                <a:gd name="T69" fmla="*/ 11336063 h 247"/>
                <a:gd name="T70" fmla="*/ 88214526 w 277"/>
                <a:gd name="T71" fmla="*/ 0 h 247"/>
                <a:gd name="T72" fmla="*/ 124446664 w 277"/>
                <a:gd name="T73" fmla="*/ 3238693 h 247"/>
                <a:gd name="T74" fmla="*/ 149650265 w 277"/>
                <a:gd name="T75" fmla="*/ 29149511 h 247"/>
                <a:gd name="T76" fmla="*/ 185881187 w 277"/>
                <a:gd name="T77" fmla="*/ 16194738 h 247"/>
                <a:gd name="T78" fmla="*/ 214236337 w 277"/>
                <a:gd name="T79" fmla="*/ 29149511 h 247"/>
                <a:gd name="T80" fmla="*/ 241016340 w 277"/>
                <a:gd name="T81" fmla="*/ 40485569 h 247"/>
                <a:gd name="T82" fmla="*/ 281972663 w 277"/>
                <a:gd name="T83" fmla="*/ 19433430 h 247"/>
                <a:gd name="T84" fmla="*/ 318204801 w 277"/>
                <a:gd name="T85" fmla="*/ 21052144 h 247"/>
                <a:gd name="T86" fmla="*/ 356010908 w 277"/>
                <a:gd name="T87" fmla="*/ 25910819 h 247"/>
                <a:gd name="T88" fmla="*/ 396968486 w 277"/>
                <a:gd name="T89" fmla="*/ 3238693 h 247"/>
                <a:gd name="T90" fmla="*/ 412721208 w 277"/>
                <a:gd name="T91" fmla="*/ 29149511 h 247"/>
                <a:gd name="T92" fmla="*/ 419021794 w 277"/>
                <a:gd name="T93" fmla="*/ 59919004 h 247"/>
                <a:gd name="T94" fmla="*/ 436349662 w 277"/>
                <a:gd name="T95" fmla="*/ 76113736 h 247"/>
                <a:gd name="T96" fmla="*/ 426897527 w 277"/>
                <a:gd name="T97" fmla="*/ 98785873 h 247"/>
                <a:gd name="T98" fmla="*/ 401693926 w 277"/>
                <a:gd name="T99" fmla="*/ 123076699 h 247"/>
                <a:gd name="T100" fmla="*/ 387516351 w 277"/>
                <a:gd name="T101" fmla="*/ 153846182 h 247"/>
                <a:gd name="T102" fmla="*/ 373338776 w 277"/>
                <a:gd name="T103" fmla="*/ 184615705 h 247"/>
                <a:gd name="T104" fmla="*/ 360736348 w 277"/>
                <a:gd name="T105" fmla="*/ 218623880 h 247"/>
                <a:gd name="T106" fmla="*/ 348133920 w 277"/>
                <a:gd name="T107" fmla="*/ 239677287 h 247"/>
                <a:gd name="T108" fmla="*/ 335532747 w 277"/>
                <a:gd name="T109" fmla="*/ 278542864 h 247"/>
                <a:gd name="T110" fmla="*/ 311902959 w 277"/>
                <a:gd name="T111" fmla="*/ 310932329 h 247"/>
                <a:gd name="T112" fmla="*/ 289849651 w 277"/>
                <a:gd name="T113" fmla="*/ 286640230 h 24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77"/>
                <a:gd name="T172" fmla="*/ 0 h 247"/>
                <a:gd name="T173" fmla="*/ 277 w 277"/>
                <a:gd name="T174" fmla="*/ 247 h 24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77" h="247">
                  <a:moveTo>
                    <a:pt x="184" y="177"/>
                  </a:moveTo>
                  <a:lnTo>
                    <a:pt x="165" y="183"/>
                  </a:lnTo>
                  <a:lnTo>
                    <a:pt x="155" y="198"/>
                  </a:lnTo>
                  <a:lnTo>
                    <a:pt x="144" y="214"/>
                  </a:lnTo>
                  <a:lnTo>
                    <a:pt x="137" y="236"/>
                  </a:lnTo>
                  <a:lnTo>
                    <a:pt x="130" y="234"/>
                  </a:lnTo>
                  <a:lnTo>
                    <a:pt x="131" y="243"/>
                  </a:lnTo>
                  <a:lnTo>
                    <a:pt x="108" y="243"/>
                  </a:lnTo>
                  <a:lnTo>
                    <a:pt x="104" y="240"/>
                  </a:lnTo>
                  <a:lnTo>
                    <a:pt x="101" y="241"/>
                  </a:lnTo>
                  <a:lnTo>
                    <a:pt x="96" y="244"/>
                  </a:lnTo>
                  <a:lnTo>
                    <a:pt x="95" y="237"/>
                  </a:lnTo>
                  <a:lnTo>
                    <a:pt x="93" y="247"/>
                  </a:lnTo>
                  <a:lnTo>
                    <a:pt x="93" y="243"/>
                  </a:lnTo>
                  <a:lnTo>
                    <a:pt x="92" y="244"/>
                  </a:lnTo>
                  <a:lnTo>
                    <a:pt x="83" y="244"/>
                  </a:lnTo>
                  <a:lnTo>
                    <a:pt x="75" y="246"/>
                  </a:lnTo>
                  <a:lnTo>
                    <a:pt x="64" y="221"/>
                  </a:lnTo>
                  <a:lnTo>
                    <a:pt x="66" y="220"/>
                  </a:lnTo>
                  <a:lnTo>
                    <a:pt x="62" y="215"/>
                  </a:lnTo>
                  <a:lnTo>
                    <a:pt x="63" y="215"/>
                  </a:lnTo>
                  <a:lnTo>
                    <a:pt x="57" y="209"/>
                  </a:lnTo>
                  <a:lnTo>
                    <a:pt x="32" y="193"/>
                  </a:lnTo>
                  <a:lnTo>
                    <a:pt x="19" y="192"/>
                  </a:lnTo>
                  <a:lnTo>
                    <a:pt x="24" y="188"/>
                  </a:lnTo>
                  <a:lnTo>
                    <a:pt x="0" y="195"/>
                  </a:lnTo>
                  <a:lnTo>
                    <a:pt x="3" y="159"/>
                  </a:lnTo>
                  <a:lnTo>
                    <a:pt x="5" y="122"/>
                  </a:lnTo>
                  <a:lnTo>
                    <a:pt x="22" y="93"/>
                  </a:lnTo>
                  <a:lnTo>
                    <a:pt x="24" y="70"/>
                  </a:lnTo>
                  <a:lnTo>
                    <a:pt x="21" y="55"/>
                  </a:lnTo>
                  <a:lnTo>
                    <a:pt x="21" y="54"/>
                  </a:lnTo>
                  <a:lnTo>
                    <a:pt x="22" y="44"/>
                  </a:lnTo>
                  <a:lnTo>
                    <a:pt x="30" y="26"/>
                  </a:lnTo>
                  <a:lnTo>
                    <a:pt x="34" y="7"/>
                  </a:lnTo>
                  <a:lnTo>
                    <a:pt x="56" y="0"/>
                  </a:lnTo>
                  <a:lnTo>
                    <a:pt x="79" y="2"/>
                  </a:lnTo>
                  <a:lnTo>
                    <a:pt x="95" y="18"/>
                  </a:lnTo>
                  <a:lnTo>
                    <a:pt x="118" y="10"/>
                  </a:lnTo>
                  <a:lnTo>
                    <a:pt x="136" y="18"/>
                  </a:lnTo>
                  <a:lnTo>
                    <a:pt x="153" y="25"/>
                  </a:lnTo>
                  <a:lnTo>
                    <a:pt x="179" y="12"/>
                  </a:lnTo>
                  <a:lnTo>
                    <a:pt x="202" y="13"/>
                  </a:lnTo>
                  <a:lnTo>
                    <a:pt x="226" y="16"/>
                  </a:lnTo>
                  <a:lnTo>
                    <a:pt x="252" y="2"/>
                  </a:lnTo>
                  <a:lnTo>
                    <a:pt x="262" y="18"/>
                  </a:lnTo>
                  <a:lnTo>
                    <a:pt x="266" y="37"/>
                  </a:lnTo>
                  <a:lnTo>
                    <a:pt x="277" y="47"/>
                  </a:lnTo>
                  <a:lnTo>
                    <a:pt x="271" y="61"/>
                  </a:lnTo>
                  <a:lnTo>
                    <a:pt x="255" y="76"/>
                  </a:lnTo>
                  <a:lnTo>
                    <a:pt x="246" y="95"/>
                  </a:lnTo>
                  <a:lnTo>
                    <a:pt x="237" y="114"/>
                  </a:lnTo>
                  <a:lnTo>
                    <a:pt x="229" y="135"/>
                  </a:lnTo>
                  <a:lnTo>
                    <a:pt x="221" y="148"/>
                  </a:lnTo>
                  <a:lnTo>
                    <a:pt x="213" y="172"/>
                  </a:lnTo>
                  <a:lnTo>
                    <a:pt x="198" y="192"/>
                  </a:lnTo>
                  <a:lnTo>
                    <a:pt x="184" y="17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fr-CH" dirty="0">
                <a:latin typeface="Arial" charset="0"/>
                <a:cs typeface="Arial" charset="0"/>
              </a:endParaRPr>
            </a:p>
          </p:txBody>
        </p:sp>
        <p:sp>
          <p:nvSpPr>
            <p:cNvPr id="208" name="Freeform 207">
              <a:extLst>
                <a:ext uri="{FF2B5EF4-FFF2-40B4-BE49-F238E27FC236}">
                  <a16:creationId xmlns="" xmlns:a16="http://schemas.microsoft.com/office/drawing/2014/main" id="{21DEDFBD-386D-4BD2-BDDF-592D5C5A3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4694" y="3443288"/>
              <a:ext cx="84137" cy="204787"/>
            </a:xfrm>
            <a:custGeom>
              <a:avLst/>
              <a:gdLst>
                <a:gd name="T0" fmla="*/ 4730508 w 67"/>
                <a:gd name="T1" fmla="*/ 58244728 h 161"/>
                <a:gd name="T2" fmla="*/ 0 w 67"/>
                <a:gd name="T3" fmla="*/ 74424167 h 161"/>
                <a:gd name="T4" fmla="*/ 20500541 w 67"/>
                <a:gd name="T5" fmla="*/ 100310017 h 161"/>
                <a:gd name="T6" fmla="*/ 25231052 w 67"/>
                <a:gd name="T7" fmla="*/ 132667622 h 161"/>
                <a:gd name="T8" fmla="*/ 25231052 w 67"/>
                <a:gd name="T9" fmla="*/ 166644444 h 161"/>
                <a:gd name="T10" fmla="*/ 26808306 w 67"/>
                <a:gd name="T11" fmla="*/ 197384145 h 161"/>
                <a:gd name="T12" fmla="*/ 29962814 w 67"/>
                <a:gd name="T13" fmla="*/ 229743023 h 161"/>
                <a:gd name="T14" fmla="*/ 29962814 w 67"/>
                <a:gd name="T15" fmla="*/ 260482685 h 161"/>
                <a:gd name="T16" fmla="*/ 67809388 w 67"/>
                <a:gd name="T17" fmla="*/ 255628853 h 161"/>
                <a:gd name="T18" fmla="*/ 72541150 w 67"/>
                <a:gd name="T19" fmla="*/ 197384145 h 161"/>
                <a:gd name="T20" fmla="*/ 75694402 w 67"/>
                <a:gd name="T21" fmla="*/ 137521454 h 161"/>
                <a:gd name="T22" fmla="*/ 102502718 w 67"/>
                <a:gd name="T23" fmla="*/ 90602353 h 161"/>
                <a:gd name="T24" fmla="*/ 105657226 w 67"/>
                <a:gd name="T25" fmla="*/ 53390896 h 161"/>
                <a:gd name="T26" fmla="*/ 100926720 w 67"/>
                <a:gd name="T27" fmla="*/ 29121728 h 161"/>
                <a:gd name="T28" fmla="*/ 100926720 w 67"/>
                <a:gd name="T29" fmla="*/ 27503784 h 161"/>
                <a:gd name="T30" fmla="*/ 67809388 w 67"/>
                <a:gd name="T31" fmla="*/ 0 h 161"/>
                <a:gd name="T32" fmla="*/ 59924373 w 67"/>
                <a:gd name="T33" fmla="*/ 12943556 h 161"/>
                <a:gd name="T34" fmla="*/ 56771121 w 67"/>
                <a:gd name="T35" fmla="*/ 21033280 h 161"/>
                <a:gd name="T36" fmla="*/ 56771121 w 67"/>
                <a:gd name="T37" fmla="*/ 24269168 h 161"/>
                <a:gd name="T38" fmla="*/ 29962814 w 67"/>
                <a:gd name="T39" fmla="*/ 42065289 h 161"/>
                <a:gd name="T40" fmla="*/ 4730508 w 67"/>
                <a:gd name="T41" fmla="*/ 58244728 h 1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7"/>
                <a:gd name="T64" fmla="*/ 0 h 161"/>
                <a:gd name="T65" fmla="*/ 67 w 67"/>
                <a:gd name="T66" fmla="*/ 161 h 16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7" h="161">
                  <a:moveTo>
                    <a:pt x="3" y="36"/>
                  </a:moveTo>
                  <a:lnTo>
                    <a:pt x="0" y="46"/>
                  </a:lnTo>
                  <a:lnTo>
                    <a:pt x="13" y="62"/>
                  </a:lnTo>
                  <a:lnTo>
                    <a:pt x="16" y="82"/>
                  </a:lnTo>
                  <a:lnTo>
                    <a:pt x="16" y="103"/>
                  </a:lnTo>
                  <a:lnTo>
                    <a:pt x="17" y="122"/>
                  </a:lnTo>
                  <a:lnTo>
                    <a:pt x="19" y="142"/>
                  </a:lnTo>
                  <a:lnTo>
                    <a:pt x="19" y="161"/>
                  </a:lnTo>
                  <a:lnTo>
                    <a:pt x="43" y="158"/>
                  </a:lnTo>
                  <a:lnTo>
                    <a:pt x="46" y="122"/>
                  </a:lnTo>
                  <a:lnTo>
                    <a:pt x="48" y="85"/>
                  </a:lnTo>
                  <a:lnTo>
                    <a:pt x="65" y="56"/>
                  </a:lnTo>
                  <a:lnTo>
                    <a:pt x="67" y="33"/>
                  </a:lnTo>
                  <a:lnTo>
                    <a:pt x="64" y="18"/>
                  </a:lnTo>
                  <a:lnTo>
                    <a:pt x="64" y="17"/>
                  </a:lnTo>
                  <a:lnTo>
                    <a:pt x="43" y="0"/>
                  </a:lnTo>
                  <a:lnTo>
                    <a:pt x="38" y="8"/>
                  </a:lnTo>
                  <a:lnTo>
                    <a:pt x="36" y="13"/>
                  </a:lnTo>
                  <a:lnTo>
                    <a:pt x="36" y="15"/>
                  </a:lnTo>
                  <a:lnTo>
                    <a:pt x="19" y="26"/>
                  </a:lnTo>
                  <a:lnTo>
                    <a:pt x="3" y="3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="" xmlns:a16="http://schemas.microsoft.com/office/drawing/2014/main" id="{4F4D330D-5376-416F-89CB-912381046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3719" y="3354388"/>
              <a:ext cx="227012" cy="185737"/>
            </a:xfrm>
            <a:custGeom>
              <a:avLst/>
              <a:gdLst>
                <a:gd name="T0" fmla="*/ 230826546 w 183"/>
                <a:gd name="T1" fmla="*/ 172419538 h 147"/>
                <a:gd name="T2" fmla="*/ 221593488 w 183"/>
                <a:gd name="T3" fmla="*/ 172419538 h 147"/>
                <a:gd name="T4" fmla="*/ 190816625 w 183"/>
                <a:gd name="T5" fmla="*/ 164436602 h 147"/>
                <a:gd name="T6" fmla="*/ 181583566 w 183"/>
                <a:gd name="T7" fmla="*/ 169226632 h 147"/>
                <a:gd name="T8" fmla="*/ 138495920 w 183"/>
                <a:gd name="T9" fmla="*/ 169226632 h 147"/>
                <a:gd name="T10" fmla="*/ 96947776 w 183"/>
                <a:gd name="T11" fmla="*/ 172419538 h 147"/>
                <a:gd name="T12" fmla="*/ 98485999 w 183"/>
                <a:gd name="T13" fmla="*/ 202752778 h 147"/>
                <a:gd name="T14" fmla="*/ 101563685 w 183"/>
                <a:gd name="T15" fmla="*/ 234681840 h 147"/>
                <a:gd name="T16" fmla="*/ 69248580 w 183"/>
                <a:gd name="T17" fmla="*/ 215524403 h 147"/>
                <a:gd name="T18" fmla="*/ 35394022 w 183"/>
                <a:gd name="T19" fmla="*/ 225103121 h 147"/>
                <a:gd name="T20" fmla="*/ 15388436 w 183"/>
                <a:gd name="T21" fmla="*/ 202752778 h 147"/>
                <a:gd name="T22" fmla="*/ 0 w 183"/>
                <a:gd name="T23" fmla="*/ 194769881 h 147"/>
                <a:gd name="T24" fmla="*/ 9233061 w 183"/>
                <a:gd name="T25" fmla="*/ 138893352 h 147"/>
                <a:gd name="T26" fmla="*/ 20005586 w 183"/>
                <a:gd name="T27" fmla="*/ 130910455 h 147"/>
                <a:gd name="T28" fmla="*/ 40009931 w 183"/>
                <a:gd name="T29" fmla="*/ 111753018 h 147"/>
                <a:gd name="T30" fmla="*/ 47704777 w 183"/>
                <a:gd name="T31" fmla="*/ 92595581 h 147"/>
                <a:gd name="T32" fmla="*/ 52320686 w 183"/>
                <a:gd name="T33" fmla="*/ 70245219 h 147"/>
                <a:gd name="T34" fmla="*/ 73864489 w 183"/>
                <a:gd name="T35" fmla="*/ 79823937 h 147"/>
                <a:gd name="T36" fmla="*/ 80019862 w 183"/>
                <a:gd name="T37" fmla="*/ 65455228 h 147"/>
                <a:gd name="T38" fmla="*/ 87714717 w 183"/>
                <a:gd name="T39" fmla="*/ 60666500 h 147"/>
                <a:gd name="T40" fmla="*/ 101563685 w 183"/>
                <a:gd name="T41" fmla="*/ 39911969 h 147"/>
                <a:gd name="T42" fmla="*/ 123107489 w 183"/>
                <a:gd name="T43" fmla="*/ 39911969 h 147"/>
                <a:gd name="T44" fmla="*/ 127724638 w 183"/>
                <a:gd name="T45" fmla="*/ 23947438 h 147"/>
                <a:gd name="T46" fmla="*/ 172350508 w 183"/>
                <a:gd name="T47" fmla="*/ 0 h 147"/>
                <a:gd name="T48" fmla="*/ 206205056 w 183"/>
                <a:gd name="T49" fmla="*/ 3192907 h 147"/>
                <a:gd name="T50" fmla="*/ 210822206 w 183"/>
                <a:gd name="T51" fmla="*/ 39911969 h 147"/>
                <a:gd name="T52" fmla="*/ 240059605 w 183"/>
                <a:gd name="T53" fmla="*/ 70245219 h 147"/>
                <a:gd name="T54" fmla="*/ 232366010 w 183"/>
                <a:gd name="T55" fmla="*/ 71841040 h 147"/>
                <a:gd name="T56" fmla="*/ 232366010 w 183"/>
                <a:gd name="T57" fmla="*/ 86209769 h 147"/>
                <a:gd name="T58" fmla="*/ 252370350 w 183"/>
                <a:gd name="T59" fmla="*/ 102174300 h 147"/>
                <a:gd name="T60" fmla="*/ 266220559 w 183"/>
                <a:gd name="T61" fmla="*/ 100578478 h 147"/>
                <a:gd name="T62" fmla="*/ 272375931 w 183"/>
                <a:gd name="T63" fmla="*/ 111753018 h 147"/>
                <a:gd name="T64" fmla="*/ 281608990 w 183"/>
                <a:gd name="T65" fmla="*/ 132507540 h 147"/>
                <a:gd name="T66" fmla="*/ 281608990 w 183"/>
                <a:gd name="T67" fmla="*/ 135700446 h 147"/>
                <a:gd name="T68" fmla="*/ 281608990 w 183"/>
                <a:gd name="T69" fmla="*/ 138893352 h 147"/>
                <a:gd name="T70" fmla="*/ 255448036 w 183"/>
                <a:gd name="T71" fmla="*/ 156454968 h 147"/>
                <a:gd name="T72" fmla="*/ 230826546 w 183"/>
                <a:gd name="T73" fmla="*/ 172419538 h 14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83"/>
                <a:gd name="T112" fmla="*/ 0 h 147"/>
                <a:gd name="T113" fmla="*/ 183 w 183"/>
                <a:gd name="T114" fmla="*/ 147 h 14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83" h="147">
                  <a:moveTo>
                    <a:pt x="150" y="108"/>
                  </a:moveTo>
                  <a:lnTo>
                    <a:pt x="144" y="108"/>
                  </a:lnTo>
                  <a:lnTo>
                    <a:pt x="124" y="103"/>
                  </a:lnTo>
                  <a:lnTo>
                    <a:pt x="118" y="106"/>
                  </a:lnTo>
                  <a:lnTo>
                    <a:pt x="90" y="106"/>
                  </a:lnTo>
                  <a:lnTo>
                    <a:pt x="63" y="108"/>
                  </a:lnTo>
                  <a:lnTo>
                    <a:pt x="64" y="127"/>
                  </a:lnTo>
                  <a:lnTo>
                    <a:pt x="66" y="147"/>
                  </a:lnTo>
                  <a:lnTo>
                    <a:pt x="45" y="135"/>
                  </a:lnTo>
                  <a:lnTo>
                    <a:pt x="23" y="141"/>
                  </a:lnTo>
                  <a:lnTo>
                    <a:pt x="10" y="127"/>
                  </a:lnTo>
                  <a:lnTo>
                    <a:pt x="0" y="122"/>
                  </a:lnTo>
                  <a:lnTo>
                    <a:pt x="6" y="87"/>
                  </a:lnTo>
                  <a:lnTo>
                    <a:pt x="13" y="82"/>
                  </a:lnTo>
                  <a:lnTo>
                    <a:pt x="26" y="70"/>
                  </a:lnTo>
                  <a:lnTo>
                    <a:pt x="31" y="58"/>
                  </a:lnTo>
                  <a:lnTo>
                    <a:pt x="34" y="44"/>
                  </a:lnTo>
                  <a:lnTo>
                    <a:pt x="48" y="50"/>
                  </a:lnTo>
                  <a:lnTo>
                    <a:pt x="52" y="41"/>
                  </a:lnTo>
                  <a:lnTo>
                    <a:pt x="57" y="38"/>
                  </a:lnTo>
                  <a:lnTo>
                    <a:pt x="66" y="25"/>
                  </a:lnTo>
                  <a:lnTo>
                    <a:pt x="80" y="25"/>
                  </a:lnTo>
                  <a:lnTo>
                    <a:pt x="83" y="15"/>
                  </a:lnTo>
                  <a:lnTo>
                    <a:pt x="112" y="0"/>
                  </a:lnTo>
                  <a:lnTo>
                    <a:pt x="134" y="2"/>
                  </a:lnTo>
                  <a:lnTo>
                    <a:pt x="137" y="25"/>
                  </a:lnTo>
                  <a:lnTo>
                    <a:pt x="156" y="44"/>
                  </a:lnTo>
                  <a:lnTo>
                    <a:pt x="151" y="45"/>
                  </a:lnTo>
                  <a:lnTo>
                    <a:pt x="151" y="54"/>
                  </a:lnTo>
                  <a:lnTo>
                    <a:pt x="164" y="64"/>
                  </a:lnTo>
                  <a:lnTo>
                    <a:pt x="173" y="63"/>
                  </a:lnTo>
                  <a:lnTo>
                    <a:pt x="177" y="70"/>
                  </a:lnTo>
                  <a:lnTo>
                    <a:pt x="183" y="83"/>
                  </a:lnTo>
                  <a:lnTo>
                    <a:pt x="183" y="85"/>
                  </a:lnTo>
                  <a:lnTo>
                    <a:pt x="183" y="87"/>
                  </a:lnTo>
                  <a:lnTo>
                    <a:pt x="166" y="98"/>
                  </a:lnTo>
                  <a:lnTo>
                    <a:pt x="150" y="10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="" xmlns:a16="http://schemas.microsoft.com/office/drawing/2014/main" id="{D54C477C-5580-4DEA-91BF-36EE6F25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531" y="3422650"/>
              <a:ext cx="228600" cy="373063"/>
            </a:xfrm>
            <a:custGeom>
              <a:avLst/>
              <a:gdLst>
                <a:gd name="T0" fmla="*/ 272143150 w 178"/>
                <a:gd name="T1" fmla="*/ 126945314 h 298"/>
                <a:gd name="T2" fmla="*/ 229260116 w 178"/>
                <a:gd name="T3" fmla="*/ 126945314 h 298"/>
                <a:gd name="T4" fmla="*/ 207817957 w 178"/>
                <a:gd name="T5" fmla="*/ 136348250 h 298"/>
                <a:gd name="T6" fmla="*/ 240804412 w 178"/>
                <a:gd name="T7" fmla="*/ 175529904 h 298"/>
                <a:gd name="T8" fmla="*/ 265544575 w 178"/>
                <a:gd name="T9" fmla="*/ 228815296 h 298"/>
                <a:gd name="T10" fmla="*/ 245752702 w 178"/>
                <a:gd name="T11" fmla="*/ 261726200 h 298"/>
                <a:gd name="T12" fmla="*/ 227609830 w 178"/>
                <a:gd name="T13" fmla="*/ 296205719 h 298"/>
                <a:gd name="T14" fmla="*/ 240804412 w 178"/>
                <a:gd name="T15" fmla="*/ 352625920 h 298"/>
                <a:gd name="T16" fmla="*/ 260597570 w 178"/>
                <a:gd name="T17" fmla="*/ 382403346 h 298"/>
                <a:gd name="T18" fmla="*/ 282038444 w 178"/>
                <a:gd name="T19" fmla="*/ 412180771 h 298"/>
                <a:gd name="T20" fmla="*/ 293584025 w 178"/>
                <a:gd name="T21" fmla="*/ 448226404 h 298"/>
                <a:gd name="T22" fmla="*/ 286986734 w 178"/>
                <a:gd name="T23" fmla="*/ 467033529 h 298"/>
                <a:gd name="T24" fmla="*/ 254000279 w 178"/>
                <a:gd name="T25" fmla="*/ 459197957 h 298"/>
                <a:gd name="T26" fmla="*/ 219363538 w 178"/>
                <a:gd name="T27" fmla="*/ 449793769 h 298"/>
                <a:gd name="T28" fmla="*/ 184726797 w 178"/>
                <a:gd name="T29" fmla="*/ 449793769 h 298"/>
                <a:gd name="T30" fmla="*/ 145143011 w 178"/>
                <a:gd name="T31" fmla="*/ 449793769 h 298"/>
                <a:gd name="T32" fmla="*/ 107208266 w 178"/>
                <a:gd name="T33" fmla="*/ 449793769 h 298"/>
                <a:gd name="T34" fmla="*/ 79168796 w 178"/>
                <a:gd name="T35" fmla="*/ 445092927 h 298"/>
                <a:gd name="T36" fmla="*/ 49480345 w 178"/>
                <a:gd name="T37" fmla="*/ 441958197 h 298"/>
                <a:gd name="T38" fmla="*/ 49480345 w 178"/>
                <a:gd name="T39" fmla="*/ 398075741 h 298"/>
                <a:gd name="T40" fmla="*/ 44532055 w 178"/>
                <a:gd name="T41" fmla="*/ 379268616 h 298"/>
                <a:gd name="T42" fmla="*/ 42883054 w 178"/>
                <a:gd name="T43" fmla="*/ 373000409 h 298"/>
                <a:gd name="T44" fmla="*/ 16493875 w 178"/>
                <a:gd name="T45" fmla="*/ 369865680 h 298"/>
                <a:gd name="T46" fmla="*/ 6597294 w 178"/>
                <a:gd name="T47" fmla="*/ 344790348 h 298"/>
                <a:gd name="T48" fmla="*/ 0 w 178"/>
                <a:gd name="T49" fmla="*/ 347923826 h 298"/>
                <a:gd name="T50" fmla="*/ 1649002 w 178"/>
                <a:gd name="T51" fmla="*/ 341655619 h 298"/>
                <a:gd name="T52" fmla="*/ 13194587 w 178"/>
                <a:gd name="T53" fmla="*/ 307176021 h 298"/>
                <a:gd name="T54" fmla="*/ 31337463 w 178"/>
                <a:gd name="T55" fmla="*/ 282100689 h 298"/>
                <a:gd name="T56" fmla="*/ 47831343 w 178"/>
                <a:gd name="T57" fmla="*/ 258592722 h 298"/>
                <a:gd name="T58" fmla="*/ 79168796 w 178"/>
                <a:gd name="T59" fmla="*/ 249188534 h 298"/>
                <a:gd name="T60" fmla="*/ 102259977 w 178"/>
                <a:gd name="T61" fmla="*/ 272697753 h 298"/>
                <a:gd name="T62" fmla="*/ 127000139 w 178"/>
                <a:gd name="T63" fmla="*/ 241352962 h 298"/>
                <a:gd name="T64" fmla="*/ 140194721 w 178"/>
                <a:gd name="T65" fmla="*/ 203739965 h 298"/>
                <a:gd name="T66" fmla="*/ 153389303 w 178"/>
                <a:gd name="T67" fmla="*/ 183365475 h 298"/>
                <a:gd name="T68" fmla="*/ 166583885 w 178"/>
                <a:gd name="T69" fmla="*/ 150453281 h 298"/>
                <a:gd name="T70" fmla="*/ 181428793 w 178"/>
                <a:gd name="T71" fmla="*/ 120675855 h 298"/>
                <a:gd name="T72" fmla="*/ 196272377 w 178"/>
                <a:gd name="T73" fmla="*/ 90899681 h 298"/>
                <a:gd name="T74" fmla="*/ 222661541 w 178"/>
                <a:gd name="T75" fmla="*/ 67390443 h 298"/>
                <a:gd name="T76" fmla="*/ 232558120 w 178"/>
                <a:gd name="T77" fmla="*/ 45449841 h 298"/>
                <a:gd name="T78" fmla="*/ 214415248 w 178"/>
                <a:gd name="T79" fmla="*/ 29777436 h 298"/>
                <a:gd name="T80" fmla="*/ 207817957 w 178"/>
                <a:gd name="T81" fmla="*/ 0 h 298"/>
                <a:gd name="T82" fmla="*/ 222661541 w 178"/>
                <a:gd name="T83" fmla="*/ 0 h 298"/>
                <a:gd name="T84" fmla="*/ 244103700 w 178"/>
                <a:gd name="T85" fmla="*/ 40747737 h 298"/>
                <a:gd name="T86" fmla="*/ 245752702 w 178"/>
                <a:gd name="T87" fmla="*/ 86197587 h 298"/>
                <a:gd name="T88" fmla="*/ 272143150 w 178"/>
                <a:gd name="T89" fmla="*/ 126945314 h 29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78"/>
                <a:gd name="T136" fmla="*/ 0 h 298"/>
                <a:gd name="T137" fmla="*/ 178 w 178"/>
                <a:gd name="T138" fmla="*/ 298 h 29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78" h="298">
                  <a:moveTo>
                    <a:pt x="165" y="81"/>
                  </a:moveTo>
                  <a:lnTo>
                    <a:pt x="139" y="81"/>
                  </a:lnTo>
                  <a:lnTo>
                    <a:pt x="126" y="87"/>
                  </a:lnTo>
                  <a:lnTo>
                    <a:pt x="146" y="112"/>
                  </a:lnTo>
                  <a:lnTo>
                    <a:pt x="161" y="146"/>
                  </a:lnTo>
                  <a:lnTo>
                    <a:pt x="149" y="167"/>
                  </a:lnTo>
                  <a:lnTo>
                    <a:pt x="138" y="189"/>
                  </a:lnTo>
                  <a:lnTo>
                    <a:pt x="146" y="225"/>
                  </a:lnTo>
                  <a:lnTo>
                    <a:pt x="158" y="244"/>
                  </a:lnTo>
                  <a:lnTo>
                    <a:pt x="171" y="263"/>
                  </a:lnTo>
                  <a:lnTo>
                    <a:pt x="178" y="286"/>
                  </a:lnTo>
                  <a:lnTo>
                    <a:pt x="174" y="298"/>
                  </a:lnTo>
                  <a:lnTo>
                    <a:pt x="154" y="293"/>
                  </a:lnTo>
                  <a:lnTo>
                    <a:pt x="133" y="287"/>
                  </a:lnTo>
                  <a:lnTo>
                    <a:pt x="112" y="287"/>
                  </a:lnTo>
                  <a:lnTo>
                    <a:pt x="88" y="287"/>
                  </a:lnTo>
                  <a:lnTo>
                    <a:pt x="65" y="287"/>
                  </a:lnTo>
                  <a:lnTo>
                    <a:pt x="48" y="284"/>
                  </a:lnTo>
                  <a:lnTo>
                    <a:pt x="30" y="282"/>
                  </a:lnTo>
                  <a:lnTo>
                    <a:pt x="30" y="254"/>
                  </a:lnTo>
                  <a:lnTo>
                    <a:pt x="27" y="242"/>
                  </a:lnTo>
                  <a:lnTo>
                    <a:pt x="26" y="238"/>
                  </a:lnTo>
                  <a:lnTo>
                    <a:pt x="10" y="236"/>
                  </a:lnTo>
                  <a:lnTo>
                    <a:pt x="4" y="220"/>
                  </a:lnTo>
                  <a:lnTo>
                    <a:pt x="0" y="222"/>
                  </a:lnTo>
                  <a:lnTo>
                    <a:pt x="1" y="218"/>
                  </a:lnTo>
                  <a:lnTo>
                    <a:pt x="8" y="196"/>
                  </a:lnTo>
                  <a:lnTo>
                    <a:pt x="19" y="180"/>
                  </a:lnTo>
                  <a:lnTo>
                    <a:pt x="29" y="165"/>
                  </a:lnTo>
                  <a:lnTo>
                    <a:pt x="48" y="159"/>
                  </a:lnTo>
                  <a:lnTo>
                    <a:pt x="62" y="174"/>
                  </a:lnTo>
                  <a:lnTo>
                    <a:pt x="77" y="154"/>
                  </a:lnTo>
                  <a:lnTo>
                    <a:pt x="85" y="130"/>
                  </a:lnTo>
                  <a:lnTo>
                    <a:pt x="93" y="117"/>
                  </a:lnTo>
                  <a:lnTo>
                    <a:pt x="101" y="96"/>
                  </a:lnTo>
                  <a:lnTo>
                    <a:pt x="110" y="77"/>
                  </a:lnTo>
                  <a:lnTo>
                    <a:pt x="119" y="58"/>
                  </a:lnTo>
                  <a:lnTo>
                    <a:pt x="135" y="43"/>
                  </a:lnTo>
                  <a:lnTo>
                    <a:pt x="141" y="29"/>
                  </a:lnTo>
                  <a:lnTo>
                    <a:pt x="130" y="19"/>
                  </a:lnTo>
                  <a:lnTo>
                    <a:pt x="126" y="0"/>
                  </a:lnTo>
                  <a:lnTo>
                    <a:pt x="135" y="0"/>
                  </a:lnTo>
                  <a:lnTo>
                    <a:pt x="148" y="26"/>
                  </a:lnTo>
                  <a:lnTo>
                    <a:pt x="149" y="55"/>
                  </a:lnTo>
                  <a:lnTo>
                    <a:pt x="165" y="8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="" xmlns:a16="http://schemas.microsoft.com/office/drawing/2014/main" id="{A74E103C-3A80-4FA6-A01C-8D83DFD9C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931" y="3395663"/>
              <a:ext cx="87313" cy="26987"/>
            </a:xfrm>
            <a:custGeom>
              <a:avLst/>
              <a:gdLst>
                <a:gd name="T0" fmla="*/ 5095429 w 67"/>
                <a:gd name="T1" fmla="*/ 16139645 h 19"/>
                <a:gd name="T2" fmla="*/ 0 w 67"/>
                <a:gd name="T3" fmla="*/ 38331478 h 19"/>
                <a:gd name="T4" fmla="*/ 30568669 w 67"/>
                <a:gd name="T5" fmla="*/ 26227103 h 19"/>
                <a:gd name="T6" fmla="*/ 62836682 w 67"/>
                <a:gd name="T7" fmla="*/ 14122723 h 19"/>
                <a:gd name="T8" fmla="*/ 113784466 w 67"/>
                <a:gd name="T9" fmla="*/ 26227103 h 19"/>
                <a:gd name="T10" fmla="*/ 105292955 w 67"/>
                <a:gd name="T11" fmla="*/ 14122723 h 19"/>
                <a:gd name="T12" fmla="*/ 54345171 w 67"/>
                <a:gd name="T13" fmla="*/ 0 h 19"/>
                <a:gd name="T14" fmla="*/ 50947784 w 67"/>
                <a:gd name="T15" fmla="*/ 12104380 h 19"/>
                <a:gd name="T16" fmla="*/ 8491514 w 67"/>
                <a:gd name="T17" fmla="*/ 12104380 h 19"/>
                <a:gd name="T18" fmla="*/ 8491514 w 67"/>
                <a:gd name="T19" fmla="*/ 16139645 h 19"/>
                <a:gd name="T20" fmla="*/ 45853659 w 67"/>
                <a:gd name="T21" fmla="*/ 16139645 h 19"/>
                <a:gd name="T22" fmla="*/ 23776502 w 67"/>
                <a:gd name="T23" fmla="*/ 28244026 h 19"/>
                <a:gd name="T24" fmla="*/ 5095429 w 67"/>
                <a:gd name="T25" fmla="*/ 16139645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7"/>
                <a:gd name="T40" fmla="*/ 0 h 19"/>
                <a:gd name="T41" fmla="*/ 67 w 67"/>
                <a:gd name="T42" fmla="*/ 19 h 1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7" h="19">
                  <a:moveTo>
                    <a:pt x="3" y="8"/>
                  </a:moveTo>
                  <a:lnTo>
                    <a:pt x="0" y="19"/>
                  </a:lnTo>
                  <a:lnTo>
                    <a:pt x="18" y="13"/>
                  </a:lnTo>
                  <a:lnTo>
                    <a:pt x="37" y="7"/>
                  </a:lnTo>
                  <a:lnTo>
                    <a:pt x="67" y="13"/>
                  </a:lnTo>
                  <a:lnTo>
                    <a:pt x="62" y="7"/>
                  </a:lnTo>
                  <a:lnTo>
                    <a:pt x="32" y="0"/>
                  </a:lnTo>
                  <a:lnTo>
                    <a:pt x="30" y="6"/>
                  </a:lnTo>
                  <a:lnTo>
                    <a:pt x="5" y="6"/>
                  </a:lnTo>
                  <a:lnTo>
                    <a:pt x="5" y="8"/>
                  </a:lnTo>
                  <a:lnTo>
                    <a:pt x="27" y="8"/>
                  </a:lnTo>
                  <a:lnTo>
                    <a:pt x="14" y="14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="" xmlns:a16="http://schemas.microsoft.com/office/drawing/2014/main" id="{6FA8C42B-A859-467B-A320-124211C22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7219" y="3484563"/>
              <a:ext cx="127000" cy="212725"/>
            </a:xfrm>
            <a:custGeom>
              <a:avLst/>
              <a:gdLst>
                <a:gd name="T0" fmla="*/ 139524438 w 102"/>
                <a:gd name="T1" fmla="*/ 229274494 h 168"/>
                <a:gd name="T2" fmla="*/ 113169456 w 102"/>
                <a:gd name="T3" fmla="*/ 238893966 h 168"/>
                <a:gd name="T4" fmla="*/ 88365865 w 102"/>
                <a:gd name="T5" fmla="*/ 248513438 h 168"/>
                <a:gd name="T6" fmla="*/ 63561010 w 102"/>
                <a:gd name="T7" fmla="*/ 259737210 h 168"/>
                <a:gd name="T8" fmla="*/ 35655872 w 102"/>
                <a:gd name="T9" fmla="*/ 269356681 h 168"/>
                <a:gd name="T10" fmla="*/ 1550147 w 102"/>
                <a:gd name="T11" fmla="*/ 256529875 h 168"/>
                <a:gd name="T12" fmla="*/ 15502716 w 102"/>
                <a:gd name="T13" fmla="*/ 248513438 h 168"/>
                <a:gd name="T14" fmla="*/ 6200589 w 102"/>
                <a:gd name="T15" fmla="*/ 214844654 h 168"/>
                <a:gd name="T16" fmla="*/ 0 w 102"/>
                <a:gd name="T17" fmla="*/ 184380672 h 168"/>
                <a:gd name="T18" fmla="*/ 13952569 w 102"/>
                <a:gd name="T19" fmla="*/ 153917917 h 168"/>
                <a:gd name="T20" fmla="*/ 24804845 w 102"/>
                <a:gd name="T21" fmla="*/ 123455202 h 168"/>
                <a:gd name="T22" fmla="*/ 18603009 w 102"/>
                <a:gd name="T23" fmla="*/ 70546189 h 168"/>
                <a:gd name="T24" fmla="*/ 15502716 w 102"/>
                <a:gd name="T25" fmla="*/ 38479163 h 168"/>
                <a:gd name="T26" fmla="*/ 13952569 w 102"/>
                <a:gd name="T27" fmla="*/ 8016440 h 168"/>
                <a:gd name="T28" fmla="*/ 55810277 w 102"/>
                <a:gd name="T29" fmla="*/ 4810370 h 168"/>
                <a:gd name="T30" fmla="*/ 99216892 w 102"/>
                <a:gd name="T31" fmla="*/ 4810370 h 168"/>
                <a:gd name="T32" fmla="*/ 108519016 w 102"/>
                <a:gd name="T33" fmla="*/ 0 h 168"/>
                <a:gd name="T34" fmla="*/ 114719603 w 102"/>
                <a:gd name="T35" fmla="*/ 14429846 h 168"/>
                <a:gd name="T36" fmla="*/ 128672167 w 102"/>
                <a:gd name="T37" fmla="*/ 51305979 h 168"/>
                <a:gd name="T38" fmla="*/ 128672167 w 102"/>
                <a:gd name="T39" fmla="*/ 70546189 h 168"/>
                <a:gd name="T40" fmla="*/ 130222314 w 102"/>
                <a:gd name="T41" fmla="*/ 101008924 h 168"/>
                <a:gd name="T42" fmla="*/ 137974292 w 102"/>
                <a:gd name="T43" fmla="*/ 126661270 h 168"/>
                <a:gd name="T44" fmla="*/ 137974292 w 102"/>
                <a:gd name="T45" fmla="*/ 161934355 h 168"/>
                <a:gd name="T46" fmla="*/ 139524438 w 102"/>
                <a:gd name="T47" fmla="*/ 194001410 h 168"/>
                <a:gd name="T48" fmla="*/ 158127443 w 102"/>
                <a:gd name="T49" fmla="*/ 213240353 h 168"/>
                <a:gd name="T50" fmla="*/ 139524438 w 102"/>
                <a:gd name="T51" fmla="*/ 229274494 h 168"/>
                <a:gd name="T52" fmla="*/ 125571874 w 102"/>
                <a:gd name="T53" fmla="*/ 218050722 h 168"/>
                <a:gd name="T54" fmla="*/ 139524438 w 102"/>
                <a:gd name="T55" fmla="*/ 229274494 h 16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02"/>
                <a:gd name="T85" fmla="*/ 0 h 168"/>
                <a:gd name="T86" fmla="*/ 102 w 102"/>
                <a:gd name="T87" fmla="*/ 168 h 16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02" h="168">
                  <a:moveTo>
                    <a:pt x="90" y="143"/>
                  </a:moveTo>
                  <a:lnTo>
                    <a:pt x="73" y="149"/>
                  </a:lnTo>
                  <a:lnTo>
                    <a:pt x="57" y="155"/>
                  </a:lnTo>
                  <a:lnTo>
                    <a:pt x="41" y="162"/>
                  </a:lnTo>
                  <a:lnTo>
                    <a:pt x="23" y="168"/>
                  </a:lnTo>
                  <a:lnTo>
                    <a:pt x="1" y="160"/>
                  </a:lnTo>
                  <a:lnTo>
                    <a:pt x="10" y="155"/>
                  </a:lnTo>
                  <a:lnTo>
                    <a:pt x="4" y="134"/>
                  </a:lnTo>
                  <a:lnTo>
                    <a:pt x="0" y="115"/>
                  </a:lnTo>
                  <a:lnTo>
                    <a:pt x="9" y="96"/>
                  </a:lnTo>
                  <a:lnTo>
                    <a:pt x="16" y="77"/>
                  </a:lnTo>
                  <a:lnTo>
                    <a:pt x="12" y="44"/>
                  </a:lnTo>
                  <a:lnTo>
                    <a:pt x="10" y="24"/>
                  </a:lnTo>
                  <a:lnTo>
                    <a:pt x="9" y="5"/>
                  </a:lnTo>
                  <a:lnTo>
                    <a:pt x="36" y="3"/>
                  </a:lnTo>
                  <a:lnTo>
                    <a:pt x="64" y="3"/>
                  </a:lnTo>
                  <a:lnTo>
                    <a:pt x="70" y="0"/>
                  </a:lnTo>
                  <a:lnTo>
                    <a:pt x="74" y="9"/>
                  </a:lnTo>
                  <a:lnTo>
                    <a:pt x="83" y="32"/>
                  </a:lnTo>
                  <a:lnTo>
                    <a:pt x="83" y="44"/>
                  </a:lnTo>
                  <a:lnTo>
                    <a:pt x="84" y="63"/>
                  </a:lnTo>
                  <a:lnTo>
                    <a:pt x="89" y="79"/>
                  </a:lnTo>
                  <a:lnTo>
                    <a:pt x="89" y="101"/>
                  </a:lnTo>
                  <a:lnTo>
                    <a:pt x="90" y="121"/>
                  </a:lnTo>
                  <a:lnTo>
                    <a:pt x="102" y="133"/>
                  </a:lnTo>
                  <a:lnTo>
                    <a:pt x="90" y="143"/>
                  </a:lnTo>
                  <a:lnTo>
                    <a:pt x="81" y="136"/>
                  </a:lnTo>
                  <a:lnTo>
                    <a:pt x="90" y="14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="" xmlns:a16="http://schemas.microsoft.com/office/drawing/2014/main" id="{BE689CB4-321F-4A25-B8D6-A8B8AE166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4319" y="3436938"/>
              <a:ext cx="211137" cy="174625"/>
            </a:xfrm>
            <a:custGeom>
              <a:avLst/>
              <a:gdLst>
                <a:gd name="T0" fmla="*/ 238499342 w 168"/>
                <a:gd name="T1" fmla="*/ 49905855 h 142"/>
                <a:gd name="T2" fmla="*/ 233761329 w 168"/>
                <a:gd name="T3" fmla="*/ 63516761 h 142"/>
                <a:gd name="T4" fmla="*/ 238499342 w 168"/>
                <a:gd name="T5" fmla="*/ 65028128 h 142"/>
                <a:gd name="T6" fmla="*/ 255872894 w 168"/>
                <a:gd name="T7" fmla="*/ 101323077 h 142"/>
                <a:gd name="T8" fmla="*/ 254294394 w 168"/>
                <a:gd name="T9" fmla="*/ 131570081 h 142"/>
                <a:gd name="T10" fmla="*/ 259032407 w 168"/>
                <a:gd name="T11" fmla="*/ 137619236 h 142"/>
                <a:gd name="T12" fmla="*/ 260612164 w 168"/>
                <a:gd name="T13" fmla="*/ 145179758 h 142"/>
                <a:gd name="T14" fmla="*/ 265350177 w 168"/>
                <a:gd name="T15" fmla="*/ 160303260 h 142"/>
                <a:gd name="T16" fmla="*/ 263770421 w 168"/>
                <a:gd name="T17" fmla="*/ 169376416 h 142"/>
                <a:gd name="T18" fmla="*/ 247976625 w 168"/>
                <a:gd name="T19" fmla="*/ 170889012 h 142"/>
                <a:gd name="T20" fmla="*/ 254294394 w 168"/>
                <a:gd name="T21" fmla="*/ 189036477 h 142"/>
                <a:gd name="T22" fmla="*/ 240079098 w 168"/>
                <a:gd name="T23" fmla="*/ 201134787 h 142"/>
                <a:gd name="T24" fmla="*/ 238499342 w 168"/>
                <a:gd name="T25" fmla="*/ 204159979 h 142"/>
                <a:gd name="T26" fmla="*/ 229022059 w 168"/>
                <a:gd name="T27" fmla="*/ 205671346 h 142"/>
                <a:gd name="T28" fmla="*/ 213228263 w 168"/>
                <a:gd name="T29" fmla="*/ 214745693 h 142"/>
                <a:gd name="T30" fmla="*/ 203750980 w 168"/>
                <a:gd name="T31" fmla="*/ 205671346 h 142"/>
                <a:gd name="T32" fmla="*/ 192695197 w 168"/>
                <a:gd name="T33" fmla="*/ 166352453 h 142"/>
                <a:gd name="T34" fmla="*/ 172162131 w 168"/>
                <a:gd name="T35" fmla="*/ 166352453 h 142"/>
                <a:gd name="T36" fmla="*/ 157946796 w 168"/>
                <a:gd name="T37" fmla="*/ 170889012 h 142"/>
                <a:gd name="T38" fmla="*/ 162684809 w 168"/>
                <a:gd name="T39" fmla="*/ 145179758 h 142"/>
                <a:gd name="T40" fmla="*/ 137413730 w 168"/>
                <a:gd name="T41" fmla="*/ 107373461 h 142"/>
                <a:gd name="T42" fmla="*/ 88450072 w 168"/>
                <a:gd name="T43" fmla="*/ 117959175 h 142"/>
                <a:gd name="T44" fmla="*/ 61599217 w 168"/>
                <a:gd name="T45" fmla="*/ 145179758 h 142"/>
                <a:gd name="T46" fmla="*/ 58439704 w 168"/>
                <a:gd name="T47" fmla="*/ 133081448 h 142"/>
                <a:gd name="T48" fmla="*/ 50543434 w 168"/>
                <a:gd name="T49" fmla="*/ 120983138 h 142"/>
                <a:gd name="T50" fmla="*/ 42645908 w 168"/>
                <a:gd name="T51" fmla="*/ 113422616 h 142"/>
                <a:gd name="T52" fmla="*/ 34748372 w 168"/>
                <a:gd name="T53" fmla="*/ 105860865 h 142"/>
                <a:gd name="T54" fmla="*/ 12635544 w 168"/>
                <a:gd name="T55" fmla="*/ 83175612 h 142"/>
                <a:gd name="T56" fmla="*/ 15795058 w 168"/>
                <a:gd name="T57" fmla="*/ 74102475 h 142"/>
                <a:gd name="T58" fmla="*/ 11055788 w 168"/>
                <a:gd name="T59" fmla="*/ 77126438 h 142"/>
                <a:gd name="T60" fmla="*/ 6317772 w 168"/>
                <a:gd name="T61" fmla="*/ 65028128 h 142"/>
                <a:gd name="T62" fmla="*/ 0 w 168"/>
                <a:gd name="T63" fmla="*/ 69565916 h 142"/>
                <a:gd name="T64" fmla="*/ 9477285 w 168"/>
                <a:gd name="T65" fmla="*/ 52929818 h 142"/>
                <a:gd name="T66" fmla="*/ 41066141 w 168"/>
                <a:gd name="T67" fmla="*/ 40831508 h 142"/>
                <a:gd name="T68" fmla="*/ 42645908 w 168"/>
                <a:gd name="T69" fmla="*/ 16634874 h 142"/>
                <a:gd name="T70" fmla="*/ 47383921 w 168"/>
                <a:gd name="T71" fmla="*/ 0 h 142"/>
                <a:gd name="T72" fmla="*/ 80552526 w 168"/>
                <a:gd name="T73" fmla="*/ 9074350 h 142"/>
                <a:gd name="T74" fmla="*/ 132675717 w 168"/>
                <a:gd name="T75" fmla="*/ 10585719 h 142"/>
                <a:gd name="T76" fmla="*/ 127936447 w 168"/>
                <a:gd name="T77" fmla="*/ 21172667 h 142"/>
                <a:gd name="T78" fmla="*/ 151629026 w 168"/>
                <a:gd name="T79" fmla="*/ 21172667 h 142"/>
                <a:gd name="T80" fmla="*/ 162684809 w 168"/>
                <a:gd name="T81" fmla="*/ 25709226 h 142"/>
                <a:gd name="T82" fmla="*/ 184797671 w 168"/>
                <a:gd name="T83" fmla="*/ 24196629 h 142"/>
                <a:gd name="T84" fmla="*/ 208488993 w 168"/>
                <a:gd name="T85" fmla="*/ 15123507 h 142"/>
                <a:gd name="T86" fmla="*/ 214806763 w 168"/>
                <a:gd name="T87" fmla="*/ 9074350 h 142"/>
                <a:gd name="T88" fmla="*/ 224284046 w 168"/>
                <a:gd name="T89" fmla="*/ 40831508 h 142"/>
                <a:gd name="T90" fmla="*/ 238499342 w 168"/>
                <a:gd name="T91" fmla="*/ 49905855 h 14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68"/>
                <a:gd name="T139" fmla="*/ 0 h 142"/>
                <a:gd name="T140" fmla="*/ 168 w 168"/>
                <a:gd name="T141" fmla="*/ 142 h 14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68" h="142">
                  <a:moveTo>
                    <a:pt x="151" y="33"/>
                  </a:moveTo>
                  <a:lnTo>
                    <a:pt x="148" y="42"/>
                  </a:lnTo>
                  <a:lnTo>
                    <a:pt x="151" y="43"/>
                  </a:lnTo>
                  <a:lnTo>
                    <a:pt x="162" y="67"/>
                  </a:lnTo>
                  <a:lnTo>
                    <a:pt x="161" y="87"/>
                  </a:lnTo>
                  <a:lnTo>
                    <a:pt x="164" y="91"/>
                  </a:lnTo>
                  <a:lnTo>
                    <a:pt x="165" y="96"/>
                  </a:lnTo>
                  <a:lnTo>
                    <a:pt x="168" y="106"/>
                  </a:lnTo>
                  <a:lnTo>
                    <a:pt x="167" y="112"/>
                  </a:lnTo>
                  <a:lnTo>
                    <a:pt x="157" y="113"/>
                  </a:lnTo>
                  <a:lnTo>
                    <a:pt x="161" y="125"/>
                  </a:lnTo>
                  <a:lnTo>
                    <a:pt x="152" y="133"/>
                  </a:lnTo>
                  <a:lnTo>
                    <a:pt x="151" y="135"/>
                  </a:lnTo>
                  <a:lnTo>
                    <a:pt x="145" y="136"/>
                  </a:lnTo>
                  <a:lnTo>
                    <a:pt x="135" y="142"/>
                  </a:lnTo>
                  <a:lnTo>
                    <a:pt x="129" y="136"/>
                  </a:lnTo>
                  <a:lnTo>
                    <a:pt x="122" y="110"/>
                  </a:lnTo>
                  <a:lnTo>
                    <a:pt x="109" y="110"/>
                  </a:lnTo>
                  <a:lnTo>
                    <a:pt x="100" y="113"/>
                  </a:lnTo>
                  <a:lnTo>
                    <a:pt x="103" y="96"/>
                  </a:lnTo>
                  <a:lnTo>
                    <a:pt x="87" y="71"/>
                  </a:lnTo>
                  <a:lnTo>
                    <a:pt x="56" y="78"/>
                  </a:lnTo>
                  <a:lnTo>
                    <a:pt x="39" y="96"/>
                  </a:lnTo>
                  <a:lnTo>
                    <a:pt x="37" y="88"/>
                  </a:lnTo>
                  <a:lnTo>
                    <a:pt x="32" y="80"/>
                  </a:lnTo>
                  <a:lnTo>
                    <a:pt x="27" y="75"/>
                  </a:lnTo>
                  <a:lnTo>
                    <a:pt x="22" y="70"/>
                  </a:lnTo>
                  <a:lnTo>
                    <a:pt x="8" y="55"/>
                  </a:lnTo>
                  <a:lnTo>
                    <a:pt x="10" y="49"/>
                  </a:lnTo>
                  <a:lnTo>
                    <a:pt x="7" y="51"/>
                  </a:lnTo>
                  <a:lnTo>
                    <a:pt x="4" y="43"/>
                  </a:lnTo>
                  <a:lnTo>
                    <a:pt x="0" y="46"/>
                  </a:lnTo>
                  <a:lnTo>
                    <a:pt x="6" y="35"/>
                  </a:lnTo>
                  <a:lnTo>
                    <a:pt x="26" y="27"/>
                  </a:lnTo>
                  <a:lnTo>
                    <a:pt x="27" y="11"/>
                  </a:lnTo>
                  <a:lnTo>
                    <a:pt x="30" y="0"/>
                  </a:lnTo>
                  <a:lnTo>
                    <a:pt x="51" y="6"/>
                  </a:lnTo>
                  <a:lnTo>
                    <a:pt x="84" y="7"/>
                  </a:lnTo>
                  <a:lnTo>
                    <a:pt x="81" y="14"/>
                  </a:lnTo>
                  <a:lnTo>
                    <a:pt x="96" y="14"/>
                  </a:lnTo>
                  <a:lnTo>
                    <a:pt x="103" y="17"/>
                  </a:lnTo>
                  <a:lnTo>
                    <a:pt x="117" y="16"/>
                  </a:lnTo>
                  <a:lnTo>
                    <a:pt x="132" y="10"/>
                  </a:lnTo>
                  <a:lnTo>
                    <a:pt x="136" y="6"/>
                  </a:lnTo>
                  <a:lnTo>
                    <a:pt x="142" y="27"/>
                  </a:lnTo>
                  <a:lnTo>
                    <a:pt x="151" y="3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="" xmlns:a16="http://schemas.microsoft.com/office/drawing/2014/main" id="{182DC655-8743-4CD5-AC53-2D53EEE5D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931" y="3436938"/>
              <a:ext cx="90488" cy="57150"/>
            </a:xfrm>
            <a:custGeom>
              <a:avLst/>
              <a:gdLst>
                <a:gd name="T0" fmla="*/ 58486267 w 70"/>
                <a:gd name="T1" fmla="*/ 41676022 h 46"/>
                <a:gd name="T2" fmla="*/ 53473234 w 70"/>
                <a:gd name="T3" fmla="*/ 54024145 h 46"/>
                <a:gd name="T4" fmla="*/ 61827858 w 70"/>
                <a:gd name="T5" fmla="*/ 64827976 h 46"/>
                <a:gd name="T6" fmla="*/ 66840891 w 70"/>
                <a:gd name="T7" fmla="*/ 71002659 h 46"/>
                <a:gd name="T8" fmla="*/ 76868250 w 70"/>
                <a:gd name="T9" fmla="*/ 54024145 h 46"/>
                <a:gd name="T10" fmla="*/ 110288059 w 70"/>
                <a:gd name="T11" fmla="*/ 41676022 h 46"/>
                <a:gd name="T12" fmla="*/ 111959501 w 70"/>
                <a:gd name="T13" fmla="*/ 16978519 h 46"/>
                <a:gd name="T14" fmla="*/ 116972534 w 70"/>
                <a:gd name="T15" fmla="*/ 0 h 46"/>
                <a:gd name="T16" fmla="*/ 85222894 w 70"/>
                <a:gd name="T17" fmla="*/ 1543050 h 46"/>
                <a:gd name="T18" fmla="*/ 51801792 w 70"/>
                <a:gd name="T19" fmla="*/ 6174685 h 46"/>
                <a:gd name="T20" fmla="*/ 0 w 70"/>
                <a:gd name="T21" fmla="*/ 15435469 h 46"/>
                <a:gd name="T22" fmla="*/ 20052137 w 70"/>
                <a:gd name="T23" fmla="*/ 15435469 h 46"/>
                <a:gd name="T24" fmla="*/ 15039104 w 70"/>
                <a:gd name="T25" fmla="*/ 24696256 h 46"/>
                <a:gd name="T26" fmla="*/ 35091241 w 70"/>
                <a:gd name="T27" fmla="*/ 29326647 h 46"/>
                <a:gd name="T28" fmla="*/ 31749650 w 70"/>
                <a:gd name="T29" fmla="*/ 33958280 h 46"/>
                <a:gd name="T30" fmla="*/ 58486267 w 70"/>
                <a:gd name="T31" fmla="*/ 30870939 h 46"/>
                <a:gd name="T32" fmla="*/ 66840891 w 70"/>
                <a:gd name="T33" fmla="*/ 37044379 h 46"/>
                <a:gd name="T34" fmla="*/ 46788759 w 70"/>
                <a:gd name="T35" fmla="*/ 40131720 h 46"/>
                <a:gd name="T36" fmla="*/ 58486267 w 70"/>
                <a:gd name="T37" fmla="*/ 41676022 h 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0"/>
                <a:gd name="T58" fmla="*/ 0 h 46"/>
                <a:gd name="T59" fmla="*/ 70 w 70"/>
                <a:gd name="T60" fmla="*/ 46 h 4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0" h="46">
                  <a:moveTo>
                    <a:pt x="35" y="27"/>
                  </a:moveTo>
                  <a:lnTo>
                    <a:pt x="32" y="35"/>
                  </a:lnTo>
                  <a:lnTo>
                    <a:pt x="37" y="42"/>
                  </a:lnTo>
                  <a:lnTo>
                    <a:pt x="40" y="46"/>
                  </a:lnTo>
                  <a:lnTo>
                    <a:pt x="46" y="35"/>
                  </a:lnTo>
                  <a:lnTo>
                    <a:pt x="66" y="27"/>
                  </a:lnTo>
                  <a:lnTo>
                    <a:pt x="67" y="11"/>
                  </a:lnTo>
                  <a:lnTo>
                    <a:pt x="70" y="0"/>
                  </a:lnTo>
                  <a:lnTo>
                    <a:pt x="51" y="1"/>
                  </a:lnTo>
                  <a:lnTo>
                    <a:pt x="31" y="4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9" y="16"/>
                  </a:lnTo>
                  <a:lnTo>
                    <a:pt x="21" y="19"/>
                  </a:lnTo>
                  <a:lnTo>
                    <a:pt x="19" y="22"/>
                  </a:lnTo>
                  <a:lnTo>
                    <a:pt x="35" y="20"/>
                  </a:lnTo>
                  <a:lnTo>
                    <a:pt x="40" y="24"/>
                  </a:lnTo>
                  <a:lnTo>
                    <a:pt x="28" y="26"/>
                  </a:lnTo>
                  <a:lnTo>
                    <a:pt x="35" y="2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="" xmlns:a16="http://schemas.microsoft.com/office/drawing/2014/main" id="{87472E9E-BA62-4F71-8781-6D270815B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3231" y="3498850"/>
              <a:ext cx="176213" cy="212725"/>
            </a:xfrm>
            <a:custGeom>
              <a:avLst/>
              <a:gdLst>
                <a:gd name="T0" fmla="*/ 127178524 w 138"/>
                <a:gd name="T1" fmla="*/ 19471341 h 167"/>
                <a:gd name="T2" fmla="*/ 110873721 w 138"/>
                <a:gd name="T3" fmla="*/ 11358497 h 167"/>
                <a:gd name="T4" fmla="*/ 88046486 w 138"/>
                <a:gd name="T5" fmla="*/ 16225694 h 167"/>
                <a:gd name="T6" fmla="*/ 79893427 w 138"/>
                <a:gd name="T7" fmla="*/ 0 h 167"/>
                <a:gd name="T8" fmla="*/ 68480448 w 138"/>
                <a:gd name="T9" fmla="*/ 9735671 h 167"/>
                <a:gd name="T10" fmla="*/ 48914429 w 138"/>
                <a:gd name="T11" fmla="*/ 21092896 h 167"/>
                <a:gd name="T12" fmla="*/ 27717792 w 138"/>
                <a:gd name="T13" fmla="*/ 14602870 h 167"/>
                <a:gd name="T14" fmla="*/ 17935416 w 138"/>
                <a:gd name="T15" fmla="*/ 24338543 h 167"/>
                <a:gd name="T16" fmla="*/ 16304808 w 138"/>
                <a:gd name="T17" fmla="*/ 56789931 h 167"/>
                <a:gd name="T18" fmla="*/ 21196637 w 138"/>
                <a:gd name="T19" fmla="*/ 63279952 h 167"/>
                <a:gd name="T20" fmla="*/ 22827245 w 138"/>
                <a:gd name="T21" fmla="*/ 71392797 h 167"/>
                <a:gd name="T22" fmla="*/ 27717792 w 138"/>
                <a:gd name="T23" fmla="*/ 87618506 h 167"/>
                <a:gd name="T24" fmla="*/ 26087184 w 138"/>
                <a:gd name="T25" fmla="*/ 97354174 h 167"/>
                <a:gd name="T26" fmla="*/ 9782373 w 138"/>
                <a:gd name="T27" fmla="*/ 98976997 h 167"/>
                <a:gd name="T28" fmla="*/ 16304808 w 138"/>
                <a:gd name="T29" fmla="*/ 118448334 h 167"/>
                <a:gd name="T30" fmla="*/ 1630609 w 138"/>
                <a:gd name="T31" fmla="*/ 131428375 h 167"/>
                <a:gd name="T32" fmla="*/ 0 w 138"/>
                <a:gd name="T33" fmla="*/ 134674023 h 167"/>
                <a:gd name="T34" fmla="*/ 0 w 138"/>
                <a:gd name="T35" fmla="*/ 175238285 h 167"/>
                <a:gd name="T36" fmla="*/ 0 w 138"/>
                <a:gd name="T37" fmla="*/ 181728306 h 167"/>
                <a:gd name="T38" fmla="*/ 26087184 w 138"/>
                <a:gd name="T39" fmla="*/ 202821192 h 167"/>
                <a:gd name="T40" fmla="*/ 40762656 w 138"/>
                <a:gd name="T41" fmla="*/ 219046881 h 167"/>
                <a:gd name="T42" fmla="*/ 35870832 w 138"/>
                <a:gd name="T43" fmla="*/ 270969595 h 167"/>
                <a:gd name="T44" fmla="*/ 83154642 w 138"/>
                <a:gd name="T45" fmla="*/ 254743906 h 167"/>
                <a:gd name="T46" fmla="*/ 130438463 w 138"/>
                <a:gd name="T47" fmla="*/ 238518217 h 167"/>
                <a:gd name="T48" fmla="*/ 120656092 w 138"/>
                <a:gd name="T49" fmla="*/ 235272570 h 167"/>
                <a:gd name="T50" fmla="*/ 167939933 w 138"/>
                <a:gd name="T51" fmla="*/ 233651020 h 167"/>
                <a:gd name="T52" fmla="*/ 141852719 w 138"/>
                <a:gd name="T53" fmla="*/ 235272570 h 167"/>
                <a:gd name="T54" fmla="*/ 172831757 w 138"/>
                <a:gd name="T55" fmla="*/ 233651020 h 167"/>
                <a:gd name="T56" fmla="*/ 195658992 w 138"/>
                <a:gd name="T57" fmla="*/ 233651020 h 167"/>
                <a:gd name="T58" fmla="*/ 200549539 w 138"/>
                <a:gd name="T59" fmla="*/ 240141041 h 167"/>
                <a:gd name="T60" fmla="*/ 215225011 w 138"/>
                <a:gd name="T61" fmla="*/ 232028196 h 167"/>
                <a:gd name="T62" fmla="*/ 205441363 w 138"/>
                <a:gd name="T63" fmla="*/ 197953995 h 167"/>
                <a:gd name="T64" fmla="*/ 198918931 w 138"/>
                <a:gd name="T65" fmla="*/ 167125440 h 167"/>
                <a:gd name="T66" fmla="*/ 213594403 w 138"/>
                <a:gd name="T67" fmla="*/ 136295572 h 167"/>
                <a:gd name="T68" fmla="*/ 225007382 w 138"/>
                <a:gd name="T69" fmla="*/ 105467018 h 167"/>
                <a:gd name="T70" fmla="*/ 218484950 w 138"/>
                <a:gd name="T71" fmla="*/ 51922734 h 167"/>
                <a:gd name="T72" fmla="*/ 184244736 w 138"/>
                <a:gd name="T73" fmla="*/ 32451388 h 167"/>
                <a:gd name="T74" fmla="*/ 148373874 w 138"/>
                <a:gd name="T75" fmla="*/ 42187066 h 167"/>
                <a:gd name="T76" fmla="*/ 127178524 w 138"/>
                <a:gd name="T77" fmla="*/ 19471341 h 16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38"/>
                <a:gd name="T118" fmla="*/ 0 h 167"/>
                <a:gd name="T119" fmla="*/ 138 w 138"/>
                <a:gd name="T120" fmla="*/ 167 h 16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38" h="167">
                  <a:moveTo>
                    <a:pt x="78" y="12"/>
                  </a:moveTo>
                  <a:lnTo>
                    <a:pt x="68" y="7"/>
                  </a:lnTo>
                  <a:lnTo>
                    <a:pt x="54" y="10"/>
                  </a:lnTo>
                  <a:lnTo>
                    <a:pt x="49" y="0"/>
                  </a:lnTo>
                  <a:lnTo>
                    <a:pt x="42" y="6"/>
                  </a:lnTo>
                  <a:lnTo>
                    <a:pt x="30" y="13"/>
                  </a:lnTo>
                  <a:lnTo>
                    <a:pt x="17" y="9"/>
                  </a:lnTo>
                  <a:lnTo>
                    <a:pt x="11" y="15"/>
                  </a:lnTo>
                  <a:lnTo>
                    <a:pt x="10" y="35"/>
                  </a:lnTo>
                  <a:lnTo>
                    <a:pt x="13" y="39"/>
                  </a:lnTo>
                  <a:lnTo>
                    <a:pt x="14" y="44"/>
                  </a:lnTo>
                  <a:lnTo>
                    <a:pt x="17" y="54"/>
                  </a:lnTo>
                  <a:lnTo>
                    <a:pt x="16" y="60"/>
                  </a:lnTo>
                  <a:lnTo>
                    <a:pt x="6" y="61"/>
                  </a:lnTo>
                  <a:lnTo>
                    <a:pt x="10" y="73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16" y="125"/>
                  </a:lnTo>
                  <a:lnTo>
                    <a:pt x="25" y="135"/>
                  </a:lnTo>
                  <a:lnTo>
                    <a:pt x="22" y="167"/>
                  </a:lnTo>
                  <a:lnTo>
                    <a:pt x="51" y="157"/>
                  </a:lnTo>
                  <a:lnTo>
                    <a:pt x="80" y="147"/>
                  </a:lnTo>
                  <a:lnTo>
                    <a:pt x="74" y="145"/>
                  </a:lnTo>
                  <a:lnTo>
                    <a:pt x="103" y="144"/>
                  </a:lnTo>
                  <a:lnTo>
                    <a:pt x="87" y="145"/>
                  </a:lnTo>
                  <a:lnTo>
                    <a:pt x="106" y="144"/>
                  </a:lnTo>
                  <a:lnTo>
                    <a:pt x="120" y="144"/>
                  </a:lnTo>
                  <a:lnTo>
                    <a:pt x="123" y="148"/>
                  </a:lnTo>
                  <a:lnTo>
                    <a:pt x="132" y="143"/>
                  </a:lnTo>
                  <a:lnTo>
                    <a:pt x="126" y="122"/>
                  </a:lnTo>
                  <a:lnTo>
                    <a:pt x="122" y="103"/>
                  </a:lnTo>
                  <a:lnTo>
                    <a:pt x="131" y="84"/>
                  </a:lnTo>
                  <a:lnTo>
                    <a:pt x="138" y="65"/>
                  </a:lnTo>
                  <a:lnTo>
                    <a:pt x="134" y="32"/>
                  </a:lnTo>
                  <a:lnTo>
                    <a:pt x="113" y="20"/>
                  </a:lnTo>
                  <a:lnTo>
                    <a:pt x="91" y="26"/>
                  </a:lnTo>
                  <a:lnTo>
                    <a:pt x="78" y="1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="" xmlns:a16="http://schemas.microsoft.com/office/drawing/2014/main" id="{ADF6627B-0704-48C8-8473-CF7ADD4CF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0356" y="3522663"/>
              <a:ext cx="90488" cy="101600"/>
            </a:xfrm>
            <a:custGeom>
              <a:avLst/>
              <a:gdLst>
                <a:gd name="T0" fmla="*/ 116972534 w 70"/>
                <a:gd name="T1" fmla="*/ 62903096 h 80"/>
                <a:gd name="T2" fmla="*/ 100261993 w 70"/>
                <a:gd name="T3" fmla="*/ 88709506 h 80"/>
                <a:gd name="T4" fmla="*/ 80209841 w 70"/>
                <a:gd name="T5" fmla="*/ 117741695 h 80"/>
                <a:gd name="T6" fmla="*/ 70183775 w 70"/>
                <a:gd name="T7" fmla="*/ 129031990 h 80"/>
                <a:gd name="T8" fmla="*/ 28408059 w 70"/>
                <a:gd name="T9" fmla="*/ 109677198 h 80"/>
                <a:gd name="T10" fmla="*/ 36762683 w 70"/>
                <a:gd name="T11" fmla="*/ 104838500 h 80"/>
                <a:gd name="T12" fmla="*/ 28408059 w 70"/>
                <a:gd name="T13" fmla="*/ 98386902 h 80"/>
                <a:gd name="T14" fmla="*/ 1671443 w 70"/>
                <a:gd name="T15" fmla="*/ 70967593 h 80"/>
                <a:gd name="T16" fmla="*/ 15039104 w 70"/>
                <a:gd name="T17" fmla="*/ 61290196 h 80"/>
                <a:gd name="T18" fmla="*/ 1671443 w 70"/>
                <a:gd name="T19" fmla="*/ 56451498 h 80"/>
                <a:gd name="T20" fmla="*/ 11697513 w 70"/>
                <a:gd name="T21" fmla="*/ 49999901 h 80"/>
                <a:gd name="T22" fmla="*/ 0 w 70"/>
                <a:gd name="T23" fmla="*/ 40322495 h 80"/>
                <a:gd name="T24" fmla="*/ 28408059 w 70"/>
                <a:gd name="T25" fmla="*/ 11290301 h 80"/>
                <a:gd name="T26" fmla="*/ 80209841 w 70"/>
                <a:gd name="T27" fmla="*/ 0 h 80"/>
                <a:gd name="T28" fmla="*/ 106946468 w 70"/>
                <a:gd name="T29" fmla="*/ 40322495 h 80"/>
                <a:gd name="T30" fmla="*/ 101933435 w 70"/>
                <a:gd name="T31" fmla="*/ 67741794 h 80"/>
                <a:gd name="T32" fmla="*/ 116972534 w 70"/>
                <a:gd name="T33" fmla="*/ 62903096 h 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0"/>
                <a:gd name="T52" fmla="*/ 0 h 80"/>
                <a:gd name="T53" fmla="*/ 70 w 70"/>
                <a:gd name="T54" fmla="*/ 80 h 8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0" h="80">
                  <a:moveTo>
                    <a:pt x="70" y="39"/>
                  </a:moveTo>
                  <a:lnTo>
                    <a:pt x="60" y="55"/>
                  </a:lnTo>
                  <a:lnTo>
                    <a:pt x="48" y="73"/>
                  </a:lnTo>
                  <a:lnTo>
                    <a:pt x="42" y="80"/>
                  </a:lnTo>
                  <a:lnTo>
                    <a:pt x="17" y="68"/>
                  </a:lnTo>
                  <a:lnTo>
                    <a:pt x="22" y="65"/>
                  </a:lnTo>
                  <a:lnTo>
                    <a:pt x="17" y="61"/>
                  </a:lnTo>
                  <a:lnTo>
                    <a:pt x="1" y="44"/>
                  </a:lnTo>
                  <a:lnTo>
                    <a:pt x="9" y="38"/>
                  </a:lnTo>
                  <a:lnTo>
                    <a:pt x="1" y="35"/>
                  </a:lnTo>
                  <a:lnTo>
                    <a:pt x="7" y="31"/>
                  </a:lnTo>
                  <a:lnTo>
                    <a:pt x="0" y="25"/>
                  </a:lnTo>
                  <a:lnTo>
                    <a:pt x="17" y="7"/>
                  </a:lnTo>
                  <a:lnTo>
                    <a:pt x="48" y="0"/>
                  </a:lnTo>
                  <a:lnTo>
                    <a:pt x="64" y="25"/>
                  </a:lnTo>
                  <a:lnTo>
                    <a:pt x="61" y="42"/>
                  </a:lnTo>
                  <a:lnTo>
                    <a:pt x="70" y="3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="" xmlns:a16="http://schemas.microsoft.com/office/drawing/2014/main" id="{939CCAFE-88D2-4CAE-A6B3-FA7430E73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7706" y="3484563"/>
              <a:ext cx="50800" cy="163512"/>
            </a:xfrm>
            <a:custGeom>
              <a:avLst/>
              <a:gdLst>
                <a:gd name="T0" fmla="*/ 29258380 w 42"/>
                <a:gd name="T1" fmla="*/ 7557204 h 133"/>
                <a:gd name="T2" fmla="*/ 0 w 42"/>
                <a:gd name="T3" fmla="*/ 0 h 133"/>
                <a:gd name="T4" fmla="*/ 5851676 w 42"/>
                <a:gd name="T5" fmla="*/ 13603459 h 133"/>
                <a:gd name="T6" fmla="*/ 19018550 w 42"/>
                <a:gd name="T7" fmla="*/ 48366355 h 133"/>
                <a:gd name="T8" fmla="*/ 19018550 w 42"/>
                <a:gd name="T9" fmla="*/ 66503884 h 133"/>
                <a:gd name="T10" fmla="*/ 20480869 w 42"/>
                <a:gd name="T11" fmla="*/ 95221761 h 133"/>
                <a:gd name="T12" fmla="*/ 27796066 w 42"/>
                <a:gd name="T13" fmla="*/ 119405544 h 133"/>
                <a:gd name="T14" fmla="*/ 27796066 w 42"/>
                <a:gd name="T15" fmla="*/ 152657476 h 133"/>
                <a:gd name="T16" fmla="*/ 29258380 w 42"/>
                <a:gd name="T17" fmla="*/ 182886321 h 133"/>
                <a:gd name="T18" fmla="*/ 46814621 w 42"/>
                <a:gd name="T19" fmla="*/ 201023850 h 133"/>
                <a:gd name="T20" fmla="*/ 61443806 w 42"/>
                <a:gd name="T21" fmla="*/ 196489775 h 133"/>
                <a:gd name="T22" fmla="*/ 61443806 w 42"/>
                <a:gd name="T23" fmla="*/ 167771918 h 133"/>
                <a:gd name="T24" fmla="*/ 58517969 w 42"/>
                <a:gd name="T25" fmla="*/ 137543073 h 133"/>
                <a:gd name="T26" fmla="*/ 57054446 w 42"/>
                <a:gd name="T27" fmla="*/ 108825216 h 133"/>
                <a:gd name="T28" fmla="*/ 57054446 w 42"/>
                <a:gd name="T29" fmla="*/ 77084212 h 133"/>
                <a:gd name="T30" fmla="*/ 52666295 w 42"/>
                <a:gd name="T31" fmla="*/ 46855406 h 133"/>
                <a:gd name="T32" fmla="*/ 33647740 w 42"/>
                <a:gd name="T33" fmla="*/ 22671614 h 133"/>
                <a:gd name="T34" fmla="*/ 38037100 w 42"/>
                <a:gd name="T35" fmla="*/ 7557204 h 133"/>
                <a:gd name="T36" fmla="*/ 29258380 w 42"/>
                <a:gd name="T37" fmla="*/ 7557204 h 13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2"/>
                <a:gd name="T58" fmla="*/ 0 h 133"/>
                <a:gd name="T59" fmla="*/ 42 w 42"/>
                <a:gd name="T60" fmla="*/ 133 h 13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2" h="133">
                  <a:moveTo>
                    <a:pt x="20" y="5"/>
                  </a:moveTo>
                  <a:lnTo>
                    <a:pt x="0" y="0"/>
                  </a:lnTo>
                  <a:lnTo>
                    <a:pt x="4" y="9"/>
                  </a:lnTo>
                  <a:lnTo>
                    <a:pt x="13" y="32"/>
                  </a:lnTo>
                  <a:lnTo>
                    <a:pt x="13" y="44"/>
                  </a:lnTo>
                  <a:lnTo>
                    <a:pt x="14" y="63"/>
                  </a:lnTo>
                  <a:lnTo>
                    <a:pt x="19" y="79"/>
                  </a:lnTo>
                  <a:lnTo>
                    <a:pt x="19" y="101"/>
                  </a:lnTo>
                  <a:lnTo>
                    <a:pt x="20" y="121"/>
                  </a:lnTo>
                  <a:lnTo>
                    <a:pt x="32" y="133"/>
                  </a:lnTo>
                  <a:lnTo>
                    <a:pt x="42" y="130"/>
                  </a:lnTo>
                  <a:lnTo>
                    <a:pt x="42" y="111"/>
                  </a:lnTo>
                  <a:lnTo>
                    <a:pt x="40" y="91"/>
                  </a:lnTo>
                  <a:lnTo>
                    <a:pt x="39" y="72"/>
                  </a:lnTo>
                  <a:lnTo>
                    <a:pt x="39" y="51"/>
                  </a:lnTo>
                  <a:lnTo>
                    <a:pt x="36" y="31"/>
                  </a:lnTo>
                  <a:lnTo>
                    <a:pt x="23" y="15"/>
                  </a:lnTo>
                  <a:lnTo>
                    <a:pt x="26" y="5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="" xmlns:a16="http://schemas.microsoft.com/office/drawing/2014/main" id="{C3358254-076A-44F7-A3D8-8CF81100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4819" y="2627313"/>
              <a:ext cx="590550" cy="592137"/>
            </a:xfrm>
            <a:custGeom>
              <a:avLst/>
              <a:gdLst>
                <a:gd name="T0" fmla="*/ 0 w 467"/>
                <a:gd name="T1" fmla="*/ 390609302 h 468"/>
                <a:gd name="T2" fmla="*/ 35180088 w 467"/>
                <a:gd name="T3" fmla="*/ 430630414 h 468"/>
                <a:gd name="T4" fmla="*/ 102343466 w 467"/>
                <a:gd name="T5" fmla="*/ 478656761 h 468"/>
                <a:gd name="T6" fmla="*/ 164709070 w 467"/>
                <a:gd name="T7" fmla="*/ 523480761 h 468"/>
                <a:gd name="T8" fmla="*/ 219078897 w 467"/>
                <a:gd name="T9" fmla="*/ 565102414 h 468"/>
                <a:gd name="T10" fmla="*/ 271849015 w 467"/>
                <a:gd name="T11" fmla="*/ 605124792 h 468"/>
                <a:gd name="T12" fmla="*/ 327818471 w 467"/>
                <a:gd name="T13" fmla="*/ 646746445 h 468"/>
                <a:gd name="T14" fmla="*/ 353404407 w 467"/>
                <a:gd name="T15" fmla="*/ 678763746 h 468"/>
                <a:gd name="T16" fmla="*/ 423765829 w 467"/>
                <a:gd name="T17" fmla="*/ 715583776 h 468"/>
                <a:gd name="T18" fmla="*/ 466941725 w 467"/>
                <a:gd name="T19" fmla="*/ 749201460 h 468"/>
                <a:gd name="T20" fmla="*/ 526109255 w 467"/>
                <a:gd name="T21" fmla="*/ 737995144 h 468"/>
                <a:gd name="T22" fmla="*/ 583677116 w 467"/>
                <a:gd name="T23" fmla="*/ 677163205 h 468"/>
                <a:gd name="T24" fmla="*/ 665231323 w 467"/>
                <a:gd name="T25" fmla="*/ 621132730 h 468"/>
                <a:gd name="T26" fmla="*/ 746786636 w 467"/>
                <a:gd name="T27" fmla="*/ 565102414 h 468"/>
                <a:gd name="T28" fmla="*/ 687619105 w 467"/>
                <a:gd name="T29" fmla="*/ 523480761 h 468"/>
                <a:gd name="T30" fmla="*/ 650839200 w 467"/>
                <a:gd name="T31" fmla="*/ 453043046 h 468"/>
                <a:gd name="T32" fmla="*/ 666830992 w 467"/>
                <a:gd name="T33" fmla="*/ 390609302 h 468"/>
                <a:gd name="T34" fmla="*/ 649240795 w 467"/>
                <a:gd name="T35" fmla="*/ 292957253 h 468"/>
                <a:gd name="T36" fmla="*/ 641244977 w 467"/>
                <a:gd name="T37" fmla="*/ 241729824 h 468"/>
                <a:gd name="T38" fmla="*/ 604465230 w 467"/>
                <a:gd name="T39" fmla="*/ 171292110 h 468"/>
                <a:gd name="T40" fmla="*/ 593271338 w 467"/>
                <a:gd name="T41" fmla="*/ 102454897 h 468"/>
                <a:gd name="T42" fmla="*/ 604465230 w 467"/>
                <a:gd name="T43" fmla="*/ 11206321 h 468"/>
                <a:gd name="T44" fmla="*/ 558091260 w 467"/>
                <a:gd name="T45" fmla="*/ 0 h 468"/>
                <a:gd name="T46" fmla="*/ 487729838 w 467"/>
                <a:gd name="T47" fmla="*/ 6403431 h 468"/>
                <a:gd name="T48" fmla="*/ 410972268 w 467"/>
                <a:gd name="T49" fmla="*/ 6403431 h 468"/>
                <a:gd name="T50" fmla="*/ 318224249 w 467"/>
                <a:gd name="T51" fmla="*/ 35219500 h 468"/>
                <a:gd name="T52" fmla="*/ 267052536 w 467"/>
                <a:gd name="T53" fmla="*/ 60833224 h 468"/>
                <a:gd name="T54" fmla="*/ 241466680 w 467"/>
                <a:gd name="T55" fmla="*/ 86446958 h 468"/>
                <a:gd name="T56" fmla="*/ 254258976 w 467"/>
                <a:gd name="T57" fmla="*/ 148879438 h 468"/>
                <a:gd name="T58" fmla="*/ 267052536 w 467"/>
                <a:gd name="T59" fmla="*/ 196905824 h 468"/>
                <a:gd name="T60" fmla="*/ 182299149 w 467"/>
                <a:gd name="T61" fmla="*/ 217716651 h 468"/>
                <a:gd name="T62" fmla="*/ 156713253 w 467"/>
                <a:gd name="T63" fmla="*/ 262540651 h 468"/>
                <a:gd name="T64" fmla="*/ 97545723 w 467"/>
                <a:gd name="T65" fmla="*/ 294557794 h 468"/>
                <a:gd name="T66" fmla="*/ 38378162 w 467"/>
                <a:gd name="T67" fmla="*/ 324974396 h 46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67"/>
                <a:gd name="T103" fmla="*/ 0 h 468"/>
                <a:gd name="T104" fmla="*/ 467 w 467"/>
                <a:gd name="T105" fmla="*/ 468 h 46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67" h="468">
                  <a:moveTo>
                    <a:pt x="5" y="214"/>
                  </a:moveTo>
                  <a:lnTo>
                    <a:pt x="0" y="244"/>
                  </a:lnTo>
                  <a:lnTo>
                    <a:pt x="0" y="254"/>
                  </a:lnTo>
                  <a:lnTo>
                    <a:pt x="22" y="269"/>
                  </a:lnTo>
                  <a:lnTo>
                    <a:pt x="42" y="283"/>
                  </a:lnTo>
                  <a:lnTo>
                    <a:pt x="64" y="299"/>
                  </a:lnTo>
                  <a:lnTo>
                    <a:pt x="86" y="314"/>
                  </a:lnTo>
                  <a:lnTo>
                    <a:pt x="103" y="327"/>
                  </a:lnTo>
                  <a:lnTo>
                    <a:pt x="119" y="340"/>
                  </a:lnTo>
                  <a:lnTo>
                    <a:pt x="137" y="353"/>
                  </a:lnTo>
                  <a:lnTo>
                    <a:pt x="154" y="365"/>
                  </a:lnTo>
                  <a:lnTo>
                    <a:pt x="170" y="378"/>
                  </a:lnTo>
                  <a:lnTo>
                    <a:pt x="188" y="391"/>
                  </a:lnTo>
                  <a:lnTo>
                    <a:pt x="205" y="404"/>
                  </a:lnTo>
                  <a:lnTo>
                    <a:pt x="221" y="417"/>
                  </a:lnTo>
                  <a:lnTo>
                    <a:pt x="221" y="424"/>
                  </a:lnTo>
                  <a:lnTo>
                    <a:pt x="233" y="434"/>
                  </a:lnTo>
                  <a:lnTo>
                    <a:pt x="265" y="447"/>
                  </a:lnTo>
                  <a:lnTo>
                    <a:pt x="266" y="468"/>
                  </a:lnTo>
                  <a:lnTo>
                    <a:pt x="292" y="468"/>
                  </a:lnTo>
                  <a:lnTo>
                    <a:pt x="310" y="463"/>
                  </a:lnTo>
                  <a:lnTo>
                    <a:pt x="329" y="461"/>
                  </a:lnTo>
                  <a:lnTo>
                    <a:pt x="346" y="442"/>
                  </a:lnTo>
                  <a:lnTo>
                    <a:pt x="365" y="423"/>
                  </a:lnTo>
                  <a:lnTo>
                    <a:pt x="391" y="405"/>
                  </a:lnTo>
                  <a:lnTo>
                    <a:pt x="416" y="388"/>
                  </a:lnTo>
                  <a:lnTo>
                    <a:pt x="442" y="370"/>
                  </a:lnTo>
                  <a:lnTo>
                    <a:pt x="467" y="353"/>
                  </a:lnTo>
                  <a:lnTo>
                    <a:pt x="457" y="333"/>
                  </a:lnTo>
                  <a:lnTo>
                    <a:pt x="430" y="327"/>
                  </a:lnTo>
                  <a:lnTo>
                    <a:pt x="422" y="305"/>
                  </a:lnTo>
                  <a:lnTo>
                    <a:pt x="407" y="283"/>
                  </a:lnTo>
                  <a:lnTo>
                    <a:pt x="417" y="275"/>
                  </a:lnTo>
                  <a:lnTo>
                    <a:pt x="417" y="244"/>
                  </a:lnTo>
                  <a:lnTo>
                    <a:pt x="416" y="214"/>
                  </a:lnTo>
                  <a:lnTo>
                    <a:pt x="406" y="183"/>
                  </a:lnTo>
                  <a:lnTo>
                    <a:pt x="407" y="176"/>
                  </a:lnTo>
                  <a:lnTo>
                    <a:pt x="401" y="151"/>
                  </a:lnTo>
                  <a:lnTo>
                    <a:pt x="396" y="126"/>
                  </a:lnTo>
                  <a:lnTo>
                    <a:pt x="378" y="107"/>
                  </a:lnTo>
                  <a:lnTo>
                    <a:pt x="361" y="83"/>
                  </a:lnTo>
                  <a:lnTo>
                    <a:pt x="371" y="64"/>
                  </a:lnTo>
                  <a:lnTo>
                    <a:pt x="380" y="43"/>
                  </a:lnTo>
                  <a:lnTo>
                    <a:pt x="378" y="7"/>
                  </a:lnTo>
                  <a:lnTo>
                    <a:pt x="382" y="1"/>
                  </a:lnTo>
                  <a:lnTo>
                    <a:pt x="349" y="0"/>
                  </a:lnTo>
                  <a:lnTo>
                    <a:pt x="330" y="0"/>
                  </a:lnTo>
                  <a:lnTo>
                    <a:pt x="305" y="4"/>
                  </a:lnTo>
                  <a:lnTo>
                    <a:pt x="282" y="4"/>
                  </a:lnTo>
                  <a:lnTo>
                    <a:pt x="257" y="4"/>
                  </a:lnTo>
                  <a:lnTo>
                    <a:pt x="228" y="13"/>
                  </a:lnTo>
                  <a:lnTo>
                    <a:pt x="199" y="22"/>
                  </a:lnTo>
                  <a:lnTo>
                    <a:pt x="188" y="28"/>
                  </a:lnTo>
                  <a:lnTo>
                    <a:pt x="167" y="38"/>
                  </a:lnTo>
                  <a:lnTo>
                    <a:pt x="147" y="48"/>
                  </a:lnTo>
                  <a:lnTo>
                    <a:pt x="151" y="54"/>
                  </a:lnTo>
                  <a:lnTo>
                    <a:pt x="154" y="74"/>
                  </a:lnTo>
                  <a:lnTo>
                    <a:pt x="159" y="93"/>
                  </a:lnTo>
                  <a:lnTo>
                    <a:pt x="173" y="116"/>
                  </a:lnTo>
                  <a:lnTo>
                    <a:pt x="167" y="123"/>
                  </a:lnTo>
                  <a:lnTo>
                    <a:pt x="143" y="126"/>
                  </a:lnTo>
                  <a:lnTo>
                    <a:pt x="114" y="136"/>
                  </a:lnTo>
                  <a:lnTo>
                    <a:pt x="114" y="152"/>
                  </a:lnTo>
                  <a:lnTo>
                    <a:pt x="98" y="164"/>
                  </a:lnTo>
                  <a:lnTo>
                    <a:pt x="82" y="176"/>
                  </a:lnTo>
                  <a:lnTo>
                    <a:pt x="61" y="184"/>
                  </a:lnTo>
                  <a:lnTo>
                    <a:pt x="42" y="192"/>
                  </a:lnTo>
                  <a:lnTo>
                    <a:pt x="24" y="203"/>
                  </a:lnTo>
                  <a:lnTo>
                    <a:pt x="5" y="21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="" xmlns:a16="http://schemas.microsoft.com/office/drawing/2014/main" id="{F8ACC5AD-DCAC-4B9F-A355-DC2542F5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244" y="2897188"/>
              <a:ext cx="15875" cy="15875"/>
            </a:xfrm>
            <a:custGeom>
              <a:avLst/>
              <a:gdLst>
                <a:gd name="T0" fmla="*/ 19385816 w 13"/>
                <a:gd name="T1" fmla="*/ 0 h 15"/>
                <a:gd name="T2" fmla="*/ 17894788 w 13"/>
                <a:gd name="T3" fmla="*/ 11200343 h 15"/>
                <a:gd name="T4" fmla="*/ 0 w 13"/>
                <a:gd name="T5" fmla="*/ 16801042 h 15"/>
                <a:gd name="T6" fmla="*/ 19385816 w 1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"/>
                <a:gd name="T13" fmla="*/ 0 h 15"/>
                <a:gd name="T14" fmla="*/ 13 w 13"/>
                <a:gd name="T15" fmla="*/ 15 h 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" h="15">
                  <a:moveTo>
                    <a:pt x="13" y="0"/>
                  </a:moveTo>
                  <a:lnTo>
                    <a:pt x="12" y="10"/>
                  </a:lnTo>
                  <a:lnTo>
                    <a:pt x="0" y="15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="" xmlns:a16="http://schemas.microsoft.com/office/drawing/2014/main" id="{0025DDBE-7434-4698-849E-9D85C6E09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7806" y="2908300"/>
              <a:ext cx="12700" cy="15875"/>
            </a:xfrm>
            <a:custGeom>
              <a:avLst/>
              <a:gdLst>
                <a:gd name="T0" fmla="*/ 14662727 w 11"/>
                <a:gd name="T1" fmla="*/ 0 h 12"/>
                <a:gd name="T2" fmla="*/ 1333500 w 11"/>
                <a:gd name="T3" fmla="*/ 21001301 h 12"/>
                <a:gd name="T4" fmla="*/ 0 w 11"/>
                <a:gd name="T5" fmla="*/ 5250656 h 12"/>
                <a:gd name="T6" fmla="*/ 14662727 w 11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12"/>
                <a:gd name="T14" fmla="*/ 11 w 11"/>
                <a:gd name="T15" fmla="*/ 12 h 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12">
                  <a:moveTo>
                    <a:pt x="11" y="0"/>
                  </a:moveTo>
                  <a:lnTo>
                    <a:pt x="1" y="12"/>
                  </a:lnTo>
                  <a:lnTo>
                    <a:pt x="0" y="3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="" xmlns:a16="http://schemas.microsoft.com/office/drawing/2014/main" id="{AFF8D289-B682-46A0-AEAE-FD60EF484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794" y="2924175"/>
              <a:ext cx="12700" cy="7938"/>
            </a:xfrm>
            <a:custGeom>
              <a:avLst/>
              <a:gdLst>
                <a:gd name="T0" fmla="*/ 14662727 w 11"/>
                <a:gd name="T1" fmla="*/ 0 h 6"/>
                <a:gd name="T2" fmla="*/ 10663383 w 11"/>
                <a:gd name="T3" fmla="*/ 10501973 h 6"/>
                <a:gd name="T4" fmla="*/ 0 w 11"/>
                <a:gd name="T5" fmla="*/ 0 h 6"/>
                <a:gd name="T6" fmla="*/ 14662727 w 11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6"/>
                <a:gd name="T14" fmla="*/ 11 w 11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6">
                  <a:moveTo>
                    <a:pt x="11" y="0"/>
                  </a:moveTo>
                  <a:lnTo>
                    <a:pt x="8" y="6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="" xmlns:a16="http://schemas.microsoft.com/office/drawing/2014/main" id="{AFAB2274-4846-4580-B127-62059099B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5119" y="2884488"/>
              <a:ext cx="12700" cy="3175"/>
            </a:xfrm>
            <a:custGeom>
              <a:avLst/>
              <a:gdLst>
                <a:gd name="T0" fmla="*/ 11947878 w 9"/>
                <a:gd name="T1" fmla="*/ 2520156 h 4"/>
                <a:gd name="T2" fmla="*/ 17921109 w 9"/>
                <a:gd name="T3" fmla="*/ 0 h 4"/>
                <a:gd name="T4" fmla="*/ 0 w 9"/>
                <a:gd name="T5" fmla="*/ 1889919 h 4"/>
                <a:gd name="T6" fmla="*/ 11947878 w 9"/>
                <a:gd name="T7" fmla="*/ 2520156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4"/>
                <a:gd name="T14" fmla="*/ 9 w 9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4">
                  <a:moveTo>
                    <a:pt x="6" y="4"/>
                  </a:moveTo>
                  <a:lnTo>
                    <a:pt x="9" y="0"/>
                  </a:lnTo>
                  <a:lnTo>
                    <a:pt x="0" y="3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="" xmlns:a16="http://schemas.microsoft.com/office/drawing/2014/main" id="{AB8B718F-AD33-4D6A-9EA0-DEEA72DBB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206" y="3302000"/>
              <a:ext cx="4763" cy="4763"/>
            </a:xfrm>
            <a:custGeom>
              <a:avLst/>
              <a:gdLst>
                <a:gd name="T0" fmla="*/ 4537234 w 5"/>
                <a:gd name="T1" fmla="*/ 7562057 h 3"/>
                <a:gd name="T2" fmla="*/ 1814703 w 5"/>
                <a:gd name="T3" fmla="*/ 7562057 h 3"/>
                <a:gd name="T4" fmla="*/ 0 w 5"/>
                <a:gd name="T5" fmla="*/ 0 h 3"/>
                <a:gd name="T6" fmla="*/ 4537234 w 5"/>
                <a:gd name="T7" fmla="*/ 7562057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3"/>
                <a:gd name="T14" fmla="*/ 5 w 5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0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="" xmlns:a16="http://schemas.microsoft.com/office/drawing/2014/main" id="{BEEEAC89-6B35-4DEC-A613-CEE86E4DB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3244" y="2652713"/>
              <a:ext cx="0" cy="4762"/>
            </a:xfrm>
            <a:prstGeom prst="rect">
              <a:avLst/>
            </a:prstGeom>
            <a:grpFill/>
            <a:ln w="317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="" xmlns:a16="http://schemas.microsoft.com/office/drawing/2014/main" id="{8722A1A9-AB91-475D-9A10-3105E9A29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756" y="2754313"/>
              <a:ext cx="452438" cy="457200"/>
            </a:xfrm>
            <a:custGeom>
              <a:avLst/>
              <a:gdLst>
                <a:gd name="T0" fmla="*/ 533862992 w 360"/>
                <a:gd name="T1" fmla="*/ 580643962 h 360"/>
                <a:gd name="T2" fmla="*/ 532283229 w 360"/>
                <a:gd name="T3" fmla="*/ 559676269 h 360"/>
                <a:gd name="T4" fmla="*/ 568611475 w 360"/>
                <a:gd name="T5" fmla="*/ 559676269 h 360"/>
                <a:gd name="T6" fmla="*/ 567031713 w 360"/>
                <a:gd name="T7" fmla="*/ 517740883 h 360"/>
                <a:gd name="T8" fmla="*/ 567031713 w 360"/>
                <a:gd name="T9" fmla="*/ 472579699 h 360"/>
                <a:gd name="T10" fmla="*/ 563873445 w 360"/>
                <a:gd name="T11" fmla="*/ 433870112 h 360"/>
                <a:gd name="T12" fmla="*/ 562293683 w 360"/>
                <a:gd name="T13" fmla="*/ 393547625 h 360"/>
                <a:gd name="T14" fmla="*/ 559134159 w 360"/>
                <a:gd name="T15" fmla="*/ 353225139 h 360"/>
                <a:gd name="T16" fmla="*/ 557555653 w 360"/>
                <a:gd name="T17" fmla="*/ 316128372 h 360"/>
                <a:gd name="T18" fmla="*/ 552816367 w 360"/>
                <a:gd name="T19" fmla="*/ 275805886 h 360"/>
                <a:gd name="T20" fmla="*/ 549658100 w 360"/>
                <a:gd name="T21" fmla="*/ 235483400 h 360"/>
                <a:gd name="T22" fmla="*/ 548078337 w 360"/>
                <a:gd name="T23" fmla="*/ 196773813 h 360"/>
                <a:gd name="T24" fmla="*/ 546498575 w 360"/>
                <a:gd name="T25" fmla="*/ 156451287 h 360"/>
                <a:gd name="T26" fmla="*/ 543340308 w 360"/>
                <a:gd name="T27" fmla="*/ 124193298 h 360"/>
                <a:gd name="T28" fmla="*/ 541760546 w 360"/>
                <a:gd name="T29" fmla="*/ 90322409 h 360"/>
                <a:gd name="T30" fmla="*/ 548078337 w 360"/>
                <a:gd name="T31" fmla="*/ 64515998 h 360"/>
                <a:gd name="T32" fmla="*/ 529124962 w 360"/>
                <a:gd name="T33" fmla="*/ 48387003 h 360"/>
                <a:gd name="T34" fmla="*/ 475421846 w 360"/>
                <a:gd name="T35" fmla="*/ 35483798 h 360"/>
                <a:gd name="T36" fmla="*/ 467525549 w 360"/>
                <a:gd name="T37" fmla="*/ 20967703 h 360"/>
                <a:gd name="T38" fmla="*/ 421719987 w 360"/>
                <a:gd name="T39" fmla="*/ 9677399 h 360"/>
                <a:gd name="T40" fmla="*/ 394869058 w 360"/>
                <a:gd name="T41" fmla="*/ 25806401 h 360"/>
                <a:gd name="T42" fmla="*/ 369597891 w 360"/>
                <a:gd name="T43" fmla="*/ 41935406 h 360"/>
                <a:gd name="T44" fmla="*/ 371176396 w 360"/>
                <a:gd name="T45" fmla="*/ 99999806 h 360"/>
                <a:gd name="T46" fmla="*/ 336427913 w 360"/>
                <a:gd name="T47" fmla="*/ 124193298 h 360"/>
                <a:gd name="T48" fmla="*/ 295361559 w 360"/>
                <a:gd name="T49" fmla="*/ 103225605 h 360"/>
                <a:gd name="T50" fmla="*/ 254295284 w 360"/>
                <a:gd name="T51" fmla="*/ 82257892 h 360"/>
                <a:gd name="T52" fmla="*/ 214808771 w 360"/>
                <a:gd name="T53" fmla="*/ 69354696 h 360"/>
                <a:gd name="T54" fmla="*/ 197435157 w 360"/>
                <a:gd name="T55" fmla="*/ 32257999 h 360"/>
                <a:gd name="T56" fmla="*/ 157947348 w 360"/>
                <a:gd name="T57" fmla="*/ 22580602 h 360"/>
                <a:gd name="T58" fmla="*/ 121619103 w 360"/>
                <a:gd name="T59" fmla="*/ 12903201 h 360"/>
                <a:gd name="T60" fmla="*/ 67917224 w 360"/>
                <a:gd name="T61" fmla="*/ 0 h 360"/>
                <a:gd name="T62" fmla="*/ 66337462 w 360"/>
                <a:gd name="T63" fmla="*/ 35483798 h 360"/>
                <a:gd name="T64" fmla="*/ 45804325 w 360"/>
                <a:gd name="T65" fmla="*/ 53225702 h 360"/>
                <a:gd name="T66" fmla="*/ 22112910 w 360"/>
                <a:gd name="T67" fmla="*/ 74193395 h 360"/>
                <a:gd name="T68" fmla="*/ 22112910 w 360"/>
                <a:gd name="T69" fmla="*/ 109677202 h 360"/>
                <a:gd name="T70" fmla="*/ 1579763 w 360"/>
                <a:gd name="T71" fmla="*/ 124193298 h 360"/>
                <a:gd name="T72" fmla="*/ 0 w 360"/>
                <a:gd name="T73" fmla="*/ 135483594 h 360"/>
                <a:gd name="T74" fmla="*/ 15795113 w 360"/>
                <a:gd name="T75" fmla="*/ 185483516 h 360"/>
                <a:gd name="T76" fmla="*/ 17373618 w 360"/>
                <a:gd name="T77" fmla="*/ 233870500 h 360"/>
                <a:gd name="T78" fmla="*/ 17373618 w 360"/>
                <a:gd name="T79" fmla="*/ 283870383 h 360"/>
                <a:gd name="T80" fmla="*/ 1579763 w 360"/>
                <a:gd name="T81" fmla="*/ 296773579 h 360"/>
                <a:gd name="T82" fmla="*/ 25271177 w 360"/>
                <a:gd name="T83" fmla="*/ 332257367 h 360"/>
                <a:gd name="T84" fmla="*/ 37908018 w 360"/>
                <a:gd name="T85" fmla="*/ 367741234 h 360"/>
                <a:gd name="T86" fmla="*/ 80552808 w 360"/>
                <a:gd name="T87" fmla="*/ 377418631 h 360"/>
                <a:gd name="T88" fmla="*/ 96347935 w 360"/>
                <a:gd name="T89" fmla="*/ 409676620 h 360"/>
                <a:gd name="T90" fmla="*/ 148471289 w 360"/>
                <a:gd name="T91" fmla="*/ 420966916 h 360"/>
                <a:gd name="T92" fmla="*/ 178480525 w 360"/>
                <a:gd name="T93" fmla="*/ 446773307 h 360"/>
                <a:gd name="T94" fmla="*/ 203752949 w 360"/>
                <a:gd name="T95" fmla="*/ 433870112 h 360"/>
                <a:gd name="T96" fmla="*/ 240079938 w 360"/>
                <a:gd name="T97" fmla="*/ 409676620 h 360"/>
                <a:gd name="T98" fmla="*/ 277987946 w 360"/>
                <a:gd name="T99" fmla="*/ 430644313 h 360"/>
                <a:gd name="T100" fmla="*/ 314316191 w 360"/>
                <a:gd name="T101" fmla="*/ 451612006 h 360"/>
                <a:gd name="T102" fmla="*/ 350643259 w 360"/>
                <a:gd name="T103" fmla="*/ 472579699 h 360"/>
                <a:gd name="T104" fmla="*/ 386971504 w 360"/>
                <a:gd name="T105" fmla="*/ 493547391 h 360"/>
                <a:gd name="T106" fmla="*/ 424879512 w 360"/>
                <a:gd name="T107" fmla="*/ 517740883 h 360"/>
                <a:gd name="T108" fmla="*/ 461207757 w 360"/>
                <a:gd name="T109" fmla="*/ 538708576 h 360"/>
                <a:gd name="T110" fmla="*/ 497534746 w 360"/>
                <a:gd name="T111" fmla="*/ 559676269 h 360"/>
                <a:gd name="T112" fmla="*/ 533862992 w 360"/>
                <a:gd name="T113" fmla="*/ 580643962 h 36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60"/>
                <a:gd name="T172" fmla="*/ 0 h 360"/>
                <a:gd name="T173" fmla="*/ 360 w 360"/>
                <a:gd name="T174" fmla="*/ 360 h 36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60" h="360">
                  <a:moveTo>
                    <a:pt x="338" y="360"/>
                  </a:moveTo>
                  <a:lnTo>
                    <a:pt x="337" y="347"/>
                  </a:lnTo>
                  <a:lnTo>
                    <a:pt x="360" y="347"/>
                  </a:lnTo>
                  <a:lnTo>
                    <a:pt x="359" y="321"/>
                  </a:lnTo>
                  <a:lnTo>
                    <a:pt x="359" y="293"/>
                  </a:lnTo>
                  <a:lnTo>
                    <a:pt x="357" y="269"/>
                  </a:lnTo>
                  <a:lnTo>
                    <a:pt x="356" y="244"/>
                  </a:lnTo>
                  <a:lnTo>
                    <a:pt x="354" y="219"/>
                  </a:lnTo>
                  <a:lnTo>
                    <a:pt x="353" y="196"/>
                  </a:lnTo>
                  <a:lnTo>
                    <a:pt x="350" y="171"/>
                  </a:lnTo>
                  <a:lnTo>
                    <a:pt x="348" y="146"/>
                  </a:lnTo>
                  <a:lnTo>
                    <a:pt x="347" y="122"/>
                  </a:lnTo>
                  <a:lnTo>
                    <a:pt x="346" y="97"/>
                  </a:lnTo>
                  <a:lnTo>
                    <a:pt x="344" y="77"/>
                  </a:lnTo>
                  <a:lnTo>
                    <a:pt x="343" y="56"/>
                  </a:lnTo>
                  <a:lnTo>
                    <a:pt x="347" y="40"/>
                  </a:lnTo>
                  <a:lnTo>
                    <a:pt x="335" y="30"/>
                  </a:lnTo>
                  <a:lnTo>
                    <a:pt x="301" y="22"/>
                  </a:lnTo>
                  <a:lnTo>
                    <a:pt x="296" y="13"/>
                  </a:lnTo>
                  <a:lnTo>
                    <a:pt x="267" y="6"/>
                  </a:lnTo>
                  <a:lnTo>
                    <a:pt x="250" y="16"/>
                  </a:lnTo>
                  <a:lnTo>
                    <a:pt x="234" y="26"/>
                  </a:lnTo>
                  <a:lnTo>
                    <a:pt x="235" y="62"/>
                  </a:lnTo>
                  <a:lnTo>
                    <a:pt x="213" y="77"/>
                  </a:lnTo>
                  <a:lnTo>
                    <a:pt x="187" y="64"/>
                  </a:lnTo>
                  <a:lnTo>
                    <a:pt x="161" y="51"/>
                  </a:lnTo>
                  <a:lnTo>
                    <a:pt x="136" y="43"/>
                  </a:lnTo>
                  <a:lnTo>
                    <a:pt x="125" y="20"/>
                  </a:lnTo>
                  <a:lnTo>
                    <a:pt x="100" y="14"/>
                  </a:lnTo>
                  <a:lnTo>
                    <a:pt x="77" y="8"/>
                  </a:lnTo>
                  <a:lnTo>
                    <a:pt x="43" y="0"/>
                  </a:lnTo>
                  <a:lnTo>
                    <a:pt x="42" y="22"/>
                  </a:lnTo>
                  <a:lnTo>
                    <a:pt x="29" y="33"/>
                  </a:lnTo>
                  <a:lnTo>
                    <a:pt x="14" y="46"/>
                  </a:lnTo>
                  <a:lnTo>
                    <a:pt x="14" y="68"/>
                  </a:lnTo>
                  <a:lnTo>
                    <a:pt x="1" y="77"/>
                  </a:lnTo>
                  <a:lnTo>
                    <a:pt x="0" y="84"/>
                  </a:lnTo>
                  <a:lnTo>
                    <a:pt x="10" y="115"/>
                  </a:lnTo>
                  <a:lnTo>
                    <a:pt x="11" y="145"/>
                  </a:lnTo>
                  <a:lnTo>
                    <a:pt x="11" y="176"/>
                  </a:lnTo>
                  <a:lnTo>
                    <a:pt x="1" y="184"/>
                  </a:lnTo>
                  <a:lnTo>
                    <a:pt x="16" y="206"/>
                  </a:lnTo>
                  <a:lnTo>
                    <a:pt x="24" y="228"/>
                  </a:lnTo>
                  <a:lnTo>
                    <a:pt x="51" y="234"/>
                  </a:lnTo>
                  <a:lnTo>
                    <a:pt x="61" y="254"/>
                  </a:lnTo>
                  <a:lnTo>
                    <a:pt x="94" y="261"/>
                  </a:lnTo>
                  <a:lnTo>
                    <a:pt x="113" y="277"/>
                  </a:lnTo>
                  <a:lnTo>
                    <a:pt x="129" y="269"/>
                  </a:lnTo>
                  <a:lnTo>
                    <a:pt x="152" y="254"/>
                  </a:lnTo>
                  <a:lnTo>
                    <a:pt x="176" y="267"/>
                  </a:lnTo>
                  <a:lnTo>
                    <a:pt x="199" y="280"/>
                  </a:lnTo>
                  <a:lnTo>
                    <a:pt x="222" y="293"/>
                  </a:lnTo>
                  <a:lnTo>
                    <a:pt x="245" y="306"/>
                  </a:lnTo>
                  <a:lnTo>
                    <a:pt x="269" y="321"/>
                  </a:lnTo>
                  <a:lnTo>
                    <a:pt x="292" y="334"/>
                  </a:lnTo>
                  <a:lnTo>
                    <a:pt x="315" y="347"/>
                  </a:lnTo>
                  <a:lnTo>
                    <a:pt x="338" y="36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="" xmlns:a16="http://schemas.microsoft.com/office/drawing/2014/main" id="{6B64F702-12A9-4348-9B25-E928932B8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869" y="3027363"/>
              <a:ext cx="477837" cy="488950"/>
            </a:xfrm>
            <a:custGeom>
              <a:avLst/>
              <a:gdLst>
                <a:gd name="T0" fmla="*/ 131934701 w 379"/>
                <a:gd name="T1" fmla="*/ 572342839 h 391"/>
                <a:gd name="T2" fmla="*/ 154188786 w 379"/>
                <a:gd name="T3" fmla="*/ 611437568 h 391"/>
                <a:gd name="T4" fmla="*/ 184390888 w 379"/>
                <a:gd name="T5" fmla="*/ 608310039 h 391"/>
                <a:gd name="T6" fmla="*/ 214592950 w 379"/>
                <a:gd name="T7" fmla="*/ 587980480 h 391"/>
                <a:gd name="T8" fmla="*/ 244795013 w 379"/>
                <a:gd name="T9" fmla="*/ 598927454 h 391"/>
                <a:gd name="T10" fmla="*/ 265459250 w 379"/>
                <a:gd name="T11" fmla="*/ 536375638 h 391"/>
                <a:gd name="T12" fmla="*/ 294071464 w 379"/>
                <a:gd name="T13" fmla="*/ 498845298 h 391"/>
                <a:gd name="T14" fmla="*/ 321093832 w 379"/>
                <a:gd name="T15" fmla="*/ 486335185 h 391"/>
                <a:gd name="T16" fmla="*/ 335400018 w 379"/>
                <a:gd name="T17" fmla="*/ 467570015 h 391"/>
                <a:gd name="T18" fmla="*/ 371960210 w 379"/>
                <a:gd name="T19" fmla="*/ 447240456 h 391"/>
                <a:gd name="T20" fmla="*/ 422826510 w 379"/>
                <a:gd name="T21" fmla="*/ 408146977 h 391"/>
                <a:gd name="T22" fmla="*/ 462566397 w 379"/>
                <a:gd name="T23" fmla="*/ 412837644 h 391"/>
                <a:gd name="T24" fmla="*/ 535686782 w 379"/>
                <a:gd name="T25" fmla="*/ 400327531 h 391"/>
                <a:gd name="T26" fmla="*/ 596090906 w 379"/>
                <a:gd name="T27" fmla="*/ 361232802 h 391"/>
                <a:gd name="T28" fmla="*/ 597680754 w 379"/>
                <a:gd name="T29" fmla="*/ 300245297 h 391"/>
                <a:gd name="T30" fmla="*/ 602449036 w 379"/>
                <a:gd name="T31" fmla="*/ 240822259 h 391"/>
                <a:gd name="T32" fmla="*/ 559530714 w 379"/>
                <a:gd name="T33" fmla="*/ 207982586 h 391"/>
                <a:gd name="T34" fmla="*/ 489588764 w 379"/>
                <a:gd name="T35" fmla="*/ 172015386 h 391"/>
                <a:gd name="T36" fmla="*/ 464156245 w 379"/>
                <a:gd name="T37" fmla="*/ 140740063 h 391"/>
                <a:gd name="T38" fmla="*/ 408520402 w 379"/>
                <a:gd name="T39" fmla="*/ 100082195 h 391"/>
                <a:gd name="T40" fmla="*/ 356065516 w 379"/>
                <a:gd name="T41" fmla="*/ 60987447 h 391"/>
                <a:gd name="T42" fmla="*/ 302019442 w 379"/>
                <a:gd name="T43" fmla="*/ 20329564 h 391"/>
                <a:gd name="T44" fmla="*/ 243205165 w 379"/>
                <a:gd name="T45" fmla="*/ 0 h 391"/>
                <a:gd name="T46" fmla="*/ 214592950 w 379"/>
                <a:gd name="T47" fmla="*/ 42222277 h 391"/>
                <a:gd name="T48" fmla="*/ 224130775 w 379"/>
                <a:gd name="T49" fmla="*/ 131357479 h 391"/>
                <a:gd name="T50" fmla="*/ 230488905 w 379"/>
                <a:gd name="T51" fmla="*/ 217365171 h 391"/>
                <a:gd name="T52" fmla="*/ 240025470 w 379"/>
                <a:gd name="T53" fmla="*/ 306500353 h 391"/>
                <a:gd name="T54" fmla="*/ 254331577 w 379"/>
                <a:gd name="T55" fmla="*/ 356542135 h 391"/>
                <a:gd name="T56" fmla="*/ 213003102 w 379"/>
                <a:gd name="T57" fmla="*/ 390944946 h 391"/>
                <a:gd name="T58" fmla="*/ 141472526 w 379"/>
                <a:gd name="T59" fmla="*/ 390944946 h 391"/>
                <a:gd name="T60" fmla="*/ 101732639 w 379"/>
                <a:gd name="T61" fmla="*/ 386253029 h 391"/>
                <a:gd name="T62" fmla="*/ 46098037 w 379"/>
                <a:gd name="T63" fmla="*/ 401891921 h 391"/>
                <a:gd name="T64" fmla="*/ 6358132 w 379"/>
                <a:gd name="T65" fmla="*/ 422220229 h 391"/>
                <a:gd name="T66" fmla="*/ 9537828 w 379"/>
                <a:gd name="T67" fmla="*/ 462878097 h 391"/>
                <a:gd name="T68" fmla="*/ 30202072 w 379"/>
                <a:gd name="T69" fmla="*/ 517610468 h 391"/>
                <a:gd name="T70" fmla="*/ 49276472 w 379"/>
                <a:gd name="T71" fmla="*/ 528557442 h 391"/>
                <a:gd name="T72" fmla="*/ 82658249 w 379"/>
                <a:gd name="T73" fmla="*/ 531684971 h 391"/>
                <a:gd name="T74" fmla="*/ 112860311 w 379"/>
                <a:gd name="T75" fmla="*/ 516047329 h 391"/>
                <a:gd name="T76" fmla="*/ 136702983 w 379"/>
                <a:gd name="T77" fmla="*/ 558269586 h 39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79"/>
                <a:gd name="T118" fmla="*/ 0 h 391"/>
                <a:gd name="T119" fmla="*/ 379 w 379"/>
                <a:gd name="T120" fmla="*/ 391 h 39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79" h="391">
                  <a:moveTo>
                    <a:pt x="86" y="357"/>
                  </a:moveTo>
                  <a:lnTo>
                    <a:pt x="83" y="366"/>
                  </a:lnTo>
                  <a:lnTo>
                    <a:pt x="86" y="367"/>
                  </a:lnTo>
                  <a:lnTo>
                    <a:pt x="97" y="391"/>
                  </a:lnTo>
                  <a:lnTo>
                    <a:pt x="103" y="385"/>
                  </a:lnTo>
                  <a:lnTo>
                    <a:pt x="116" y="389"/>
                  </a:lnTo>
                  <a:lnTo>
                    <a:pt x="128" y="382"/>
                  </a:lnTo>
                  <a:lnTo>
                    <a:pt x="135" y="376"/>
                  </a:lnTo>
                  <a:lnTo>
                    <a:pt x="140" y="386"/>
                  </a:lnTo>
                  <a:lnTo>
                    <a:pt x="154" y="383"/>
                  </a:lnTo>
                  <a:lnTo>
                    <a:pt x="160" y="348"/>
                  </a:lnTo>
                  <a:lnTo>
                    <a:pt x="167" y="343"/>
                  </a:lnTo>
                  <a:lnTo>
                    <a:pt x="180" y="331"/>
                  </a:lnTo>
                  <a:lnTo>
                    <a:pt x="185" y="319"/>
                  </a:lnTo>
                  <a:lnTo>
                    <a:pt x="188" y="305"/>
                  </a:lnTo>
                  <a:lnTo>
                    <a:pt x="202" y="311"/>
                  </a:lnTo>
                  <a:lnTo>
                    <a:pt x="206" y="302"/>
                  </a:lnTo>
                  <a:lnTo>
                    <a:pt x="211" y="299"/>
                  </a:lnTo>
                  <a:lnTo>
                    <a:pt x="220" y="286"/>
                  </a:lnTo>
                  <a:lnTo>
                    <a:pt x="234" y="286"/>
                  </a:lnTo>
                  <a:lnTo>
                    <a:pt x="237" y="276"/>
                  </a:lnTo>
                  <a:lnTo>
                    <a:pt x="266" y="261"/>
                  </a:lnTo>
                  <a:lnTo>
                    <a:pt x="288" y="263"/>
                  </a:lnTo>
                  <a:lnTo>
                    <a:pt x="291" y="264"/>
                  </a:lnTo>
                  <a:lnTo>
                    <a:pt x="313" y="256"/>
                  </a:lnTo>
                  <a:lnTo>
                    <a:pt x="337" y="256"/>
                  </a:lnTo>
                  <a:lnTo>
                    <a:pt x="363" y="254"/>
                  </a:lnTo>
                  <a:lnTo>
                    <a:pt x="375" y="231"/>
                  </a:lnTo>
                  <a:lnTo>
                    <a:pt x="376" y="212"/>
                  </a:lnTo>
                  <a:lnTo>
                    <a:pt x="376" y="192"/>
                  </a:lnTo>
                  <a:lnTo>
                    <a:pt x="378" y="173"/>
                  </a:lnTo>
                  <a:lnTo>
                    <a:pt x="379" y="154"/>
                  </a:lnTo>
                  <a:lnTo>
                    <a:pt x="353" y="154"/>
                  </a:lnTo>
                  <a:lnTo>
                    <a:pt x="352" y="133"/>
                  </a:lnTo>
                  <a:lnTo>
                    <a:pt x="320" y="120"/>
                  </a:lnTo>
                  <a:lnTo>
                    <a:pt x="308" y="110"/>
                  </a:lnTo>
                  <a:lnTo>
                    <a:pt x="308" y="103"/>
                  </a:lnTo>
                  <a:lnTo>
                    <a:pt x="292" y="90"/>
                  </a:lnTo>
                  <a:lnTo>
                    <a:pt x="275" y="77"/>
                  </a:lnTo>
                  <a:lnTo>
                    <a:pt x="257" y="64"/>
                  </a:lnTo>
                  <a:lnTo>
                    <a:pt x="241" y="51"/>
                  </a:lnTo>
                  <a:lnTo>
                    <a:pt x="224" y="39"/>
                  </a:lnTo>
                  <a:lnTo>
                    <a:pt x="206" y="26"/>
                  </a:lnTo>
                  <a:lnTo>
                    <a:pt x="190" y="13"/>
                  </a:lnTo>
                  <a:lnTo>
                    <a:pt x="173" y="0"/>
                  </a:lnTo>
                  <a:lnTo>
                    <a:pt x="153" y="0"/>
                  </a:lnTo>
                  <a:lnTo>
                    <a:pt x="132" y="0"/>
                  </a:lnTo>
                  <a:lnTo>
                    <a:pt x="135" y="27"/>
                  </a:lnTo>
                  <a:lnTo>
                    <a:pt x="138" y="56"/>
                  </a:lnTo>
                  <a:lnTo>
                    <a:pt x="141" y="84"/>
                  </a:lnTo>
                  <a:lnTo>
                    <a:pt x="143" y="112"/>
                  </a:lnTo>
                  <a:lnTo>
                    <a:pt x="145" y="139"/>
                  </a:lnTo>
                  <a:lnTo>
                    <a:pt x="148" y="168"/>
                  </a:lnTo>
                  <a:lnTo>
                    <a:pt x="151" y="196"/>
                  </a:lnTo>
                  <a:lnTo>
                    <a:pt x="153" y="224"/>
                  </a:lnTo>
                  <a:lnTo>
                    <a:pt x="160" y="228"/>
                  </a:lnTo>
                  <a:lnTo>
                    <a:pt x="156" y="250"/>
                  </a:lnTo>
                  <a:lnTo>
                    <a:pt x="134" y="250"/>
                  </a:lnTo>
                  <a:lnTo>
                    <a:pt x="112" y="250"/>
                  </a:lnTo>
                  <a:lnTo>
                    <a:pt x="89" y="250"/>
                  </a:lnTo>
                  <a:lnTo>
                    <a:pt x="67" y="250"/>
                  </a:lnTo>
                  <a:lnTo>
                    <a:pt x="64" y="247"/>
                  </a:lnTo>
                  <a:lnTo>
                    <a:pt x="32" y="256"/>
                  </a:lnTo>
                  <a:lnTo>
                    <a:pt x="29" y="257"/>
                  </a:lnTo>
                  <a:lnTo>
                    <a:pt x="15" y="248"/>
                  </a:lnTo>
                  <a:lnTo>
                    <a:pt x="4" y="270"/>
                  </a:lnTo>
                  <a:lnTo>
                    <a:pt x="0" y="269"/>
                  </a:lnTo>
                  <a:lnTo>
                    <a:pt x="6" y="296"/>
                  </a:lnTo>
                  <a:lnTo>
                    <a:pt x="13" y="306"/>
                  </a:lnTo>
                  <a:lnTo>
                    <a:pt x="19" y="331"/>
                  </a:lnTo>
                  <a:lnTo>
                    <a:pt x="16" y="338"/>
                  </a:lnTo>
                  <a:lnTo>
                    <a:pt x="31" y="338"/>
                  </a:lnTo>
                  <a:lnTo>
                    <a:pt x="38" y="341"/>
                  </a:lnTo>
                  <a:lnTo>
                    <a:pt x="52" y="340"/>
                  </a:lnTo>
                  <a:lnTo>
                    <a:pt x="67" y="334"/>
                  </a:lnTo>
                  <a:lnTo>
                    <a:pt x="71" y="330"/>
                  </a:lnTo>
                  <a:lnTo>
                    <a:pt x="77" y="351"/>
                  </a:lnTo>
                  <a:lnTo>
                    <a:pt x="86" y="35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="" xmlns:a16="http://schemas.microsoft.com/office/drawing/2014/main" id="{D26D8911-12FC-42F4-B2E0-998BC7DA4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6169" y="2663825"/>
              <a:ext cx="9525" cy="0"/>
            </a:xfrm>
            <a:custGeom>
              <a:avLst/>
              <a:gdLst>
                <a:gd name="T0" fmla="*/ 15120939 w 6"/>
                <a:gd name="T1" fmla="*/ 0 h 3"/>
                <a:gd name="T2" fmla="*/ 7561263 w 6"/>
                <a:gd name="T3" fmla="*/ 0 h 3"/>
                <a:gd name="T4" fmla="*/ 0 w 6"/>
                <a:gd name="T5" fmla="*/ 0 h 3"/>
                <a:gd name="T6" fmla="*/ 15120939 w 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3"/>
                <a:gd name="T14" fmla="*/ 6 w 6"/>
                <a:gd name="T15" fmla="*/ 0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3">
                  <a:moveTo>
                    <a:pt x="6" y="2"/>
                  </a:moveTo>
                  <a:lnTo>
                    <a:pt x="3" y="3"/>
                  </a:lnTo>
                  <a:lnTo>
                    <a:pt x="0" y="0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="" xmlns:a16="http://schemas.microsoft.com/office/drawing/2014/main" id="{7C413410-9365-4DA6-80CC-0C01E83EB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344" y="2951163"/>
              <a:ext cx="355600" cy="414337"/>
            </a:xfrm>
            <a:custGeom>
              <a:avLst/>
              <a:gdLst>
                <a:gd name="T0" fmla="*/ 22580600 w 280"/>
                <a:gd name="T1" fmla="*/ 449288200 h 330"/>
                <a:gd name="T2" fmla="*/ 12903199 w 280"/>
                <a:gd name="T3" fmla="*/ 465051834 h 330"/>
                <a:gd name="T4" fmla="*/ 25806399 w 280"/>
                <a:gd name="T5" fmla="*/ 417758422 h 330"/>
                <a:gd name="T6" fmla="*/ 33870895 w 280"/>
                <a:gd name="T7" fmla="*/ 367312283 h 330"/>
                <a:gd name="T8" fmla="*/ 22580600 w 280"/>
                <a:gd name="T9" fmla="*/ 327901237 h 330"/>
                <a:gd name="T10" fmla="*/ 25806399 w 280"/>
                <a:gd name="T11" fmla="*/ 283760551 h 330"/>
                <a:gd name="T12" fmla="*/ 1612900 w 280"/>
                <a:gd name="T13" fmla="*/ 258537482 h 330"/>
                <a:gd name="T14" fmla="*/ 0 w 280"/>
                <a:gd name="T15" fmla="*/ 271148389 h 330"/>
                <a:gd name="T16" fmla="*/ 3225800 w 280"/>
                <a:gd name="T17" fmla="*/ 247502311 h 330"/>
                <a:gd name="T18" fmla="*/ 41935402 w 280"/>
                <a:gd name="T19" fmla="*/ 247502311 h 330"/>
                <a:gd name="T20" fmla="*/ 77419186 w 280"/>
                <a:gd name="T21" fmla="*/ 247502311 h 330"/>
                <a:gd name="T22" fmla="*/ 114515890 w 280"/>
                <a:gd name="T23" fmla="*/ 247502311 h 330"/>
                <a:gd name="T24" fmla="*/ 149999674 w 280"/>
                <a:gd name="T25" fmla="*/ 247502311 h 330"/>
                <a:gd name="T26" fmla="*/ 149999674 w 280"/>
                <a:gd name="T27" fmla="*/ 211244070 h 330"/>
                <a:gd name="T28" fmla="*/ 151612574 w 280"/>
                <a:gd name="T29" fmla="*/ 176561565 h 330"/>
                <a:gd name="T30" fmla="*/ 188709297 w 280"/>
                <a:gd name="T31" fmla="*/ 157645165 h 330"/>
                <a:gd name="T32" fmla="*/ 188709297 w 280"/>
                <a:gd name="T33" fmla="*/ 105622035 h 330"/>
                <a:gd name="T34" fmla="*/ 191935096 w 280"/>
                <a:gd name="T35" fmla="*/ 53598885 h 330"/>
                <a:gd name="T36" fmla="*/ 222580182 w 280"/>
                <a:gd name="T37" fmla="*/ 53598885 h 330"/>
                <a:gd name="T38" fmla="*/ 249999470 w 280"/>
                <a:gd name="T39" fmla="*/ 53598885 h 330"/>
                <a:gd name="T40" fmla="*/ 280644557 w 280"/>
                <a:gd name="T41" fmla="*/ 53598885 h 330"/>
                <a:gd name="T42" fmla="*/ 311289644 w 280"/>
                <a:gd name="T43" fmla="*/ 53598885 h 330"/>
                <a:gd name="T44" fmla="*/ 312902543 w 280"/>
                <a:gd name="T45" fmla="*/ 0 h 330"/>
                <a:gd name="T46" fmla="*/ 348386407 w 280"/>
                <a:gd name="T47" fmla="*/ 23646088 h 330"/>
                <a:gd name="T48" fmla="*/ 380644393 w 280"/>
                <a:gd name="T49" fmla="*/ 45716441 h 330"/>
                <a:gd name="T50" fmla="*/ 416128177 w 280"/>
                <a:gd name="T51" fmla="*/ 70939510 h 330"/>
                <a:gd name="T52" fmla="*/ 451611962 w 280"/>
                <a:gd name="T53" fmla="*/ 94586864 h 330"/>
                <a:gd name="T54" fmla="*/ 419353976 w 280"/>
                <a:gd name="T55" fmla="*/ 94586864 h 330"/>
                <a:gd name="T56" fmla="*/ 385483091 w 280"/>
                <a:gd name="T57" fmla="*/ 94586864 h 330"/>
                <a:gd name="T58" fmla="*/ 390321789 w 280"/>
                <a:gd name="T59" fmla="*/ 137150558 h 330"/>
                <a:gd name="T60" fmla="*/ 395160486 w 280"/>
                <a:gd name="T61" fmla="*/ 182868274 h 330"/>
                <a:gd name="T62" fmla="*/ 399999184 w 280"/>
                <a:gd name="T63" fmla="*/ 227008959 h 330"/>
                <a:gd name="T64" fmla="*/ 403224983 w 280"/>
                <a:gd name="T65" fmla="*/ 271148389 h 330"/>
                <a:gd name="T66" fmla="*/ 406450782 w 280"/>
                <a:gd name="T67" fmla="*/ 313713339 h 330"/>
                <a:gd name="T68" fmla="*/ 411289479 w 280"/>
                <a:gd name="T69" fmla="*/ 359429838 h 330"/>
                <a:gd name="T70" fmla="*/ 416128177 w 280"/>
                <a:gd name="T71" fmla="*/ 403570523 h 330"/>
                <a:gd name="T72" fmla="*/ 419353976 w 280"/>
                <a:gd name="T73" fmla="*/ 447711209 h 330"/>
                <a:gd name="T74" fmla="*/ 430644271 w 280"/>
                <a:gd name="T75" fmla="*/ 454016662 h 330"/>
                <a:gd name="T76" fmla="*/ 424192674 w 280"/>
                <a:gd name="T77" fmla="*/ 488699168 h 330"/>
                <a:gd name="T78" fmla="*/ 388708889 w 280"/>
                <a:gd name="T79" fmla="*/ 488699168 h 330"/>
                <a:gd name="T80" fmla="*/ 353225105 w 280"/>
                <a:gd name="T81" fmla="*/ 488699168 h 330"/>
                <a:gd name="T82" fmla="*/ 316128342 w 280"/>
                <a:gd name="T83" fmla="*/ 488699168 h 330"/>
                <a:gd name="T84" fmla="*/ 280644557 w 280"/>
                <a:gd name="T85" fmla="*/ 488699168 h 330"/>
                <a:gd name="T86" fmla="*/ 275805859 w 280"/>
                <a:gd name="T87" fmla="*/ 483969450 h 330"/>
                <a:gd name="T88" fmla="*/ 224193082 w 280"/>
                <a:gd name="T89" fmla="*/ 498157348 h 330"/>
                <a:gd name="T90" fmla="*/ 219354384 w 280"/>
                <a:gd name="T91" fmla="*/ 499734339 h 330"/>
                <a:gd name="T92" fmla="*/ 196773794 w 280"/>
                <a:gd name="T93" fmla="*/ 485546441 h 330"/>
                <a:gd name="T94" fmla="*/ 179031901 w 280"/>
                <a:gd name="T95" fmla="*/ 520227690 h 330"/>
                <a:gd name="T96" fmla="*/ 172580304 w 280"/>
                <a:gd name="T97" fmla="*/ 518650699 h 330"/>
                <a:gd name="T98" fmla="*/ 145160976 w 280"/>
                <a:gd name="T99" fmla="*/ 490274903 h 330"/>
                <a:gd name="T100" fmla="*/ 116128789 w 280"/>
                <a:gd name="T101" fmla="*/ 460322116 h 330"/>
                <a:gd name="T102" fmla="*/ 80644985 w 280"/>
                <a:gd name="T103" fmla="*/ 442981491 h 330"/>
                <a:gd name="T104" fmla="*/ 53225697 w 280"/>
                <a:gd name="T105" fmla="*/ 444558482 h 330"/>
                <a:gd name="T106" fmla="*/ 22580600 w 280"/>
                <a:gd name="T107" fmla="*/ 449288200 h 33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80"/>
                <a:gd name="T163" fmla="*/ 0 h 330"/>
                <a:gd name="T164" fmla="*/ 280 w 280"/>
                <a:gd name="T165" fmla="*/ 330 h 33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80" h="330">
                  <a:moveTo>
                    <a:pt x="14" y="285"/>
                  </a:moveTo>
                  <a:lnTo>
                    <a:pt x="8" y="295"/>
                  </a:lnTo>
                  <a:lnTo>
                    <a:pt x="16" y="265"/>
                  </a:lnTo>
                  <a:lnTo>
                    <a:pt x="21" y="233"/>
                  </a:lnTo>
                  <a:lnTo>
                    <a:pt x="14" y="208"/>
                  </a:lnTo>
                  <a:lnTo>
                    <a:pt x="16" y="180"/>
                  </a:lnTo>
                  <a:lnTo>
                    <a:pt x="1" y="164"/>
                  </a:lnTo>
                  <a:lnTo>
                    <a:pt x="0" y="172"/>
                  </a:lnTo>
                  <a:lnTo>
                    <a:pt x="2" y="157"/>
                  </a:lnTo>
                  <a:lnTo>
                    <a:pt x="26" y="157"/>
                  </a:lnTo>
                  <a:lnTo>
                    <a:pt x="48" y="157"/>
                  </a:lnTo>
                  <a:lnTo>
                    <a:pt x="71" y="157"/>
                  </a:lnTo>
                  <a:lnTo>
                    <a:pt x="93" y="157"/>
                  </a:lnTo>
                  <a:lnTo>
                    <a:pt x="93" y="134"/>
                  </a:lnTo>
                  <a:lnTo>
                    <a:pt x="94" y="112"/>
                  </a:lnTo>
                  <a:lnTo>
                    <a:pt x="117" y="100"/>
                  </a:lnTo>
                  <a:lnTo>
                    <a:pt x="117" y="67"/>
                  </a:lnTo>
                  <a:lnTo>
                    <a:pt x="119" y="34"/>
                  </a:lnTo>
                  <a:lnTo>
                    <a:pt x="138" y="34"/>
                  </a:lnTo>
                  <a:lnTo>
                    <a:pt x="155" y="34"/>
                  </a:lnTo>
                  <a:lnTo>
                    <a:pt x="174" y="34"/>
                  </a:lnTo>
                  <a:lnTo>
                    <a:pt x="193" y="34"/>
                  </a:lnTo>
                  <a:lnTo>
                    <a:pt x="194" y="0"/>
                  </a:lnTo>
                  <a:lnTo>
                    <a:pt x="216" y="15"/>
                  </a:lnTo>
                  <a:lnTo>
                    <a:pt x="236" y="29"/>
                  </a:lnTo>
                  <a:lnTo>
                    <a:pt x="258" y="45"/>
                  </a:lnTo>
                  <a:lnTo>
                    <a:pt x="280" y="60"/>
                  </a:lnTo>
                  <a:lnTo>
                    <a:pt x="260" y="60"/>
                  </a:lnTo>
                  <a:lnTo>
                    <a:pt x="239" y="60"/>
                  </a:lnTo>
                  <a:lnTo>
                    <a:pt x="242" y="87"/>
                  </a:lnTo>
                  <a:lnTo>
                    <a:pt x="245" y="116"/>
                  </a:lnTo>
                  <a:lnTo>
                    <a:pt x="248" y="144"/>
                  </a:lnTo>
                  <a:lnTo>
                    <a:pt x="250" y="172"/>
                  </a:lnTo>
                  <a:lnTo>
                    <a:pt x="252" y="199"/>
                  </a:lnTo>
                  <a:lnTo>
                    <a:pt x="255" y="228"/>
                  </a:lnTo>
                  <a:lnTo>
                    <a:pt x="258" y="256"/>
                  </a:lnTo>
                  <a:lnTo>
                    <a:pt x="260" y="284"/>
                  </a:lnTo>
                  <a:lnTo>
                    <a:pt x="267" y="288"/>
                  </a:lnTo>
                  <a:lnTo>
                    <a:pt x="263" y="310"/>
                  </a:lnTo>
                  <a:lnTo>
                    <a:pt x="241" y="310"/>
                  </a:lnTo>
                  <a:lnTo>
                    <a:pt x="219" y="310"/>
                  </a:lnTo>
                  <a:lnTo>
                    <a:pt x="196" y="310"/>
                  </a:lnTo>
                  <a:lnTo>
                    <a:pt x="174" y="310"/>
                  </a:lnTo>
                  <a:lnTo>
                    <a:pt x="171" y="307"/>
                  </a:lnTo>
                  <a:lnTo>
                    <a:pt x="139" y="316"/>
                  </a:lnTo>
                  <a:lnTo>
                    <a:pt x="136" y="317"/>
                  </a:lnTo>
                  <a:lnTo>
                    <a:pt x="122" y="308"/>
                  </a:lnTo>
                  <a:lnTo>
                    <a:pt x="111" y="330"/>
                  </a:lnTo>
                  <a:lnTo>
                    <a:pt x="107" y="329"/>
                  </a:lnTo>
                  <a:lnTo>
                    <a:pt x="90" y="311"/>
                  </a:lnTo>
                  <a:lnTo>
                    <a:pt x="72" y="292"/>
                  </a:lnTo>
                  <a:lnTo>
                    <a:pt x="50" y="281"/>
                  </a:lnTo>
                  <a:lnTo>
                    <a:pt x="33" y="282"/>
                  </a:lnTo>
                  <a:lnTo>
                    <a:pt x="14" y="28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="" xmlns:a16="http://schemas.microsoft.com/office/drawing/2014/main" id="{AE5A20F7-3F38-4B45-B55F-802B9FCE2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819" y="2663825"/>
              <a:ext cx="350837" cy="274638"/>
            </a:xfrm>
            <a:custGeom>
              <a:avLst/>
              <a:gdLst>
                <a:gd name="T0" fmla="*/ 231168269 w 274"/>
                <a:gd name="T1" fmla="*/ 84065945 h 216"/>
                <a:gd name="T2" fmla="*/ 196738882 w 274"/>
                <a:gd name="T3" fmla="*/ 106698144 h 216"/>
                <a:gd name="T4" fmla="*/ 163949682 w 274"/>
                <a:gd name="T5" fmla="*/ 127714302 h 216"/>
                <a:gd name="T6" fmla="*/ 147553822 w 274"/>
                <a:gd name="T7" fmla="*/ 161663873 h 216"/>
                <a:gd name="T8" fmla="*/ 127880070 w 274"/>
                <a:gd name="T9" fmla="*/ 193997442 h 216"/>
                <a:gd name="T10" fmla="*/ 132799468 w 274"/>
                <a:gd name="T11" fmla="*/ 231180365 h 216"/>
                <a:gd name="T12" fmla="*/ 116403607 w 274"/>
                <a:gd name="T13" fmla="*/ 261896582 h 216"/>
                <a:gd name="T14" fmla="*/ 96729855 w 274"/>
                <a:gd name="T15" fmla="*/ 292611528 h 216"/>
                <a:gd name="T16" fmla="*/ 68858793 w 274"/>
                <a:gd name="T17" fmla="*/ 312011646 h 216"/>
                <a:gd name="T18" fmla="*/ 42626697 w 274"/>
                <a:gd name="T19" fmla="*/ 329794451 h 216"/>
                <a:gd name="T20" fmla="*/ 0 w 274"/>
                <a:gd name="T21" fmla="*/ 349194648 h 216"/>
                <a:gd name="T22" fmla="*/ 42626697 w 274"/>
                <a:gd name="T23" fmla="*/ 349194648 h 216"/>
                <a:gd name="T24" fmla="*/ 81974201 w 274"/>
                <a:gd name="T25" fmla="*/ 349194648 h 216"/>
                <a:gd name="T26" fmla="*/ 126241124 w 274"/>
                <a:gd name="T27" fmla="*/ 349194648 h 216"/>
                <a:gd name="T28" fmla="*/ 165588628 w 274"/>
                <a:gd name="T29" fmla="*/ 349194648 h 216"/>
                <a:gd name="T30" fmla="*/ 173785958 w 274"/>
                <a:gd name="T31" fmla="*/ 300695546 h 216"/>
                <a:gd name="T32" fmla="*/ 204936173 w 274"/>
                <a:gd name="T33" fmla="*/ 282912741 h 216"/>
                <a:gd name="T34" fmla="*/ 234447441 w 274"/>
                <a:gd name="T35" fmla="*/ 265128664 h 216"/>
                <a:gd name="T36" fmla="*/ 265597655 w 274"/>
                <a:gd name="T37" fmla="*/ 252196523 h 216"/>
                <a:gd name="T38" fmla="*/ 300027042 w 274"/>
                <a:gd name="T39" fmla="*/ 239263112 h 216"/>
                <a:gd name="T40" fmla="*/ 326259138 w 274"/>
                <a:gd name="T41" fmla="*/ 219862994 h 216"/>
                <a:gd name="T42" fmla="*/ 352491315 w 274"/>
                <a:gd name="T43" fmla="*/ 200464148 h 216"/>
                <a:gd name="T44" fmla="*/ 352491315 w 274"/>
                <a:gd name="T45" fmla="*/ 174597324 h 216"/>
                <a:gd name="T46" fmla="*/ 400036109 w 274"/>
                <a:gd name="T47" fmla="*/ 158430520 h 216"/>
                <a:gd name="T48" fmla="*/ 439383614 w 274"/>
                <a:gd name="T49" fmla="*/ 153581126 h 216"/>
                <a:gd name="T50" fmla="*/ 449221130 w 274"/>
                <a:gd name="T51" fmla="*/ 142265026 h 216"/>
                <a:gd name="T52" fmla="*/ 426268206 w 274"/>
                <a:gd name="T53" fmla="*/ 105082103 h 216"/>
                <a:gd name="T54" fmla="*/ 418070916 w 274"/>
                <a:gd name="T55" fmla="*/ 74365866 h 216"/>
                <a:gd name="T56" fmla="*/ 413152798 w 274"/>
                <a:gd name="T57" fmla="*/ 42032337 h 216"/>
                <a:gd name="T58" fmla="*/ 406594453 w 274"/>
                <a:gd name="T59" fmla="*/ 32332268 h 216"/>
                <a:gd name="T60" fmla="*/ 380362357 w 274"/>
                <a:gd name="T61" fmla="*/ 24249521 h 216"/>
                <a:gd name="T62" fmla="*/ 370524841 w 274"/>
                <a:gd name="T63" fmla="*/ 27482874 h 216"/>
                <a:gd name="T64" fmla="*/ 308224332 w 274"/>
                <a:gd name="T65" fmla="*/ 22633481 h 216"/>
                <a:gd name="T66" fmla="*/ 290190806 w 274"/>
                <a:gd name="T67" fmla="*/ 0 h 216"/>
                <a:gd name="T68" fmla="*/ 268876828 w 274"/>
                <a:gd name="T69" fmla="*/ 16166770 h 216"/>
                <a:gd name="T70" fmla="*/ 249203075 w 274"/>
                <a:gd name="T71" fmla="*/ 50116355 h 216"/>
                <a:gd name="T72" fmla="*/ 231168269 w 274"/>
                <a:gd name="T73" fmla="*/ 84065945 h 2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74"/>
                <a:gd name="T112" fmla="*/ 0 h 216"/>
                <a:gd name="T113" fmla="*/ 274 w 274"/>
                <a:gd name="T114" fmla="*/ 216 h 21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74" h="216">
                  <a:moveTo>
                    <a:pt x="141" y="52"/>
                  </a:moveTo>
                  <a:lnTo>
                    <a:pt x="120" y="66"/>
                  </a:lnTo>
                  <a:lnTo>
                    <a:pt x="100" y="79"/>
                  </a:lnTo>
                  <a:lnTo>
                    <a:pt x="90" y="100"/>
                  </a:lnTo>
                  <a:lnTo>
                    <a:pt x="78" y="120"/>
                  </a:lnTo>
                  <a:lnTo>
                    <a:pt x="81" y="143"/>
                  </a:lnTo>
                  <a:lnTo>
                    <a:pt x="71" y="162"/>
                  </a:lnTo>
                  <a:lnTo>
                    <a:pt x="59" y="181"/>
                  </a:lnTo>
                  <a:lnTo>
                    <a:pt x="42" y="193"/>
                  </a:lnTo>
                  <a:lnTo>
                    <a:pt x="26" y="204"/>
                  </a:lnTo>
                  <a:lnTo>
                    <a:pt x="0" y="216"/>
                  </a:lnTo>
                  <a:lnTo>
                    <a:pt x="26" y="216"/>
                  </a:lnTo>
                  <a:lnTo>
                    <a:pt x="50" y="216"/>
                  </a:lnTo>
                  <a:lnTo>
                    <a:pt x="77" y="216"/>
                  </a:lnTo>
                  <a:lnTo>
                    <a:pt x="101" y="216"/>
                  </a:lnTo>
                  <a:lnTo>
                    <a:pt x="106" y="186"/>
                  </a:lnTo>
                  <a:lnTo>
                    <a:pt x="125" y="175"/>
                  </a:lnTo>
                  <a:lnTo>
                    <a:pt x="143" y="164"/>
                  </a:lnTo>
                  <a:lnTo>
                    <a:pt x="162" y="156"/>
                  </a:lnTo>
                  <a:lnTo>
                    <a:pt x="183" y="148"/>
                  </a:lnTo>
                  <a:lnTo>
                    <a:pt x="199" y="136"/>
                  </a:lnTo>
                  <a:lnTo>
                    <a:pt x="215" y="124"/>
                  </a:lnTo>
                  <a:lnTo>
                    <a:pt x="215" y="108"/>
                  </a:lnTo>
                  <a:lnTo>
                    <a:pt x="244" y="98"/>
                  </a:lnTo>
                  <a:lnTo>
                    <a:pt x="268" y="95"/>
                  </a:lnTo>
                  <a:lnTo>
                    <a:pt x="274" y="88"/>
                  </a:lnTo>
                  <a:lnTo>
                    <a:pt x="260" y="65"/>
                  </a:lnTo>
                  <a:lnTo>
                    <a:pt x="255" y="46"/>
                  </a:lnTo>
                  <a:lnTo>
                    <a:pt x="252" y="26"/>
                  </a:lnTo>
                  <a:lnTo>
                    <a:pt x="248" y="20"/>
                  </a:lnTo>
                  <a:lnTo>
                    <a:pt x="232" y="15"/>
                  </a:lnTo>
                  <a:lnTo>
                    <a:pt x="226" y="17"/>
                  </a:lnTo>
                  <a:lnTo>
                    <a:pt x="188" y="14"/>
                  </a:lnTo>
                  <a:lnTo>
                    <a:pt x="177" y="0"/>
                  </a:lnTo>
                  <a:lnTo>
                    <a:pt x="164" y="10"/>
                  </a:lnTo>
                  <a:lnTo>
                    <a:pt x="152" y="31"/>
                  </a:lnTo>
                  <a:lnTo>
                    <a:pt x="141" y="5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="" xmlns:a16="http://schemas.microsoft.com/office/drawing/2014/main" id="{BD7391D9-9C6B-4B53-B56E-B54216633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7231" y="3073400"/>
              <a:ext cx="457200" cy="393700"/>
            </a:xfrm>
            <a:custGeom>
              <a:avLst/>
              <a:gdLst>
                <a:gd name="T0" fmla="*/ 63254064 w 359"/>
                <a:gd name="T1" fmla="*/ 456724893 h 311"/>
                <a:gd name="T2" fmla="*/ 48656781 w 359"/>
                <a:gd name="T3" fmla="*/ 458327542 h 311"/>
                <a:gd name="T4" fmla="*/ 27572090 w 359"/>
                <a:gd name="T5" fmla="*/ 442302313 h 311"/>
                <a:gd name="T6" fmla="*/ 27572090 w 359"/>
                <a:gd name="T7" fmla="*/ 427879733 h 311"/>
                <a:gd name="T8" fmla="*/ 35681974 w 359"/>
                <a:gd name="T9" fmla="*/ 426277084 h 311"/>
                <a:gd name="T10" fmla="*/ 4866187 w 359"/>
                <a:gd name="T11" fmla="*/ 395828008 h 311"/>
                <a:gd name="T12" fmla="*/ 0 w 359"/>
                <a:gd name="T13" fmla="*/ 358969601 h 311"/>
                <a:gd name="T14" fmla="*/ 4866187 w 359"/>
                <a:gd name="T15" fmla="*/ 360572250 h 311"/>
                <a:gd name="T16" fmla="*/ 40546886 w 359"/>
                <a:gd name="T17" fmla="*/ 347752320 h 311"/>
                <a:gd name="T18" fmla="*/ 79472560 w 359"/>
                <a:gd name="T19" fmla="*/ 347752320 h 311"/>
                <a:gd name="T20" fmla="*/ 121641943 w 359"/>
                <a:gd name="T21" fmla="*/ 344547021 h 311"/>
                <a:gd name="T22" fmla="*/ 141105411 w 359"/>
                <a:gd name="T23" fmla="*/ 307688535 h 311"/>
                <a:gd name="T24" fmla="*/ 142726624 w 359"/>
                <a:gd name="T25" fmla="*/ 277240725 h 311"/>
                <a:gd name="T26" fmla="*/ 142726624 w 359"/>
                <a:gd name="T27" fmla="*/ 245189001 h 311"/>
                <a:gd name="T28" fmla="*/ 145970323 w 359"/>
                <a:gd name="T29" fmla="*/ 214741191 h 311"/>
                <a:gd name="T30" fmla="*/ 147592810 w 359"/>
                <a:gd name="T31" fmla="*/ 184292116 h 311"/>
                <a:gd name="T32" fmla="*/ 176787416 w 359"/>
                <a:gd name="T33" fmla="*/ 176280134 h 311"/>
                <a:gd name="T34" fmla="*/ 207603195 w 359"/>
                <a:gd name="T35" fmla="*/ 173074835 h 311"/>
                <a:gd name="T36" fmla="*/ 235175274 w 359"/>
                <a:gd name="T37" fmla="*/ 142626986 h 311"/>
                <a:gd name="T38" fmla="*/ 265991053 w 359"/>
                <a:gd name="T39" fmla="*/ 112177911 h 311"/>
                <a:gd name="T40" fmla="*/ 308160416 w 359"/>
                <a:gd name="T41" fmla="*/ 83332752 h 311"/>
                <a:gd name="T42" fmla="*/ 348708646 w 359"/>
                <a:gd name="T43" fmla="*/ 56088956 h 311"/>
                <a:gd name="T44" fmla="*/ 390878008 w 359"/>
                <a:gd name="T45" fmla="*/ 27243786 h 311"/>
                <a:gd name="T46" fmla="*/ 431424885 w 359"/>
                <a:gd name="T47" fmla="*/ 0 h 311"/>
                <a:gd name="T48" fmla="*/ 484947832 w 359"/>
                <a:gd name="T49" fmla="*/ 11217286 h 311"/>
                <a:gd name="T50" fmla="*/ 515763611 w 359"/>
                <a:gd name="T51" fmla="*/ 36858417 h 311"/>
                <a:gd name="T52" fmla="*/ 541714478 w 359"/>
                <a:gd name="T53" fmla="*/ 24038487 h 311"/>
                <a:gd name="T54" fmla="*/ 543335690 w 359"/>
                <a:gd name="T55" fmla="*/ 20833188 h 311"/>
                <a:gd name="T56" fmla="*/ 546579389 w 359"/>
                <a:gd name="T57" fmla="*/ 52883657 h 311"/>
                <a:gd name="T58" fmla="*/ 551445575 w 359"/>
                <a:gd name="T59" fmla="*/ 83332752 h 311"/>
                <a:gd name="T60" fmla="*/ 582261354 w 359"/>
                <a:gd name="T61" fmla="*/ 133011089 h 311"/>
                <a:gd name="T62" fmla="*/ 574151469 w 359"/>
                <a:gd name="T63" fmla="*/ 150638968 h 311"/>
                <a:gd name="T64" fmla="*/ 572530256 w 359"/>
                <a:gd name="T65" fmla="*/ 184292116 h 311"/>
                <a:gd name="T66" fmla="*/ 569286557 w 359"/>
                <a:gd name="T67" fmla="*/ 214741191 h 311"/>
                <a:gd name="T68" fmla="*/ 567664071 w 359"/>
                <a:gd name="T69" fmla="*/ 246791650 h 311"/>
                <a:gd name="T70" fmla="*/ 567664071 w 359"/>
                <a:gd name="T71" fmla="*/ 278842109 h 311"/>
                <a:gd name="T72" fmla="*/ 548201876 w 359"/>
                <a:gd name="T73" fmla="*/ 304483235 h 311"/>
                <a:gd name="T74" fmla="*/ 531982106 w 359"/>
                <a:gd name="T75" fmla="*/ 328521713 h 311"/>
                <a:gd name="T76" fmla="*/ 515763611 w 359"/>
                <a:gd name="T77" fmla="*/ 354161652 h 311"/>
                <a:gd name="T78" fmla="*/ 499545115 w 359"/>
                <a:gd name="T79" fmla="*/ 379802779 h 311"/>
                <a:gd name="T80" fmla="*/ 499545115 w 359"/>
                <a:gd name="T81" fmla="*/ 415058537 h 311"/>
                <a:gd name="T82" fmla="*/ 457375752 w 359"/>
                <a:gd name="T83" fmla="*/ 437494364 h 311"/>
                <a:gd name="T84" fmla="*/ 418450088 w 359"/>
                <a:gd name="T85" fmla="*/ 432686416 h 311"/>
                <a:gd name="T86" fmla="*/ 381145637 w 359"/>
                <a:gd name="T87" fmla="*/ 431085032 h 311"/>
                <a:gd name="T88" fmla="*/ 338976275 w 359"/>
                <a:gd name="T89" fmla="*/ 451916944 h 311"/>
                <a:gd name="T90" fmla="*/ 311404115 w 359"/>
                <a:gd name="T91" fmla="*/ 440699663 h 311"/>
                <a:gd name="T92" fmla="*/ 282210823 w 359"/>
                <a:gd name="T93" fmla="*/ 427879733 h 311"/>
                <a:gd name="T94" fmla="*/ 244906372 w 359"/>
                <a:gd name="T95" fmla="*/ 440699663 h 311"/>
                <a:gd name="T96" fmla="*/ 218956778 w 359"/>
                <a:gd name="T97" fmla="*/ 415058537 h 311"/>
                <a:gd name="T98" fmla="*/ 181652328 w 359"/>
                <a:gd name="T99" fmla="*/ 411854504 h 311"/>
                <a:gd name="T100" fmla="*/ 145970323 w 359"/>
                <a:gd name="T101" fmla="*/ 423071784 h 311"/>
                <a:gd name="T102" fmla="*/ 139482925 w 359"/>
                <a:gd name="T103" fmla="*/ 453519594 h 311"/>
                <a:gd name="T104" fmla="*/ 126508128 w 359"/>
                <a:gd name="T105" fmla="*/ 482366019 h 311"/>
                <a:gd name="T106" fmla="*/ 124885642 w 359"/>
                <a:gd name="T107" fmla="*/ 498391249 h 311"/>
                <a:gd name="T108" fmla="*/ 90826164 w 359"/>
                <a:gd name="T109" fmla="*/ 471147473 h 311"/>
                <a:gd name="T110" fmla="*/ 82716259 w 359"/>
                <a:gd name="T111" fmla="*/ 483968669 h 311"/>
                <a:gd name="T112" fmla="*/ 79472560 w 359"/>
                <a:gd name="T113" fmla="*/ 491980651 h 311"/>
                <a:gd name="T114" fmla="*/ 79472560 w 359"/>
                <a:gd name="T115" fmla="*/ 488776618 h 311"/>
                <a:gd name="T116" fmla="*/ 69741462 w 359"/>
                <a:gd name="T117" fmla="*/ 467943440 h 311"/>
                <a:gd name="T118" fmla="*/ 63254064 w 359"/>
                <a:gd name="T119" fmla="*/ 456724893 h 31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59"/>
                <a:gd name="T181" fmla="*/ 0 h 311"/>
                <a:gd name="T182" fmla="*/ 359 w 359"/>
                <a:gd name="T183" fmla="*/ 311 h 31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59" h="311">
                  <a:moveTo>
                    <a:pt x="39" y="285"/>
                  </a:moveTo>
                  <a:lnTo>
                    <a:pt x="30" y="286"/>
                  </a:lnTo>
                  <a:lnTo>
                    <a:pt x="17" y="276"/>
                  </a:lnTo>
                  <a:lnTo>
                    <a:pt x="17" y="267"/>
                  </a:lnTo>
                  <a:lnTo>
                    <a:pt x="22" y="266"/>
                  </a:lnTo>
                  <a:lnTo>
                    <a:pt x="3" y="247"/>
                  </a:lnTo>
                  <a:lnTo>
                    <a:pt x="0" y="224"/>
                  </a:lnTo>
                  <a:lnTo>
                    <a:pt x="3" y="225"/>
                  </a:lnTo>
                  <a:lnTo>
                    <a:pt x="25" y="217"/>
                  </a:lnTo>
                  <a:lnTo>
                    <a:pt x="49" y="217"/>
                  </a:lnTo>
                  <a:lnTo>
                    <a:pt x="75" y="215"/>
                  </a:lnTo>
                  <a:lnTo>
                    <a:pt x="87" y="192"/>
                  </a:lnTo>
                  <a:lnTo>
                    <a:pt x="88" y="173"/>
                  </a:lnTo>
                  <a:lnTo>
                    <a:pt x="88" y="153"/>
                  </a:lnTo>
                  <a:lnTo>
                    <a:pt x="90" y="134"/>
                  </a:lnTo>
                  <a:lnTo>
                    <a:pt x="91" y="115"/>
                  </a:lnTo>
                  <a:lnTo>
                    <a:pt x="109" y="110"/>
                  </a:lnTo>
                  <a:lnTo>
                    <a:pt x="128" y="108"/>
                  </a:lnTo>
                  <a:lnTo>
                    <a:pt x="145" y="89"/>
                  </a:lnTo>
                  <a:lnTo>
                    <a:pt x="164" y="70"/>
                  </a:lnTo>
                  <a:lnTo>
                    <a:pt x="190" y="52"/>
                  </a:lnTo>
                  <a:lnTo>
                    <a:pt x="215" y="35"/>
                  </a:lnTo>
                  <a:lnTo>
                    <a:pt x="241" y="17"/>
                  </a:lnTo>
                  <a:lnTo>
                    <a:pt x="266" y="0"/>
                  </a:lnTo>
                  <a:lnTo>
                    <a:pt x="299" y="7"/>
                  </a:lnTo>
                  <a:lnTo>
                    <a:pt x="318" y="23"/>
                  </a:lnTo>
                  <a:lnTo>
                    <a:pt x="334" y="15"/>
                  </a:lnTo>
                  <a:lnTo>
                    <a:pt x="335" y="13"/>
                  </a:lnTo>
                  <a:lnTo>
                    <a:pt x="337" y="33"/>
                  </a:lnTo>
                  <a:lnTo>
                    <a:pt x="340" y="52"/>
                  </a:lnTo>
                  <a:lnTo>
                    <a:pt x="359" y="83"/>
                  </a:lnTo>
                  <a:lnTo>
                    <a:pt x="354" y="94"/>
                  </a:lnTo>
                  <a:lnTo>
                    <a:pt x="353" y="115"/>
                  </a:lnTo>
                  <a:lnTo>
                    <a:pt x="351" y="134"/>
                  </a:lnTo>
                  <a:lnTo>
                    <a:pt x="350" y="154"/>
                  </a:lnTo>
                  <a:lnTo>
                    <a:pt x="350" y="174"/>
                  </a:lnTo>
                  <a:lnTo>
                    <a:pt x="338" y="190"/>
                  </a:lnTo>
                  <a:lnTo>
                    <a:pt x="328" y="205"/>
                  </a:lnTo>
                  <a:lnTo>
                    <a:pt x="318" y="221"/>
                  </a:lnTo>
                  <a:lnTo>
                    <a:pt x="308" y="237"/>
                  </a:lnTo>
                  <a:lnTo>
                    <a:pt x="308" y="259"/>
                  </a:lnTo>
                  <a:lnTo>
                    <a:pt x="282" y="273"/>
                  </a:lnTo>
                  <a:lnTo>
                    <a:pt x="258" y="270"/>
                  </a:lnTo>
                  <a:lnTo>
                    <a:pt x="235" y="269"/>
                  </a:lnTo>
                  <a:lnTo>
                    <a:pt x="209" y="282"/>
                  </a:lnTo>
                  <a:lnTo>
                    <a:pt x="192" y="275"/>
                  </a:lnTo>
                  <a:lnTo>
                    <a:pt x="174" y="267"/>
                  </a:lnTo>
                  <a:lnTo>
                    <a:pt x="151" y="275"/>
                  </a:lnTo>
                  <a:lnTo>
                    <a:pt x="135" y="259"/>
                  </a:lnTo>
                  <a:lnTo>
                    <a:pt x="112" y="257"/>
                  </a:lnTo>
                  <a:lnTo>
                    <a:pt x="90" y="264"/>
                  </a:lnTo>
                  <a:lnTo>
                    <a:pt x="86" y="283"/>
                  </a:lnTo>
                  <a:lnTo>
                    <a:pt x="78" y="301"/>
                  </a:lnTo>
                  <a:lnTo>
                    <a:pt x="77" y="311"/>
                  </a:lnTo>
                  <a:lnTo>
                    <a:pt x="56" y="294"/>
                  </a:lnTo>
                  <a:lnTo>
                    <a:pt x="51" y="302"/>
                  </a:lnTo>
                  <a:lnTo>
                    <a:pt x="49" y="307"/>
                  </a:lnTo>
                  <a:lnTo>
                    <a:pt x="49" y="305"/>
                  </a:lnTo>
                  <a:lnTo>
                    <a:pt x="43" y="292"/>
                  </a:lnTo>
                  <a:lnTo>
                    <a:pt x="39" y="28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="" xmlns:a16="http://schemas.microsoft.com/office/drawing/2014/main" id="{F79C8E6B-6335-4CAD-B130-D3B4C8D74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6056" y="3302000"/>
              <a:ext cx="174625" cy="147638"/>
            </a:xfrm>
            <a:custGeom>
              <a:avLst/>
              <a:gdLst>
                <a:gd name="T0" fmla="*/ 41631614 w 138"/>
                <a:gd name="T1" fmla="*/ 6827932 h 113"/>
                <a:gd name="T2" fmla="*/ 32024702 w 138"/>
                <a:gd name="T3" fmla="*/ 23897762 h 113"/>
                <a:gd name="T4" fmla="*/ 16012351 w 138"/>
                <a:gd name="T5" fmla="*/ 56332395 h 113"/>
                <a:gd name="T6" fmla="*/ 0 w 138"/>
                <a:gd name="T7" fmla="*/ 85351746 h 113"/>
                <a:gd name="T8" fmla="*/ 22417801 w 138"/>
                <a:gd name="T9" fmla="*/ 117785083 h 113"/>
                <a:gd name="T10" fmla="*/ 32024702 w 138"/>
                <a:gd name="T11" fmla="*/ 110957154 h 113"/>
                <a:gd name="T12" fmla="*/ 25619258 w 138"/>
                <a:gd name="T13" fmla="*/ 117785083 h 113"/>
                <a:gd name="T14" fmla="*/ 30423974 w 138"/>
                <a:gd name="T15" fmla="*/ 122905376 h 113"/>
                <a:gd name="T16" fmla="*/ 30423974 w 138"/>
                <a:gd name="T17" fmla="*/ 136561234 h 113"/>
                <a:gd name="T18" fmla="*/ 70454849 w 138"/>
                <a:gd name="T19" fmla="*/ 136561234 h 113"/>
                <a:gd name="T20" fmla="*/ 73656306 w 138"/>
                <a:gd name="T21" fmla="*/ 126319341 h 113"/>
                <a:gd name="T22" fmla="*/ 121693364 w 138"/>
                <a:gd name="T23" fmla="*/ 138268870 h 113"/>
                <a:gd name="T24" fmla="*/ 129699537 w 138"/>
                <a:gd name="T25" fmla="*/ 148510763 h 113"/>
                <a:gd name="T26" fmla="*/ 81662479 w 138"/>
                <a:gd name="T27" fmla="*/ 138268870 h 113"/>
                <a:gd name="T28" fmla="*/ 51239781 w 138"/>
                <a:gd name="T29" fmla="*/ 148510763 h 113"/>
                <a:gd name="T30" fmla="*/ 22417801 w 138"/>
                <a:gd name="T31" fmla="*/ 158752657 h 113"/>
                <a:gd name="T32" fmla="*/ 25619258 w 138"/>
                <a:gd name="T33" fmla="*/ 177530156 h 113"/>
                <a:gd name="T34" fmla="*/ 52840509 w 138"/>
                <a:gd name="T35" fmla="*/ 175823827 h 113"/>
                <a:gd name="T36" fmla="*/ 67252127 w 138"/>
                <a:gd name="T37" fmla="*/ 170702186 h 113"/>
                <a:gd name="T38" fmla="*/ 67252127 w 138"/>
                <a:gd name="T39" fmla="*/ 175823827 h 113"/>
                <a:gd name="T40" fmla="*/ 32024702 w 138"/>
                <a:gd name="T41" fmla="*/ 180944120 h 113"/>
                <a:gd name="T42" fmla="*/ 22417801 w 138"/>
                <a:gd name="T43" fmla="*/ 192893649 h 113"/>
                <a:gd name="T44" fmla="*/ 72055578 w 138"/>
                <a:gd name="T45" fmla="*/ 182651756 h 113"/>
                <a:gd name="T46" fmla="*/ 104080290 w 138"/>
                <a:gd name="T47" fmla="*/ 177530156 h 113"/>
                <a:gd name="T48" fmla="*/ 134502988 w 138"/>
                <a:gd name="T49" fmla="*/ 175823827 h 113"/>
                <a:gd name="T50" fmla="*/ 168129714 w 138"/>
                <a:gd name="T51" fmla="*/ 186065720 h 113"/>
                <a:gd name="T52" fmla="*/ 220970203 w 138"/>
                <a:gd name="T53" fmla="*/ 187772049 h 113"/>
                <a:gd name="T54" fmla="*/ 211363302 w 138"/>
                <a:gd name="T55" fmla="*/ 145096799 h 113"/>
                <a:gd name="T56" fmla="*/ 200154406 w 138"/>
                <a:gd name="T57" fmla="*/ 128026976 h 113"/>
                <a:gd name="T58" fmla="*/ 190546239 w 138"/>
                <a:gd name="T59" fmla="*/ 81936475 h 113"/>
                <a:gd name="T60" fmla="*/ 163326224 w 138"/>
                <a:gd name="T61" fmla="*/ 51210795 h 113"/>
                <a:gd name="T62" fmla="*/ 134502988 w 138"/>
                <a:gd name="T63" fmla="*/ 18777463 h 113"/>
                <a:gd name="T64" fmla="*/ 99276839 w 138"/>
                <a:gd name="T65" fmla="*/ 0 h 113"/>
                <a:gd name="T66" fmla="*/ 72055578 w 138"/>
                <a:gd name="T67" fmla="*/ 1707636 h 113"/>
                <a:gd name="T68" fmla="*/ 41631614 w 138"/>
                <a:gd name="T69" fmla="*/ 6827932 h 11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38"/>
                <a:gd name="T106" fmla="*/ 0 h 113"/>
                <a:gd name="T107" fmla="*/ 138 w 138"/>
                <a:gd name="T108" fmla="*/ 113 h 11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38" h="113">
                  <a:moveTo>
                    <a:pt x="26" y="4"/>
                  </a:moveTo>
                  <a:lnTo>
                    <a:pt x="20" y="14"/>
                  </a:lnTo>
                  <a:lnTo>
                    <a:pt x="10" y="33"/>
                  </a:lnTo>
                  <a:lnTo>
                    <a:pt x="0" y="50"/>
                  </a:lnTo>
                  <a:lnTo>
                    <a:pt x="14" y="69"/>
                  </a:lnTo>
                  <a:lnTo>
                    <a:pt x="20" y="65"/>
                  </a:lnTo>
                  <a:lnTo>
                    <a:pt x="16" y="69"/>
                  </a:lnTo>
                  <a:lnTo>
                    <a:pt x="19" y="72"/>
                  </a:lnTo>
                  <a:lnTo>
                    <a:pt x="19" y="80"/>
                  </a:lnTo>
                  <a:lnTo>
                    <a:pt x="44" y="80"/>
                  </a:lnTo>
                  <a:lnTo>
                    <a:pt x="46" y="74"/>
                  </a:lnTo>
                  <a:lnTo>
                    <a:pt x="76" y="81"/>
                  </a:lnTo>
                  <a:lnTo>
                    <a:pt x="81" y="87"/>
                  </a:lnTo>
                  <a:lnTo>
                    <a:pt x="51" y="81"/>
                  </a:lnTo>
                  <a:lnTo>
                    <a:pt x="32" y="87"/>
                  </a:lnTo>
                  <a:lnTo>
                    <a:pt x="14" y="93"/>
                  </a:lnTo>
                  <a:lnTo>
                    <a:pt x="16" y="104"/>
                  </a:lnTo>
                  <a:lnTo>
                    <a:pt x="33" y="103"/>
                  </a:lnTo>
                  <a:lnTo>
                    <a:pt x="42" y="100"/>
                  </a:lnTo>
                  <a:lnTo>
                    <a:pt x="42" y="103"/>
                  </a:lnTo>
                  <a:lnTo>
                    <a:pt x="20" y="106"/>
                  </a:lnTo>
                  <a:lnTo>
                    <a:pt x="14" y="113"/>
                  </a:lnTo>
                  <a:lnTo>
                    <a:pt x="45" y="107"/>
                  </a:lnTo>
                  <a:lnTo>
                    <a:pt x="65" y="104"/>
                  </a:lnTo>
                  <a:lnTo>
                    <a:pt x="84" y="103"/>
                  </a:lnTo>
                  <a:lnTo>
                    <a:pt x="105" y="109"/>
                  </a:lnTo>
                  <a:lnTo>
                    <a:pt x="138" y="110"/>
                  </a:lnTo>
                  <a:lnTo>
                    <a:pt x="132" y="85"/>
                  </a:lnTo>
                  <a:lnTo>
                    <a:pt x="125" y="75"/>
                  </a:lnTo>
                  <a:lnTo>
                    <a:pt x="119" y="48"/>
                  </a:lnTo>
                  <a:lnTo>
                    <a:pt x="102" y="30"/>
                  </a:lnTo>
                  <a:lnTo>
                    <a:pt x="84" y="11"/>
                  </a:lnTo>
                  <a:lnTo>
                    <a:pt x="62" y="0"/>
                  </a:lnTo>
                  <a:lnTo>
                    <a:pt x="45" y="1"/>
                  </a:lnTo>
                  <a:lnTo>
                    <a:pt x="26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="" xmlns:a16="http://schemas.microsoft.com/office/drawing/2014/main" id="{27520194-5655-4BDE-861A-115402D8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0431" y="2617788"/>
              <a:ext cx="114300" cy="231775"/>
            </a:xfrm>
            <a:custGeom>
              <a:avLst/>
              <a:gdLst>
                <a:gd name="T0" fmla="*/ 99535823 w 88"/>
                <a:gd name="T1" fmla="*/ 279112813 h 183"/>
                <a:gd name="T2" fmla="*/ 77604498 w 88"/>
                <a:gd name="T3" fmla="*/ 293549985 h 183"/>
                <a:gd name="T4" fmla="*/ 67482457 w 88"/>
                <a:gd name="T5" fmla="*/ 253447857 h 183"/>
                <a:gd name="T6" fmla="*/ 59046341 w 88"/>
                <a:gd name="T7" fmla="*/ 213345729 h 183"/>
                <a:gd name="T8" fmla="*/ 28680208 w 88"/>
                <a:gd name="T9" fmla="*/ 182866694 h 183"/>
                <a:gd name="T10" fmla="*/ 0 w 88"/>
                <a:gd name="T11" fmla="*/ 144369219 h 183"/>
                <a:gd name="T12" fmla="*/ 16870939 w 88"/>
                <a:gd name="T13" fmla="*/ 113891450 h 183"/>
                <a:gd name="T14" fmla="*/ 32053356 w 88"/>
                <a:gd name="T15" fmla="*/ 80205542 h 183"/>
                <a:gd name="T16" fmla="*/ 28680208 w 88"/>
                <a:gd name="T17" fmla="*/ 22456847 h 183"/>
                <a:gd name="T18" fmla="*/ 35427802 w 88"/>
                <a:gd name="T19" fmla="*/ 12832483 h 183"/>
                <a:gd name="T20" fmla="*/ 77604498 w 88"/>
                <a:gd name="T21" fmla="*/ 0 h 183"/>
                <a:gd name="T22" fmla="*/ 92786930 w 88"/>
                <a:gd name="T23" fmla="*/ 6416242 h 183"/>
                <a:gd name="T24" fmla="*/ 102910270 w 88"/>
                <a:gd name="T25" fmla="*/ 20853420 h 183"/>
                <a:gd name="T26" fmla="*/ 124841575 w 88"/>
                <a:gd name="T27" fmla="*/ 8020935 h 183"/>
                <a:gd name="T28" fmla="*/ 107970641 w 88"/>
                <a:gd name="T29" fmla="*/ 51331199 h 183"/>
                <a:gd name="T30" fmla="*/ 131589169 w 88"/>
                <a:gd name="T31" fmla="*/ 83413681 h 183"/>
                <a:gd name="T32" fmla="*/ 113032310 w 88"/>
                <a:gd name="T33" fmla="*/ 109078638 h 183"/>
                <a:gd name="T34" fmla="*/ 92786930 w 88"/>
                <a:gd name="T35" fmla="*/ 134744861 h 183"/>
                <a:gd name="T36" fmla="*/ 126528798 w 88"/>
                <a:gd name="T37" fmla="*/ 153993578 h 183"/>
                <a:gd name="T38" fmla="*/ 148460103 w 88"/>
                <a:gd name="T39" fmla="*/ 170034215 h 183"/>
                <a:gd name="T40" fmla="*/ 146772879 w 88"/>
                <a:gd name="T41" fmla="*/ 205324797 h 183"/>
                <a:gd name="T42" fmla="*/ 124841575 w 88"/>
                <a:gd name="T43" fmla="*/ 222970088 h 183"/>
                <a:gd name="T44" fmla="*/ 99535823 w 88"/>
                <a:gd name="T45" fmla="*/ 243823498 h 183"/>
                <a:gd name="T46" fmla="*/ 99535823 w 88"/>
                <a:gd name="T47" fmla="*/ 279112813 h 1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8"/>
                <a:gd name="T73" fmla="*/ 0 h 183"/>
                <a:gd name="T74" fmla="*/ 88 w 88"/>
                <a:gd name="T75" fmla="*/ 183 h 1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8" h="183">
                  <a:moveTo>
                    <a:pt x="59" y="174"/>
                  </a:moveTo>
                  <a:lnTo>
                    <a:pt x="46" y="183"/>
                  </a:lnTo>
                  <a:lnTo>
                    <a:pt x="40" y="158"/>
                  </a:lnTo>
                  <a:lnTo>
                    <a:pt x="35" y="133"/>
                  </a:lnTo>
                  <a:lnTo>
                    <a:pt x="17" y="114"/>
                  </a:lnTo>
                  <a:lnTo>
                    <a:pt x="0" y="90"/>
                  </a:lnTo>
                  <a:lnTo>
                    <a:pt x="10" y="71"/>
                  </a:lnTo>
                  <a:lnTo>
                    <a:pt x="19" y="50"/>
                  </a:lnTo>
                  <a:lnTo>
                    <a:pt x="17" y="14"/>
                  </a:lnTo>
                  <a:lnTo>
                    <a:pt x="21" y="8"/>
                  </a:lnTo>
                  <a:lnTo>
                    <a:pt x="46" y="0"/>
                  </a:lnTo>
                  <a:lnTo>
                    <a:pt x="55" y="4"/>
                  </a:lnTo>
                  <a:lnTo>
                    <a:pt x="61" y="13"/>
                  </a:lnTo>
                  <a:lnTo>
                    <a:pt x="74" y="5"/>
                  </a:lnTo>
                  <a:lnTo>
                    <a:pt x="64" y="32"/>
                  </a:lnTo>
                  <a:lnTo>
                    <a:pt x="78" y="52"/>
                  </a:lnTo>
                  <a:lnTo>
                    <a:pt x="67" y="68"/>
                  </a:lnTo>
                  <a:lnTo>
                    <a:pt x="55" y="84"/>
                  </a:lnTo>
                  <a:lnTo>
                    <a:pt x="75" y="96"/>
                  </a:lnTo>
                  <a:lnTo>
                    <a:pt x="88" y="106"/>
                  </a:lnTo>
                  <a:lnTo>
                    <a:pt x="87" y="128"/>
                  </a:lnTo>
                  <a:lnTo>
                    <a:pt x="74" y="139"/>
                  </a:lnTo>
                  <a:lnTo>
                    <a:pt x="59" y="152"/>
                  </a:lnTo>
                  <a:lnTo>
                    <a:pt x="59" y="17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="" xmlns:a16="http://schemas.microsoft.com/office/drawing/2014/main" id="{28079FB7-7471-42CF-9E02-33596D26B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7506" y="3575050"/>
              <a:ext cx="117475" cy="136525"/>
            </a:xfrm>
            <a:custGeom>
              <a:avLst/>
              <a:gdLst>
                <a:gd name="T0" fmla="*/ 140679397 w 95"/>
                <a:gd name="T1" fmla="*/ 171000724 h 109"/>
                <a:gd name="T2" fmla="*/ 102451808 w 95"/>
                <a:gd name="T3" fmla="*/ 149037702 h 109"/>
                <a:gd name="T4" fmla="*/ 67281022 w 95"/>
                <a:gd name="T5" fmla="*/ 125505307 h 109"/>
                <a:gd name="T6" fmla="*/ 33641129 w 95"/>
                <a:gd name="T7" fmla="*/ 95697775 h 109"/>
                <a:gd name="T8" fmla="*/ 0 w 95"/>
                <a:gd name="T9" fmla="*/ 64320812 h 109"/>
                <a:gd name="T10" fmla="*/ 9174179 w 95"/>
                <a:gd name="T11" fmla="*/ 53339946 h 109"/>
                <a:gd name="T12" fmla="*/ 27523775 w 95"/>
                <a:gd name="T13" fmla="*/ 25100562 h 109"/>
                <a:gd name="T14" fmla="*/ 42815315 w 95"/>
                <a:gd name="T15" fmla="*/ 0 h 109"/>
                <a:gd name="T16" fmla="*/ 62694552 w 95"/>
                <a:gd name="T17" fmla="*/ 0 h 109"/>
                <a:gd name="T18" fmla="*/ 73398376 w 95"/>
                <a:gd name="T19" fmla="*/ 40789660 h 109"/>
                <a:gd name="T20" fmla="*/ 82572571 w 95"/>
                <a:gd name="T21" fmla="*/ 50202377 h 109"/>
                <a:gd name="T22" fmla="*/ 97864102 w 95"/>
                <a:gd name="T23" fmla="*/ 40789660 h 109"/>
                <a:gd name="T24" fmla="*/ 107039515 w 95"/>
                <a:gd name="T25" fmla="*/ 39220249 h 109"/>
                <a:gd name="T26" fmla="*/ 107039515 w 95"/>
                <a:gd name="T27" fmla="*/ 78440499 h 109"/>
                <a:gd name="T28" fmla="*/ 107039515 w 95"/>
                <a:gd name="T29" fmla="*/ 84715657 h 109"/>
                <a:gd name="T30" fmla="*/ 131505221 w 95"/>
                <a:gd name="T31" fmla="*/ 105110482 h 109"/>
                <a:gd name="T32" fmla="*/ 145267104 w 95"/>
                <a:gd name="T33" fmla="*/ 120798327 h 109"/>
                <a:gd name="T34" fmla="*/ 140679397 w 95"/>
                <a:gd name="T35" fmla="*/ 171000724 h 1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5"/>
                <a:gd name="T55" fmla="*/ 0 h 109"/>
                <a:gd name="T56" fmla="*/ 95 w 95"/>
                <a:gd name="T57" fmla="*/ 109 h 10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5" h="109">
                  <a:moveTo>
                    <a:pt x="92" y="109"/>
                  </a:moveTo>
                  <a:lnTo>
                    <a:pt x="67" y="95"/>
                  </a:lnTo>
                  <a:lnTo>
                    <a:pt x="44" y="80"/>
                  </a:lnTo>
                  <a:lnTo>
                    <a:pt x="22" y="61"/>
                  </a:lnTo>
                  <a:lnTo>
                    <a:pt x="0" y="41"/>
                  </a:lnTo>
                  <a:lnTo>
                    <a:pt x="6" y="34"/>
                  </a:lnTo>
                  <a:lnTo>
                    <a:pt x="18" y="16"/>
                  </a:lnTo>
                  <a:lnTo>
                    <a:pt x="28" y="0"/>
                  </a:lnTo>
                  <a:lnTo>
                    <a:pt x="41" y="0"/>
                  </a:lnTo>
                  <a:lnTo>
                    <a:pt x="48" y="26"/>
                  </a:lnTo>
                  <a:lnTo>
                    <a:pt x="54" y="32"/>
                  </a:lnTo>
                  <a:lnTo>
                    <a:pt x="64" y="26"/>
                  </a:lnTo>
                  <a:lnTo>
                    <a:pt x="70" y="25"/>
                  </a:lnTo>
                  <a:lnTo>
                    <a:pt x="70" y="50"/>
                  </a:lnTo>
                  <a:lnTo>
                    <a:pt x="70" y="54"/>
                  </a:lnTo>
                  <a:lnTo>
                    <a:pt x="86" y="67"/>
                  </a:lnTo>
                  <a:lnTo>
                    <a:pt x="95" y="77"/>
                  </a:lnTo>
                  <a:lnTo>
                    <a:pt x="92" y="10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="" xmlns:a16="http://schemas.microsoft.com/office/drawing/2014/main" id="{6A186E4C-2731-40DA-B555-F2A262426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181" y="3538538"/>
              <a:ext cx="93663" cy="80962"/>
            </a:xfrm>
            <a:custGeom>
              <a:avLst/>
              <a:gdLst>
                <a:gd name="T0" fmla="*/ 0 w 74"/>
                <a:gd name="T1" fmla="*/ 66503758 h 62"/>
                <a:gd name="T2" fmla="*/ 3203528 w 74"/>
                <a:gd name="T3" fmla="*/ 34104591 h 62"/>
                <a:gd name="T4" fmla="*/ 1602397 w 74"/>
                <a:gd name="T5" fmla="*/ 5116276 h 62"/>
                <a:gd name="T6" fmla="*/ 16020168 w 74"/>
                <a:gd name="T7" fmla="*/ 0 h 62"/>
                <a:gd name="T8" fmla="*/ 25632018 w 74"/>
                <a:gd name="T9" fmla="*/ 17051643 h 62"/>
                <a:gd name="T10" fmla="*/ 43254588 w 74"/>
                <a:gd name="T11" fmla="*/ 23873348 h 62"/>
                <a:gd name="T12" fmla="*/ 52867699 w 74"/>
                <a:gd name="T13" fmla="*/ 34104591 h 62"/>
                <a:gd name="T14" fmla="*/ 105734132 w 74"/>
                <a:gd name="T15" fmla="*/ 13642099 h 62"/>
                <a:gd name="T16" fmla="*/ 110540054 w 74"/>
                <a:gd name="T17" fmla="*/ 18757068 h 62"/>
                <a:gd name="T18" fmla="*/ 118550769 w 74"/>
                <a:gd name="T19" fmla="*/ 34104591 h 62"/>
                <a:gd name="T20" fmla="*/ 89713968 w 74"/>
                <a:gd name="T21" fmla="*/ 57977939 h 62"/>
                <a:gd name="T22" fmla="*/ 108938924 w 74"/>
                <a:gd name="T23" fmla="*/ 90375810 h 62"/>
                <a:gd name="T24" fmla="*/ 73693785 w 74"/>
                <a:gd name="T25" fmla="*/ 105723328 h 62"/>
                <a:gd name="T26" fmla="*/ 68887862 w 74"/>
                <a:gd name="T27" fmla="*/ 76735002 h 62"/>
                <a:gd name="T28" fmla="*/ 62479544 w 74"/>
                <a:gd name="T29" fmla="*/ 85260820 h 62"/>
                <a:gd name="T30" fmla="*/ 46459380 w 74"/>
                <a:gd name="T31" fmla="*/ 66503758 h 62"/>
                <a:gd name="T32" fmla="*/ 8010717 w 74"/>
                <a:gd name="T33" fmla="*/ 54567089 h 62"/>
                <a:gd name="T34" fmla="*/ 0 w 74"/>
                <a:gd name="T35" fmla="*/ 66503758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74"/>
                <a:gd name="T55" fmla="*/ 0 h 62"/>
                <a:gd name="T56" fmla="*/ 74 w 74"/>
                <a:gd name="T57" fmla="*/ 62 h 6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74" h="62">
                  <a:moveTo>
                    <a:pt x="0" y="39"/>
                  </a:moveTo>
                  <a:lnTo>
                    <a:pt x="2" y="20"/>
                  </a:lnTo>
                  <a:lnTo>
                    <a:pt x="1" y="3"/>
                  </a:lnTo>
                  <a:lnTo>
                    <a:pt x="10" y="0"/>
                  </a:lnTo>
                  <a:lnTo>
                    <a:pt x="16" y="10"/>
                  </a:lnTo>
                  <a:lnTo>
                    <a:pt x="27" y="14"/>
                  </a:lnTo>
                  <a:lnTo>
                    <a:pt x="33" y="20"/>
                  </a:lnTo>
                  <a:lnTo>
                    <a:pt x="66" y="8"/>
                  </a:lnTo>
                  <a:lnTo>
                    <a:pt x="69" y="11"/>
                  </a:lnTo>
                  <a:lnTo>
                    <a:pt x="74" y="20"/>
                  </a:lnTo>
                  <a:lnTo>
                    <a:pt x="56" y="34"/>
                  </a:lnTo>
                  <a:lnTo>
                    <a:pt x="68" y="53"/>
                  </a:lnTo>
                  <a:lnTo>
                    <a:pt x="46" y="62"/>
                  </a:lnTo>
                  <a:lnTo>
                    <a:pt x="43" y="45"/>
                  </a:lnTo>
                  <a:lnTo>
                    <a:pt x="39" y="50"/>
                  </a:lnTo>
                  <a:lnTo>
                    <a:pt x="29" y="39"/>
                  </a:lnTo>
                  <a:lnTo>
                    <a:pt x="5" y="32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="" xmlns:a16="http://schemas.microsoft.com/office/drawing/2014/main" id="{6AB2793E-F99A-43A0-9ACA-C59A94241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431" y="3541713"/>
              <a:ext cx="71438" cy="76200"/>
            </a:xfrm>
            <a:custGeom>
              <a:avLst/>
              <a:gdLst>
                <a:gd name="T0" fmla="*/ 53986351 w 55"/>
                <a:gd name="T1" fmla="*/ 53508172 h 58"/>
                <a:gd name="T2" fmla="*/ 69170169 w 55"/>
                <a:gd name="T3" fmla="*/ 53508172 h 58"/>
                <a:gd name="T4" fmla="*/ 64108464 w 55"/>
                <a:gd name="T5" fmla="*/ 46602877 h 58"/>
                <a:gd name="T6" fmla="*/ 52299116 w 55"/>
                <a:gd name="T7" fmla="*/ 44877867 h 58"/>
                <a:gd name="T8" fmla="*/ 42176994 w 55"/>
                <a:gd name="T9" fmla="*/ 31068581 h 58"/>
                <a:gd name="T10" fmla="*/ 11809353 w 55"/>
                <a:gd name="T11" fmla="*/ 18986938 h 58"/>
                <a:gd name="T12" fmla="*/ 3374472 w 55"/>
                <a:gd name="T13" fmla="*/ 8630307 h 58"/>
                <a:gd name="T14" fmla="*/ 0 w 55"/>
                <a:gd name="T15" fmla="*/ 0 h 58"/>
                <a:gd name="T16" fmla="*/ 38802523 w 55"/>
                <a:gd name="T17" fmla="*/ 0 h 58"/>
                <a:gd name="T18" fmla="*/ 64108464 w 55"/>
                <a:gd name="T19" fmla="*/ 17260614 h 58"/>
                <a:gd name="T20" fmla="*/ 91101650 w 55"/>
                <a:gd name="T21" fmla="*/ 34521229 h 58"/>
                <a:gd name="T22" fmla="*/ 92788885 w 55"/>
                <a:gd name="T23" fmla="*/ 69042458 h 58"/>
                <a:gd name="T24" fmla="*/ 79292282 w 55"/>
                <a:gd name="T25" fmla="*/ 79397772 h 58"/>
                <a:gd name="T26" fmla="*/ 69170169 w 55"/>
                <a:gd name="T27" fmla="*/ 100111049 h 58"/>
                <a:gd name="T28" fmla="*/ 59048057 w 55"/>
                <a:gd name="T29" fmla="*/ 86303087 h 58"/>
                <a:gd name="T30" fmla="*/ 53986351 w 55"/>
                <a:gd name="T31" fmla="*/ 53508172 h 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5"/>
                <a:gd name="T49" fmla="*/ 0 h 58"/>
                <a:gd name="T50" fmla="*/ 55 w 55"/>
                <a:gd name="T51" fmla="*/ 58 h 5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5" h="58">
                  <a:moveTo>
                    <a:pt x="32" y="31"/>
                  </a:moveTo>
                  <a:lnTo>
                    <a:pt x="41" y="31"/>
                  </a:lnTo>
                  <a:lnTo>
                    <a:pt x="38" y="27"/>
                  </a:lnTo>
                  <a:lnTo>
                    <a:pt x="31" y="26"/>
                  </a:lnTo>
                  <a:lnTo>
                    <a:pt x="25" y="18"/>
                  </a:lnTo>
                  <a:lnTo>
                    <a:pt x="7" y="11"/>
                  </a:lnTo>
                  <a:lnTo>
                    <a:pt x="2" y="5"/>
                  </a:lnTo>
                  <a:lnTo>
                    <a:pt x="0" y="0"/>
                  </a:lnTo>
                  <a:lnTo>
                    <a:pt x="23" y="0"/>
                  </a:lnTo>
                  <a:lnTo>
                    <a:pt x="38" y="10"/>
                  </a:lnTo>
                  <a:lnTo>
                    <a:pt x="54" y="20"/>
                  </a:lnTo>
                  <a:lnTo>
                    <a:pt x="55" y="40"/>
                  </a:lnTo>
                  <a:lnTo>
                    <a:pt x="47" y="46"/>
                  </a:lnTo>
                  <a:lnTo>
                    <a:pt x="41" y="58"/>
                  </a:lnTo>
                  <a:lnTo>
                    <a:pt x="35" y="50"/>
                  </a:lnTo>
                  <a:lnTo>
                    <a:pt x="32" y="3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="" xmlns:a16="http://schemas.microsoft.com/office/drawing/2014/main" id="{2D4158E6-C57E-4F87-B76D-44424550F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269" y="3663950"/>
              <a:ext cx="85725" cy="122238"/>
            </a:xfrm>
            <a:custGeom>
              <a:avLst/>
              <a:gdLst>
                <a:gd name="T0" fmla="*/ 83350792 w 69"/>
                <a:gd name="T1" fmla="*/ 43967974 h 94"/>
                <a:gd name="T2" fmla="*/ 49393749 w 69"/>
                <a:gd name="T3" fmla="*/ 10145753 h 94"/>
                <a:gd name="T4" fmla="*/ 23153204 w 69"/>
                <a:gd name="T5" fmla="*/ 0 h 94"/>
                <a:gd name="T6" fmla="*/ 16978517 w 69"/>
                <a:gd name="T7" fmla="*/ 16910457 h 94"/>
                <a:gd name="T8" fmla="*/ 7717734 w 69"/>
                <a:gd name="T9" fmla="*/ 54113725 h 94"/>
                <a:gd name="T10" fmla="*/ 18522809 w 69"/>
                <a:gd name="T11" fmla="*/ 108227450 h 94"/>
                <a:gd name="T12" fmla="*/ 0 w 69"/>
                <a:gd name="T13" fmla="*/ 152194104 h 94"/>
                <a:gd name="T14" fmla="*/ 23153204 w 69"/>
                <a:gd name="T15" fmla="*/ 157268279 h 94"/>
                <a:gd name="T16" fmla="*/ 58654529 w 69"/>
                <a:gd name="T17" fmla="*/ 158958804 h 94"/>
                <a:gd name="T18" fmla="*/ 81807743 w 69"/>
                <a:gd name="T19" fmla="*/ 118373201 h 94"/>
                <a:gd name="T20" fmla="*/ 106503986 w 69"/>
                <a:gd name="T21" fmla="*/ 76097052 h 94"/>
                <a:gd name="T22" fmla="*/ 97243206 w 69"/>
                <a:gd name="T23" fmla="*/ 50731375 h 94"/>
                <a:gd name="T24" fmla="*/ 94155865 w 69"/>
                <a:gd name="T25" fmla="*/ 59186600 h 94"/>
                <a:gd name="T26" fmla="*/ 83350792 w 69"/>
                <a:gd name="T27" fmla="*/ 43967974 h 9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9"/>
                <a:gd name="T43" fmla="*/ 0 h 94"/>
                <a:gd name="T44" fmla="*/ 69 w 69"/>
                <a:gd name="T45" fmla="*/ 94 h 9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9" h="94">
                  <a:moveTo>
                    <a:pt x="54" y="26"/>
                  </a:moveTo>
                  <a:lnTo>
                    <a:pt x="32" y="6"/>
                  </a:lnTo>
                  <a:lnTo>
                    <a:pt x="15" y="0"/>
                  </a:lnTo>
                  <a:lnTo>
                    <a:pt x="11" y="10"/>
                  </a:lnTo>
                  <a:lnTo>
                    <a:pt x="5" y="32"/>
                  </a:lnTo>
                  <a:lnTo>
                    <a:pt x="12" y="64"/>
                  </a:lnTo>
                  <a:lnTo>
                    <a:pt x="0" y="90"/>
                  </a:lnTo>
                  <a:lnTo>
                    <a:pt x="15" y="93"/>
                  </a:lnTo>
                  <a:lnTo>
                    <a:pt x="38" y="94"/>
                  </a:lnTo>
                  <a:lnTo>
                    <a:pt x="53" y="70"/>
                  </a:lnTo>
                  <a:lnTo>
                    <a:pt x="69" y="45"/>
                  </a:lnTo>
                  <a:lnTo>
                    <a:pt x="63" y="30"/>
                  </a:lnTo>
                  <a:lnTo>
                    <a:pt x="61" y="35"/>
                  </a:lnTo>
                  <a:lnTo>
                    <a:pt x="54" y="2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="" xmlns:a16="http://schemas.microsoft.com/office/drawing/2014/main" id="{4FE770CD-445A-441A-883A-58DABD020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306" y="3449638"/>
              <a:ext cx="354013" cy="542925"/>
            </a:xfrm>
            <a:custGeom>
              <a:avLst/>
              <a:gdLst>
                <a:gd name="T0" fmla="*/ 175839524 w 280"/>
                <a:gd name="T1" fmla="*/ 61032779 h 434"/>
                <a:gd name="T2" fmla="*/ 159853276 w 280"/>
                <a:gd name="T3" fmla="*/ 54772880 h 434"/>
                <a:gd name="T4" fmla="*/ 127883387 w 280"/>
                <a:gd name="T5" fmla="*/ 118935608 h 434"/>
                <a:gd name="T6" fmla="*/ 83123520 w 280"/>
                <a:gd name="T7" fmla="*/ 179969657 h 434"/>
                <a:gd name="T8" fmla="*/ 67138556 w 280"/>
                <a:gd name="T9" fmla="*/ 150235100 h 434"/>
                <a:gd name="T10" fmla="*/ 55949221 w 280"/>
                <a:gd name="T11" fmla="*/ 190923229 h 434"/>
                <a:gd name="T12" fmla="*/ 55949221 w 280"/>
                <a:gd name="T13" fmla="*/ 226917645 h 434"/>
                <a:gd name="T14" fmla="*/ 55949221 w 280"/>
                <a:gd name="T15" fmla="*/ 281690505 h 434"/>
                <a:gd name="T16" fmla="*/ 62342946 w 280"/>
                <a:gd name="T17" fmla="*/ 342723343 h 434"/>
                <a:gd name="T18" fmla="*/ 43160507 w 280"/>
                <a:gd name="T19" fmla="*/ 392802530 h 434"/>
                <a:gd name="T20" fmla="*/ 12788719 w 280"/>
                <a:gd name="T21" fmla="*/ 427230721 h 434"/>
                <a:gd name="T22" fmla="*/ 4795611 w 280"/>
                <a:gd name="T23" fmla="*/ 447575391 h 434"/>
                <a:gd name="T24" fmla="*/ 57547336 w 280"/>
                <a:gd name="T25" fmla="*/ 491394680 h 434"/>
                <a:gd name="T26" fmla="*/ 134277112 w 280"/>
                <a:gd name="T27" fmla="*/ 511738099 h 434"/>
                <a:gd name="T28" fmla="*/ 158255161 w 280"/>
                <a:gd name="T29" fmla="*/ 530517795 h 434"/>
                <a:gd name="T30" fmla="*/ 206211297 w 280"/>
                <a:gd name="T31" fmla="*/ 582160706 h 434"/>
                <a:gd name="T32" fmla="*/ 258963004 w 280"/>
                <a:gd name="T33" fmla="*/ 600940402 h 434"/>
                <a:gd name="T34" fmla="*/ 327699656 w 280"/>
                <a:gd name="T35" fmla="*/ 613460199 h 434"/>
                <a:gd name="T36" fmla="*/ 335692839 w 280"/>
                <a:gd name="T37" fmla="*/ 679188038 h 434"/>
                <a:gd name="T38" fmla="*/ 353275898 w 280"/>
                <a:gd name="T39" fmla="*/ 566512211 h 434"/>
                <a:gd name="T40" fmla="*/ 329297771 w 280"/>
                <a:gd name="T41" fmla="*/ 482004833 h 434"/>
                <a:gd name="T42" fmla="*/ 361269003 w 280"/>
                <a:gd name="T43" fmla="*/ 472614985 h 434"/>
                <a:gd name="T44" fmla="*/ 335692839 w 280"/>
                <a:gd name="T45" fmla="*/ 436620569 h 434"/>
                <a:gd name="T46" fmla="*/ 401231996 w 280"/>
                <a:gd name="T47" fmla="*/ 436620569 h 434"/>
                <a:gd name="T48" fmla="*/ 406027605 w 280"/>
                <a:gd name="T49" fmla="*/ 435055594 h 434"/>
                <a:gd name="T50" fmla="*/ 441196253 w 280"/>
                <a:gd name="T51" fmla="*/ 455400264 h 434"/>
                <a:gd name="T52" fmla="*/ 437998758 w 280"/>
                <a:gd name="T53" fmla="*/ 422535797 h 434"/>
                <a:gd name="T54" fmla="*/ 430005654 w 280"/>
                <a:gd name="T55" fmla="*/ 372457860 h 434"/>
                <a:gd name="T56" fmla="*/ 422013814 w 280"/>
                <a:gd name="T57" fmla="*/ 286385429 h 434"/>
                <a:gd name="T58" fmla="*/ 399633881 w 280"/>
                <a:gd name="T59" fmla="*/ 255087188 h 434"/>
                <a:gd name="T60" fmla="*/ 334093459 w 280"/>
                <a:gd name="T61" fmla="*/ 217527797 h 434"/>
                <a:gd name="T62" fmla="*/ 276546064 w 280"/>
                <a:gd name="T63" fmla="*/ 215962822 h 434"/>
                <a:gd name="T64" fmla="*/ 250969900 w 280"/>
                <a:gd name="T65" fmla="*/ 175274733 h 434"/>
                <a:gd name="T66" fmla="*/ 215802517 w 280"/>
                <a:gd name="T67" fmla="*/ 129890430 h 434"/>
                <a:gd name="T68" fmla="*/ 252568015 w 280"/>
                <a:gd name="T69" fmla="*/ 61032779 h 434"/>
                <a:gd name="T70" fmla="*/ 298925997 w 280"/>
                <a:gd name="T71" fmla="*/ 18779700 h 434"/>
                <a:gd name="T72" fmla="*/ 278145443 w 280"/>
                <a:gd name="T73" fmla="*/ 0 h 434"/>
                <a:gd name="T74" fmla="*/ 211006907 w 280"/>
                <a:gd name="T75" fmla="*/ 43818058 h 43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80"/>
                <a:gd name="T115" fmla="*/ 0 h 434"/>
                <a:gd name="T116" fmla="*/ 280 w 280"/>
                <a:gd name="T117" fmla="*/ 434 h 434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80" h="434">
                  <a:moveTo>
                    <a:pt x="119" y="28"/>
                  </a:moveTo>
                  <a:lnTo>
                    <a:pt x="110" y="39"/>
                  </a:lnTo>
                  <a:lnTo>
                    <a:pt x="113" y="35"/>
                  </a:lnTo>
                  <a:lnTo>
                    <a:pt x="100" y="35"/>
                  </a:lnTo>
                  <a:lnTo>
                    <a:pt x="84" y="57"/>
                  </a:lnTo>
                  <a:lnTo>
                    <a:pt x="80" y="76"/>
                  </a:lnTo>
                  <a:lnTo>
                    <a:pt x="55" y="100"/>
                  </a:lnTo>
                  <a:lnTo>
                    <a:pt x="52" y="115"/>
                  </a:lnTo>
                  <a:lnTo>
                    <a:pt x="48" y="103"/>
                  </a:lnTo>
                  <a:lnTo>
                    <a:pt x="42" y="96"/>
                  </a:lnTo>
                  <a:lnTo>
                    <a:pt x="43" y="116"/>
                  </a:lnTo>
                  <a:lnTo>
                    <a:pt x="35" y="122"/>
                  </a:lnTo>
                  <a:lnTo>
                    <a:pt x="29" y="134"/>
                  </a:lnTo>
                  <a:lnTo>
                    <a:pt x="35" y="145"/>
                  </a:lnTo>
                  <a:lnTo>
                    <a:pt x="40" y="169"/>
                  </a:lnTo>
                  <a:lnTo>
                    <a:pt x="35" y="180"/>
                  </a:lnTo>
                  <a:lnTo>
                    <a:pt x="36" y="199"/>
                  </a:lnTo>
                  <a:lnTo>
                    <a:pt x="39" y="219"/>
                  </a:lnTo>
                  <a:lnTo>
                    <a:pt x="42" y="222"/>
                  </a:lnTo>
                  <a:lnTo>
                    <a:pt x="27" y="251"/>
                  </a:lnTo>
                  <a:lnTo>
                    <a:pt x="13" y="259"/>
                  </a:lnTo>
                  <a:lnTo>
                    <a:pt x="8" y="273"/>
                  </a:lnTo>
                  <a:lnTo>
                    <a:pt x="0" y="278"/>
                  </a:lnTo>
                  <a:lnTo>
                    <a:pt x="3" y="286"/>
                  </a:lnTo>
                  <a:lnTo>
                    <a:pt x="22" y="301"/>
                  </a:lnTo>
                  <a:lnTo>
                    <a:pt x="36" y="314"/>
                  </a:lnTo>
                  <a:lnTo>
                    <a:pt x="58" y="314"/>
                  </a:lnTo>
                  <a:lnTo>
                    <a:pt x="84" y="327"/>
                  </a:lnTo>
                  <a:lnTo>
                    <a:pt x="85" y="325"/>
                  </a:lnTo>
                  <a:lnTo>
                    <a:pt x="99" y="339"/>
                  </a:lnTo>
                  <a:lnTo>
                    <a:pt x="112" y="352"/>
                  </a:lnTo>
                  <a:lnTo>
                    <a:pt x="129" y="372"/>
                  </a:lnTo>
                  <a:lnTo>
                    <a:pt x="135" y="384"/>
                  </a:lnTo>
                  <a:lnTo>
                    <a:pt x="162" y="384"/>
                  </a:lnTo>
                  <a:lnTo>
                    <a:pt x="181" y="385"/>
                  </a:lnTo>
                  <a:lnTo>
                    <a:pt x="205" y="392"/>
                  </a:lnTo>
                  <a:lnTo>
                    <a:pt x="194" y="424"/>
                  </a:lnTo>
                  <a:lnTo>
                    <a:pt x="210" y="434"/>
                  </a:lnTo>
                  <a:lnTo>
                    <a:pt x="215" y="398"/>
                  </a:lnTo>
                  <a:lnTo>
                    <a:pt x="221" y="362"/>
                  </a:lnTo>
                  <a:lnTo>
                    <a:pt x="210" y="334"/>
                  </a:lnTo>
                  <a:lnTo>
                    <a:pt x="206" y="308"/>
                  </a:lnTo>
                  <a:lnTo>
                    <a:pt x="222" y="308"/>
                  </a:lnTo>
                  <a:lnTo>
                    <a:pt x="226" y="302"/>
                  </a:lnTo>
                  <a:lnTo>
                    <a:pt x="213" y="296"/>
                  </a:lnTo>
                  <a:lnTo>
                    <a:pt x="210" y="279"/>
                  </a:lnTo>
                  <a:lnTo>
                    <a:pt x="231" y="279"/>
                  </a:lnTo>
                  <a:lnTo>
                    <a:pt x="251" y="279"/>
                  </a:lnTo>
                  <a:lnTo>
                    <a:pt x="248" y="275"/>
                  </a:lnTo>
                  <a:lnTo>
                    <a:pt x="254" y="278"/>
                  </a:lnTo>
                  <a:lnTo>
                    <a:pt x="267" y="269"/>
                  </a:lnTo>
                  <a:lnTo>
                    <a:pt x="276" y="291"/>
                  </a:lnTo>
                  <a:lnTo>
                    <a:pt x="280" y="292"/>
                  </a:lnTo>
                  <a:lnTo>
                    <a:pt x="274" y="270"/>
                  </a:lnTo>
                  <a:lnTo>
                    <a:pt x="261" y="250"/>
                  </a:lnTo>
                  <a:lnTo>
                    <a:pt x="269" y="238"/>
                  </a:lnTo>
                  <a:lnTo>
                    <a:pt x="258" y="205"/>
                  </a:lnTo>
                  <a:lnTo>
                    <a:pt x="264" y="183"/>
                  </a:lnTo>
                  <a:lnTo>
                    <a:pt x="270" y="161"/>
                  </a:lnTo>
                  <a:lnTo>
                    <a:pt x="250" y="163"/>
                  </a:lnTo>
                  <a:lnTo>
                    <a:pt x="229" y="163"/>
                  </a:lnTo>
                  <a:lnTo>
                    <a:pt x="209" y="139"/>
                  </a:lnTo>
                  <a:lnTo>
                    <a:pt x="190" y="139"/>
                  </a:lnTo>
                  <a:lnTo>
                    <a:pt x="173" y="138"/>
                  </a:lnTo>
                  <a:lnTo>
                    <a:pt x="155" y="129"/>
                  </a:lnTo>
                  <a:lnTo>
                    <a:pt x="157" y="112"/>
                  </a:lnTo>
                  <a:lnTo>
                    <a:pt x="145" y="83"/>
                  </a:lnTo>
                  <a:lnTo>
                    <a:pt x="135" y="83"/>
                  </a:lnTo>
                  <a:lnTo>
                    <a:pt x="145" y="61"/>
                  </a:lnTo>
                  <a:lnTo>
                    <a:pt x="158" y="39"/>
                  </a:lnTo>
                  <a:lnTo>
                    <a:pt x="171" y="17"/>
                  </a:lnTo>
                  <a:lnTo>
                    <a:pt x="187" y="12"/>
                  </a:lnTo>
                  <a:lnTo>
                    <a:pt x="190" y="0"/>
                  </a:lnTo>
                  <a:lnTo>
                    <a:pt x="174" y="0"/>
                  </a:lnTo>
                  <a:lnTo>
                    <a:pt x="154" y="14"/>
                  </a:lnTo>
                  <a:lnTo>
                    <a:pt x="132" y="28"/>
                  </a:lnTo>
                  <a:lnTo>
                    <a:pt x="119" y="2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="" xmlns:a16="http://schemas.microsoft.com/office/drawing/2014/main" id="{C7C4ABFF-276F-46C4-BED0-587A57067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831" y="3570288"/>
              <a:ext cx="141288" cy="241300"/>
            </a:xfrm>
            <a:custGeom>
              <a:avLst/>
              <a:gdLst>
                <a:gd name="T0" fmla="*/ 143224403 w 112"/>
                <a:gd name="T1" fmla="*/ 219354409 h 190"/>
                <a:gd name="T2" fmla="*/ 122537070 w 112"/>
                <a:gd name="T3" fmla="*/ 196773816 h 190"/>
                <a:gd name="T4" fmla="*/ 127310585 w 112"/>
                <a:gd name="T5" fmla="*/ 161289988 h 190"/>
                <a:gd name="T6" fmla="*/ 143224403 w 112"/>
                <a:gd name="T7" fmla="*/ 151612591 h 190"/>
                <a:gd name="T8" fmla="*/ 149589930 w 112"/>
                <a:gd name="T9" fmla="*/ 130644898 h 190"/>
                <a:gd name="T10" fmla="*/ 147999179 w 112"/>
                <a:gd name="T11" fmla="*/ 95161109 h 190"/>
                <a:gd name="T12" fmla="*/ 108214003 w 112"/>
                <a:gd name="T13" fmla="*/ 72580497 h 190"/>
                <a:gd name="T14" fmla="*/ 101848476 w 112"/>
                <a:gd name="T15" fmla="*/ 87096612 h 190"/>
                <a:gd name="T16" fmla="*/ 103440488 w 112"/>
                <a:gd name="T17" fmla="*/ 43548306 h 190"/>
                <a:gd name="T18" fmla="*/ 82751894 w 112"/>
                <a:gd name="T19" fmla="*/ 27419301 h 190"/>
                <a:gd name="T20" fmla="*/ 62064541 w 112"/>
                <a:gd name="T21" fmla="*/ 9677399 h 190"/>
                <a:gd name="T22" fmla="*/ 70020820 w 112"/>
                <a:gd name="T23" fmla="*/ 12903201 h 190"/>
                <a:gd name="T24" fmla="*/ 52516250 w 112"/>
                <a:gd name="T25" fmla="*/ 0 h 190"/>
                <a:gd name="T26" fmla="*/ 60472529 w 112"/>
                <a:gd name="T27" fmla="*/ 9677399 h 190"/>
                <a:gd name="T28" fmla="*/ 25462119 w 112"/>
                <a:gd name="T29" fmla="*/ 43548306 h 190"/>
                <a:gd name="T30" fmla="*/ 41375947 w 112"/>
                <a:gd name="T31" fmla="*/ 61290200 h 190"/>
                <a:gd name="T32" fmla="*/ 14323072 w 112"/>
                <a:gd name="T33" fmla="*/ 77419195 h 190"/>
                <a:gd name="T34" fmla="*/ 0 w 112"/>
                <a:gd name="T35" fmla="*/ 109677204 h 190"/>
                <a:gd name="T36" fmla="*/ 20688604 w 112"/>
                <a:gd name="T37" fmla="*/ 141935194 h 190"/>
                <a:gd name="T38" fmla="*/ 41375947 w 112"/>
                <a:gd name="T39" fmla="*/ 140322295 h 190"/>
                <a:gd name="T40" fmla="*/ 46149462 w 112"/>
                <a:gd name="T41" fmla="*/ 162902887 h 190"/>
                <a:gd name="T42" fmla="*/ 62064541 w 112"/>
                <a:gd name="T43" fmla="*/ 187096419 h 190"/>
                <a:gd name="T44" fmla="*/ 50924238 w 112"/>
                <a:gd name="T45" fmla="*/ 224193107 h 190"/>
                <a:gd name="T46" fmla="*/ 55699014 w 112"/>
                <a:gd name="T47" fmla="*/ 275805891 h 190"/>
                <a:gd name="T48" fmla="*/ 81161123 w 112"/>
                <a:gd name="T49" fmla="*/ 306450981 h 190"/>
                <a:gd name="T50" fmla="*/ 101848476 w 112"/>
                <a:gd name="T51" fmla="*/ 306450981 h 190"/>
                <a:gd name="T52" fmla="*/ 138450888 w 112"/>
                <a:gd name="T53" fmla="*/ 288709087 h 190"/>
                <a:gd name="T54" fmla="*/ 178234842 w 112"/>
                <a:gd name="T55" fmla="*/ 280644589 h 190"/>
                <a:gd name="T56" fmla="*/ 159138221 w 112"/>
                <a:gd name="T57" fmla="*/ 249999499 h 190"/>
                <a:gd name="T58" fmla="*/ 143224403 w 112"/>
                <a:gd name="T59" fmla="*/ 219354409 h 19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12"/>
                <a:gd name="T91" fmla="*/ 0 h 190"/>
                <a:gd name="T92" fmla="*/ 112 w 112"/>
                <a:gd name="T93" fmla="*/ 190 h 19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12" h="190">
                  <a:moveTo>
                    <a:pt x="90" y="136"/>
                  </a:moveTo>
                  <a:lnTo>
                    <a:pt x="77" y="122"/>
                  </a:lnTo>
                  <a:lnTo>
                    <a:pt x="80" y="100"/>
                  </a:lnTo>
                  <a:lnTo>
                    <a:pt x="90" y="94"/>
                  </a:lnTo>
                  <a:lnTo>
                    <a:pt x="94" y="81"/>
                  </a:lnTo>
                  <a:lnTo>
                    <a:pt x="93" y="59"/>
                  </a:lnTo>
                  <a:lnTo>
                    <a:pt x="68" y="45"/>
                  </a:lnTo>
                  <a:lnTo>
                    <a:pt x="64" y="54"/>
                  </a:lnTo>
                  <a:lnTo>
                    <a:pt x="65" y="27"/>
                  </a:lnTo>
                  <a:lnTo>
                    <a:pt x="52" y="17"/>
                  </a:lnTo>
                  <a:lnTo>
                    <a:pt x="39" y="6"/>
                  </a:lnTo>
                  <a:lnTo>
                    <a:pt x="44" y="8"/>
                  </a:lnTo>
                  <a:lnTo>
                    <a:pt x="33" y="0"/>
                  </a:lnTo>
                  <a:lnTo>
                    <a:pt x="38" y="6"/>
                  </a:lnTo>
                  <a:lnTo>
                    <a:pt x="16" y="27"/>
                  </a:lnTo>
                  <a:lnTo>
                    <a:pt x="26" y="38"/>
                  </a:lnTo>
                  <a:lnTo>
                    <a:pt x="9" y="48"/>
                  </a:lnTo>
                  <a:lnTo>
                    <a:pt x="0" y="68"/>
                  </a:lnTo>
                  <a:lnTo>
                    <a:pt x="13" y="88"/>
                  </a:lnTo>
                  <a:lnTo>
                    <a:pt x="26" y="87"/>
                  </a:lnTo>
                  <a:lnTo>
                    <a:pt x="29" y="101"/>
                  </a:lnTo>
                  <a:lnTo>
                    <a:pt x="39" y="116"/>
                  </a:lnTo>
                  <a:lnTo>
                    <a:pt x="32" y="139"/>
                  </a:lnTo>
                  <a:lnTo>
                    <a:pt x="35" y="171"/>
                  </a:lnTo>
                  <a:lnTo>
                    <a:pt x="51" y="190"/>
                  </a:lnTo>
                  <a:lnTo>
                    <a:pt x="64" y="190"/>
                  </a:lnTo>
                  <a:lnTo>
                    <a:pt x="87" y="179"/>
                  </a:lnTo>
                  <a:lnTo>
                    <a:pt x="112" y="174"/>
                  </a:lnTo>
                  <a:lnTo>
                    <a:pt x="100" y="155"/>
                  </a:lnTo>
                  <a:lnTo>
                    <a:pt x="90" y="13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="" xmlns:a16="http://schemas.microsoft.com/office/drawing/2014/main" id="{A8B00ADD-99F7-4A89-A9AD-51F953CE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256" y="3660775"/>
              <a:ext cx="114300" cy="133350"/>
            </a:xfrm>
            <a:custGeom>
              <a:avLst/>
              <a:gdLst>
                <a:gd name="T0" fmla="*/ 20065860 w 92"/>
                <a:gd name="T1" fmla="*/ 102508772 h 107"/>
                <a:gd name="T2" fmla="*/ 0 w 92"/>
                <a:gd name="T3" fmla="*/ 80765231 h 107"/>
                <a:gd name="T4" fmla="*/ 4630392 w 92"/>
                <a:gd name="T5" fmla="*/ 46595238 h 107"/>
                <a:gd name="T6" fmla="*/ 20065860 w 92"/>
                <a:gd name="T7" fmla="*/ 37275686 h 107"/>
                <a:gd name="T8" fmla="*/ 26240548 w 92"/>
                <a:gd name="T9" fmla="*/ 17085001 h 107"/>
                <a:gd name="T10" fmla="*/ 33958280 w 92"/>
                <a:gd name="T11" fmla="*/ 0 h 107"/>
                <a:gd name="T12" fmla="*/ 75633050 w 92"/>
                <a:gd name="T13" fmla="*/ 3106931 h 107"/>
                <a:gd name="T14" fmla="*/ 108047048 w 92"/>
                <a:gd name="T15" fmla="*/ 1552842 h 107"/>
                <a:gd name="T16" fmla="*/ 108047048 w 92"/>
                <a:gd name="T17" fmla="*/ 0 h 107"/>
                <a:gd name="T18" fmla="*/ 142005318 w 92"/>
                <a:gd name="T19" fmla="*/ 1552842 h 107"/>
                <a:gd name="T20" fmla="*/ 137374927 w 92"/>
                <a:gd name="T21" fmla="*/ 21744777 h 107"/>
                <a:gd name="T22" fmla="*/ 128112903 w 92"/>
                <a:gd name="T23" fmla="*/ 55913534 h 107"/>
                <a:gd name="T24" fmla="*/ 138917976 w 92"/>
                <a:gd name="T25" fmla="*/ 105615701 h 107"/>
                <a:gd name="T26" fmla="*/ 120396413 w 92"/>
                <a:gd name="T27" fmla="*/ 145998307 h 107"/>
                <a:gd name="T28" fmla="*/ 98786266 w 92"/>
                <a:gd name="T29" fmla="*/ 136678765 h 107"/>
                <a:gd name="T30" fmla="*/ 67915318 w 92"/>
                <a:gd name="T31" fmla="*/ 144444219 h 107"/>
                <a:gd name="T32" fmla="*/ 69459609 w 92"/>
                <a:gd name="T33" fmla="*/ 166189026 h 107"/>
                <a:gd name="T34" fmla="*/ 54024145 w 92"/>
                <a:gd name="T35" fmla="*/ 161529216 h 107"/>
                <a:gd name="T36" fmla="*/ 35501329 w 92"/>
                <a:gd name="T37" fmla="*/ 132018994 h 107"/>
                <a:gd name="T38" fmla="*/ 20065860 w 92"/>
                <a:gd name="T39" fmla="*/ 102508772 h 10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2"/>
                <a:gd name="T61" fmla="*/ 0 h 107"/>
                <a:gd name="T62" fmla="*/ 92 w 92"/>
                <a:gd name="T63" fmla="*/ 107 h 10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2" h="107">
                  <a:moveTo>
                    <a:pt x="13" y="66"/>
                  </a:moveTo>
                  <a:lnTo>
                    <a:pt x="0" y="52"/>
                  </a:lnTo>
                  <a:lnTo>
                    <a:pt x="3" y="30"/>
                  </a:lnTo>
                  <a:lnTo>
                    <a:pt x="13" y="24"/>
                  </a:lnTo>
                  <a:lnTo>
                    <a:pt x="17" y="11"/>
                  </a:lnTo>
                  <a:lnTo>
                    <a:pt x="22" y="0"/>
                  </a:lnTo>
                  <a:lnTo>
                    <a:pt x="49" y="2"/>
                  </a:lnTo>
                  <a:lnTo>
                    <a:pt x="70" y="1"/>
                  </a:lnTo>
                  <a:lnTo>
                    <a:pt x="70" y="0"/>
                  </a:lnTo>
                  <a:lnTo>
                    <a:pt x="92" y="1"/>
                  </a:lnTo>
                  <a:lnTo>
                    <a:pt x="89" y="14"/>
                  </a:lnTo>
                  <a:lnTo>
                    <a:pt x="83" y="36"/>
                  </a:lnTo>
                  <a:lnTo>
                    <a:pt x="90" y="68"/>
                  </a:lnTo>
                  <a:lnTo>
                    <a:pt x="78" y="94"/>
                  </a:lnTo>
                  <a:lnTo>
                    <a:pt x="64" y="88"/>
                  </a:lnTo>
                  <a:lnTo>
                    <a:pt x="44" y="93"/>
                  </a:lnTo>
                  <a:lnTo>
                    <a:pt x="45" y="107"/>
                  </a:lnTo>
                  <a:lnTo>
                    <a:pt x="35" y="104"/>
                  </a:lnTo>
                  <a:lnTo>
                    <a:pt x="23" y="85"/>
                  </a:lnTo>
                  <a:lnTo>
                    <a:pt x="13" y="6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="" xmlns:a16="http://schemas.microsoft.com/office/drawing/2014/main" id="{0A0289ED-4A6E-4E10-9106-604A00201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069" y="3498850"/>
              <a:ext cx="26987" cy="23813"/>
            </a:xfrm>
            <a:custGeom>
              <a:avLst/>
              <a:gdLst>
                <a:gd name="T0" fmla="*/ 8256736 w 21"/>
                <a:gd name="T1" fmla="*/ 1570405 h 19"/>
                <a:gd name="T2" fmla="*/ 34680863 w 21"/>
                <a:gd name="T3" fmla="*/ 0 h 19"/>
                <a:gd name="T4" fmla="*/ 23120150 w 21"/>
                <a:gd name="T5" fmla="*/ 29845207 h 19"/>
                <a:gd name="T6" fmla="*/ 0 w 21"/>
                <a:gd name="T7" fmla="*/ 25132741 h 19"/>
                <a:gd name="T8" fmla="*/ 13212064 w 21"/>
                <a:gd name="T9" fmla="*/ 7854529 h 19"/>
                <a:gd name="T10" fmla="*/ 8256736 w 21"/>
                <a:gd name="T11" fmla="*/ 157040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"/>
                <a:gd name="T19" fmla="*/ 0 h 19"/>
                <a:gd name="T20" fmla="*/ 21 w 21"/>
                <a:gd name="T21" fmla="*/ 19 h 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" h="19">
                  <a:moveTo>
                    <a:pt x="5" y="1"/>
                  </a:moveTo>
                  <a:lnTo>
                    <a:pt x="21" y="0"/>
                  </a:lnTo>
                  <a:lnTo>
                    <a:pt x="14" y="19"/>
                  </a:lnTo>
                  <a:lnTo>
                    <a:pt x="0" y="16"/>
                  </a:lnTo>
                  <a:lnTo>
                    <a:pt x="8" y="5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="" xmlns:a16="http://schemas.microsoft.com/office/drawing/2014/main" id="{7099F4E5-39D7-4F01-9413-7C078D539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756" y="3449638"/>
              <a:ext cx="393700" cy="379412"/>
            </a:xfrm>
            <a:custGeom>
              <a:avLst/>
              <a:gdLst>
                <a:gd name="T0" fmla="*/ 407166043 w 314"/>
                <a:gd name="T1" fmla="*/ 98509724 h 301"/>
                <a:gd name="T2" fmla="*/ 385156466 w 314"/>
                <a:gd name="T3" fmla="*/ 90566025 h 301"/>
                <a:gd name="T4" fmla="*/ 382013137 w 314"/>
                <a:gd name="T5" fmla="*/ 76265582 h 301"/>
                <a:gd name="T6" fmla="*/ 378868553 w 314"/>
                <a:gd name="T7" fmla="*/ 65144151 h 301"/>
                <a:gd name="T8" fmla="*/ 353715647 w 314"/>
                <a:gd name="T9" fmla="*/ 71499615 h 301"/>
                <a:gd name="T10" fmla="*/ 267252060 w 314"/>
                <a:gd name="T11" fmla="*/ 71499615 h 301"/>
                <a:gd name="T12" fmla="*/ 198081254 w 314"/>
                <a:gd name="T13" fmla="*/ 71499615 h 301"/>
                <a:gd name="T14" fmla="*/ 146201857 w 314"/>
                <a:gd name="T15" fmla="*/ 30189092 h 301"/>
                <a:gd name="T16" fmla="*/ 121048950 w 314"/>
                <a:gd name="T17" fmla="*/ 17478160 h 301"/>
                <a:gd name="T18" fmla="*/ 130481447 w 314"/>
                <a:gd name="T19" fmla="*/ 30189092 h 301"/>
                <a:gd name="T20" fmla="*/ 75458739 w 314"/>
                <a:gd name="T21" fmla="*/ 57199192 h 301"/>
                <a:gd name="T22" fmla="*/ 67598534 w 314"/>
                <a:gd name="T23" fmla="*/ 131876538 h 301"/>
                <a:gd name="T24" fmla="*/ 67598534 w 314"/>
                <a:gd name="T25" fmla="*/ 66732387 h 301"/>
                <a:gd name="T26" fmla="*/ 81747906 w 314"/>
                <a:gd name="T27" fmla="*/ 14300428 h 301"/>
                <a:gd name="T28" fmla="*/ 36157705 w 314"/>
                <a:gd name="T29" fmla="*/ 57199192 h 301"/>
                <a:gd name="T30" fmla="*/ 0 w 314"/>
                <a:gd name="T31" fmla="*/ 127109310 h 301"/>
                <a:gd name="T32" fmla="*/ 34585413 w 314"/>
                <a:gd name="T33" fmla="*/ 173187091 h 301"/>
                <a:gd name="T34" fmla="*/ 59738329 w 314"/>
                <a:gd name="T35" fmla="*/ 214497604 h 301"/>
                <a:gd name="T36" fmla="*/ 116333329 w 314"/>
                <a:gd name="T37" fmla="*/ 216087100 h 301"/>
                <a:gd name="T38" fmla="*/ 180787299 w 314"/>
                <a:gd name="T39" fmla="*/ 254219881 h 301"/>
                <a:gd name="T40" fmla="*/ 202796876 w 314"/>
                <a:gd name="T41" fmla="*/ 285997199 h 301"/>
                <a:gd name="T42" fmla="*/ 210657081 w 314"/>
                <a:gd name="T43" fmla="*/ 373385532 h 301"/>
                <a:gd name="T44" fmla="*/ 218517285 w 314"/>
                <a:gd name="T45" fmla="*/ 424229240 h 301"/>
                <a:gd name="T46" fmla="*/ 257819564 w 314"/>
                <a:gd name="T47" fmla="*/ 478250680 h 301"/>
                <a:gd name="T48" fmla="*/ 281400179 w 314"/>
                <a:gd name="T49" fmla="*/ 478250680 h 301"/>
                <a:gd name="T50" fmla="*/ 352143355 w 314"/>
                <a:gd name="T51" fmla="*/ 419462012 h 301"/>
                <a:gd name="T52" fmla="*/ 333278362 w 314"/>
                <a:gd name="T53" fmla="*/ 401985118 h 301"/>
                <a:gd name="T54" fmla="*/ 309697668 w 314"/>
                <a:gd name="T55" fmla="*/ 332075019 h 301"/>
                <a:gd name="T56" fmla="*/ 382013137 w 314"/>
                <a:gd name="T57" fmla="*/ 355907377 h 301"/>
                <a:gd name="T58" fmla="*/ 418170831 w 314"/>
                <a:gd name="T59" fmla="*/ 327307712 h 301"/>
                <a:gd name="T60" fmla="*/ 459044148 w 314"/>
                <a:gd name="T61" fmla="*/ 292352663 h 301"/>
                <a:gd name="T62" fmla="*/ 433891241 w 314"/>
                <a:gd name="T63" fmla="*/ 260575345 h 301"/>
                <a:gd name="T64" fmla="*/ 474764558 w 314"/>
                <a:gd name="T65" fmla="*/ 212909368 h 301"/>
                <a:gd name="T66" fmla="*/ 493629551 w 314"/>
                <a:gd name="T67" fmla="*/ 162064360 h 301"/>
                <a:gd name="T68" fmla="*/ 449611651 w 314"/>
                <a:gd name="T69" fmla="*/ 152531165 h 301"/>
                <a:gd name="T70" fmla="*/ 435463533 w 314"/>
                <a:gd name="T71" fmla="*/ 149353433 h 301"/>
                <a:gd name="T72" fmla="*/ 459044148 w 314"/>
                <a:gd name="T73" fmla="*/ 122343343 h 301"/>
                <a:gd name="T74" fmla="*/ 422886453 w 314"/>
                <a:gd name="T75" fmla="*/ 103276952 h 301"/>
                <a:gd name="T76" fmla="*/ 410309373 w 314"/>
                <a:gd name="T77" fmla="*/ 103276952 h 3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14"/>
                <a:gd name="T118" fmla="*/ 0 h 301"/>
                <a:gd name="T119" fmla="*/ 314 w 314"/>
                <a:gd name="T120" fmla="*/ 301 h 30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14" h="301">
                  <a:moveTo>
                    <a:pt x="261" y="65"/>
                  </a:moveTo>
                  <a:lnTo>
                    <a:pt x="259" y="62"/>
                  </a:lnTo>
                  <a:lnTo>
                    <a:pt x="254" y="57"/>
                  </a:lnTo>
                  <a:lnTo>
                    <a:pt x="245" y="57"/>
                  </a:lnTo>
                  <a:lnTo>
                    <a:pt x="250" y="55"/>
                  </a:lnTo>
                  <a:lnTo>
                    <a:pt x="243" y="48"/>
                  </a:lnTo>
                  <a:lnTo>
                    <a:pt x="267" y="41"/>
                  </a:lnTo>
                  <a:lnTo>
                    <a:pt x="241" y="41"/>
                  </a:lnTo>
                  <a:lnTo>
                    <a:pt x="216" y="42"/>
                  </a:lnTo>
                  <a:lnTo>
                    <a:pt x="225" y="45"/>
                  </a:lnTo>
                  <a:lnTo>
                    <a:pt x="202" y="55"/>
                  </a:lnTo>
                  <a:lnTo>
                    <a:pt x="170" y="45"/>
                  </a:lnTo>
                  <a:lnTo>
                    <a:pt x="148" y="45"/>
                  </a:lnTo>
                  <a:lnTo>
                    <a:pt x="126" y="45"/>
                  </a:lnTo>
                  <a:lnTo>
                    <a:pt x="119" y="29"/>
                  </a:lnTo>
                  <a:lnTo>
                    <a:pt x="93" y="19"/>
                  </a:lnTo>
                  <a:lnTo>
                    <a:pt x="84" y="0"/>
                  </a:lnTo>
                  <a:lnTo>
                    <a:pt x="77" y="11"/>
                  </a:lnTo>
                  <a:lnTo>
                    <a:pt x="88" y="19"/>
                  </a:lnTo>
                  <a:lnTo>
                    <a:pt x="83" y="19"/>
                  </a:lnTo>
                  <a:lnTo>
                    <a:pt x="52" y="32"/>
                  </a:lnTo>
                  <a:lnTo>
                    <a:pt x="48" y="36"/>
                  </a:lnTo>
                  <a:lnTo>
                    <a:pt x="54" y="70"/>
                  </a:lnTo>
                  <a:lnTo>
                    <a:pt x="43" y="83"/>
                  </a:lnTo>
                  <a:lnTo>
                    <a:pt x="30" y="65"/>
                  </a:lnTo>
                  <a:lnTo>
                    <a:pt x="43" y="42"/>
                  </a:lnTo>
                  <a:lnTo>
                    <a:pt x="36" y="20"/>
                  </a:lnTo>
                  <a:lnTo>
                    <a:pt x="52" y="9"/>
                  </a:lnTo>
                  <a:lnTo>
                    <a:pt x="36" y="14"/>
                  </a:lnTo>
                  <a:lnTo>
                    <a:pt x="23" y="36"/>
                  </a:lnTo>
                  <a:lnTo>
                    <a:pt x="10" y="58"/>
                  </a:lnTo>
                  <a:lnTo>
                    <a:pt x="0" y="80"/>
                  </a:lnTo>
                  <a:lnTo>
                    <a:pt x="10" y="80"/>
                  </a:lnTo>
                  <a:lnTo>
                    <a:pt x="22" y="109"/>
                  </a:lnTo>
                  <a:lnTo>
                    <a:pt x="20" y="126"/>
                  </a:lnTo>
                  <a:lnTo>
                    <a:pt x="38" y="135"/>
                  </a:lnTo>
                  <a:lnTo>
                    <a:pt x="55" y="136"/>
                  </a:lnTo>
                  <a:lnTo>
                    <a:pt x="74" y="136"/>
                  </a:lnTo>
                  <a:lnTo>
                    <a:pt x="94" y="160"/>
                  </a:lnTo>
                  <a:lnTo>
                    <a:pt x="115" y="160"/>
                  </a:lnTo>
                  <a:lnTo>
                    <a:pt x="135" y="158"/>
                  </a:lnTo>
                  <a:lnTo>
                    <a:pt x="129" y="180"/>
                  </a:lnTo>
                  <a:lnTo>
                    <a:pt x="123" y="202"/>
                  </a:lnTo>
                  <a:lnTo>
                    <a:pt x="134" y="235"/>
                  </a:lnTo>
                  <a:lnTo>
                    <a:pt x="126" y="247"/>
                  </a:lnTo>
                  <a:lnTo>
                    <a:pt x="139" y="267"/>
                  </a:lnTo>
                  <a:lnTo>
                    <a:pt x="145" y="289"/>
                  </a:lnTo>
                  <a:lnTo>
                    <a:pt x="164" y="301"/>
                  </a:lnTo>
                  <a:lnTo>
                    <a:pt x="176" y="299"/>
                  </a:lnTo>
                  <a:lnTo>
                    <a:pt x="179" y="301"/>
                  </a:lnTo>
                  <a:lnTo>
                    <a:pt x="203" y="283"/>
                  </a:lnTo>
                  <a:lnTo>
                    <a:pt x="224" y="264"/>
                  </a:lnTo>
                  <a:lnTo>
                    <a:pt x="227" y="257"/>
                  </a:lnTo>
                  <a:lnTo>
                    <a:pt x="212" y="253"/>
                  </a:lnTo>
                  <a:lnTo>
                    <a:pt x="206" y="222"/>
                  </a:lnTo>
                  <a:lnTo>
                    <a:pt x="197" y="209"/>
                  </a:lnTo>
                  <a:lnTo>
                    <a:pt x="221" y="216"/>
                  </a:lnTo>
                  <a:lnTo>
                    <a:pt x="243" y="224"/>
                  </a:lnTo>
                  <a:lnTo>
                    <a:pt x="247" y="215"/>
                  </a:lnTo>
                  <a:lnTo>
                    <a:pt x="266" y="206"/>
                  </a:lnTo>
                  <a:lnTo>
                    <a:pt x="285" y="199"/>
                  </a:lnTo>
                  <a:lnTo>
                    <a:pt x="292" y="184"/>
                  </a:lnTo>
                  <a:lnTo>
                    <a:pt x="289" y="184"/>
                  </a:lnTo>
                  <a:lnTo>
                    <a:pt x="276" y="164"/>
                  </a:lnTo>
                  <a:lnTo>
                    <a:pt x="285" y="144"/>
                  </a:lnTo>
                  <a:lnTo>
                    <a:pt x="302" y="134"/>
                  </a:lnTo>
                  <a:lnTo>
                    <a:pt x="292" y="123"/>
                  </a:lnTo>
                  <a:lnTo>
                    <a:pt x="314" y="102"/>
                  </a:lnTo>
                  <a:lnTo>
                    <a:pt x="309" y="96"/>
                  </a:lnTo>
                  <a:lnTo>
                    <a:pt x="286" y="96"/>
                  </a:lnTo>
                  <a:lnTo>
                    <a:pt x="272" y="96"/>
                  </a:lnTo>
                  <a:lnTo>
                    <a:pt x="277" y="94"/>
                  </a:lnTo>
                  <a:lnTo>
                    <a:pt x="285" y="81"/>
                  </a:lnTo>
                  <a:lnTo>
                    <a:pt x="292" y="77"/>
                  </a:lnTo>
                  <a:lnTo>
                    <a:pt x="277" y="64"/>
                  </a:lnTo>
                  <a:lnTo>
                    <a:pt x="269" y="65"/>
                  </a:lnTo>
                  <a:lnTo>
                    <a:pt x="260" y="59"/>
                  </a:lnTo>
                  <a:lnTo>
                    <a:pt x="261" y="6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="" xmlns:a16="http://schemas.microsoft.com/office/drawing/2014/main" id="{7D8AC28E-FE45-41B7-AC7F-C635BE001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456" y="3486150"/>
              <a:ext cx="17463" cy="0"/>
            </a:xfrm>
            <a:custGeom>
              <a:avLst/>
              <a:gdLst>
                <a:gd name="T0" fmla="*/ 25413034 w 12"/>
                <a:gd name="T1" fmla="*/ 0 h 3"/>
                <a:gd name="T2" fmla="*/ 0 w 12"/>
                <a:gd name="T3" fmla="*/ 0 h 3"/>
                <a:gd name="T4" fmla="*/ 25413034 w 12"/>
                <a:gd name="T5" fmla="*/ 0 h 3"/>
                <a:gd name="T6" fmla="*/ 0 60000 65536"/>
                <a:gd name="T7" fmla="*/ 0 60000 65536"/>
                <a:gd name="T8" fmla="*/ 0 60000 65536"/>
                <a:gd name="T9" fmla="*/ 0 w 12"/>
                <a:gd name="T10" fmla="*/ 0 h 3"/>
                <a:gd name="T11" fmla="*/ 12 w 12"/>
                <a:gd name="T12" fmla="*/ 0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" h="3">
                  <a:moveTo>
                    <a:pt x="12" y="3"/>
                  </a:moveTo>
                  <a:lnTo>
                    <a:pt x="0" y="0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="" xmlns:a16="http://schemas.microsoft.com/office/drawing/2014/main" id="{3A7BB48A-3A6C-4DF9-8B1C-F3829AA47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656" y="3086100"/>
              <a:ext cx="298450" cy="107950"/>
            </a:xfrm>
            <a:custGeom>
              <a:avLst/>
              <a:gdLst>
                <a:gd name="T0" fmla="*/ 262607169 w 238"/>
                <a:gd name="T1" fmla="*/ 56151991 h 84"/>
                <a:gd name="T2" fmla="*/ 264179674 w 238"/>
                <a:gd name="T3" fmla="*/ 59454746 h 84"/>
                <a:gd name="T4" fmla="*/ 226439553 w 238"/>
                <a:gd name="T5" fmla="*/ 41288300 h 84"/>
                <a:gd name="T6" fmla="*/ 188699431 w 238"/>
                <a:gd name="T7" fmla="*/ 21470486 h 84"/>
                <a:gd name="T8" fmla="*/ 161966806 w 238"/>
                <a:gd name="T9" fmla="*/ 8258175 h 84"/>
                <a:gd name="T10" fmla="*/ 135234220 w 238"/>
                <a:gd name="T11" fmla="*/ 3302756 h 84"/>
                <a:gd name="T12" fmla="*/ 122654180 w 238"/>
                <a:gd name="T13" fmla="*/ 0 h 84"/>
                <a:gd name="T14" fmla="*/ 80197778 w 238"/>
                <a:gd name="T15" fmla="*/ 8258175 h 84"/>
                <a:gd name="T16" fmla="*/ 36167626 w 238"/>
                <a:gd name="T17" fmla="*/ 16515064 h 84"/>
                <a:gd name="T18" fmla="*/ 17297561 w 238"/>
                <a:gd name="T19" fmla="*/ 42939687 h 84"/>
                <a:gd name="T20" fmla="*/ 0 w 238"/>
                <a:gd name="T21" fmla="*/ 57803369 h 84"/>
                <a:gd name="T22" fmla="*/ 14152550 w 238"/>
                <a:gd name="T23" fmla="*/ 52849237 h 84"/>
                <a:gd name="T24" fmla="*/ 40885141 w 238"/>
                <a:gd name="T25" fmla="*/ 37985545 h 84"/>
                <a:gd name="T26" fmla="*/ 70762747 w 238"/>
                <a:gd name="T27" fmla="*/ 24773241 h 84"/>
                <a:gd name="T28" fmla="*/ 116364160 w 238"/>
                <a:gd name="T29" fmla="*/ 24773241 h 84"/>
                <a:gd name="T30" fmla="*/ 100639109 w 238"/>
                <a:gd name="T31" fmla="*/ 31378750 h 84"/>
                <a:gd name="T32" fmla="*/ 132089210 w 238"/>
                <a:gd name="T33" fmla="*/ 41288300 h 84"/>
                <a:gd name="T34" fmla="*/ 152531776 w 238"/>
                <a:gd name="T35" fmla="*/ 47893819 h 84"/>
                <a:gd name="T36" fmla="*/ 161966806 w 238"/>
                <a:gd name="T37" fmla="*/ 52849237 h 84"/>
                <a:gd name="T38" fmla="*/ 212287007 w 238"/>
                <a:gd name="T39" fmla="*/ 64410163 h 84"/>
                <a:gd name="T40" fmla="*/ 221722038 w 238"/>
                <a:gd name="T41" fmla="*/ 90834792 h 84"/>
                <a:gd name="T42" fmla="*/ 264179674 w 238"/>
                <a:gd name="T43" fmla="*/ 112303983 h 84"/>
                <a:gd name="T44" fmla="*/ 243737109 w 238"/>
                <a:gd name="T45" fmla="*/ 138728591 h 84"/>
                <a:gd name="T46" fmla="*/ 281477230 w 238"/>
                <a:gd name="T47" fmla="*/ 138728591 h 84"/>
                <a:gd name="T48" fmla="*/ 314498582 w 238"/>
                <a:gd name="T49" fmla="*/ 138728591 h 84"/>
                <a:gd name="T50" fmla="*/ 344376257 w 238"/>
                <a:gd name="T51" fmla="*/ 132123081 h 84"/>
                <a:gd name="T52" fmla="*/ 374253853 w 238"/>
                <a:gd name="T53" fmla="*/ 127167664 h 84"/>
                <a:gd name="T54" fmla="*/ 347521267 w 238"/>
                <a:gd name="T55" fmla="*/ 115606737 h 84"/>
                <a:gd name="T56" fmla="*/ 322361107 w 238"/>
                <a:gd name="T57" fmla="*/ 100743056 h 84"/>
                <a:gd name="T58" fmla="*/ 319216097 w 238"/>
                <a:gd name="T59" fmla="*/ 85879374 h 84"/>
                <a:gd name="T60" fmla="*/ 294056016 w 238"/>
                <a:gd name="T61" fmla="*/ 77622467 h 84"/>
                <a:gd name="T62" fmla="*/ 267324684 w 238"/>
                <a:gd name="T63" fmla="*/ 67712918 h 84"/>
                <a:gd name="T64" fmla="*/ 262607169 w 238"/>
                <a:gd name="T65" fmla="*/ 56151991 h 8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8"/>
                <a:gd name="T100" fmla="*/ 0 h 84"/>
                <a:gd name="T101" fmla="*/ 238 w 238"/>
                <a:gd name="T102" fmla="*/ 84 h 8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8" h="84">
                  <a:moveTo>
                    <a:pt x="167" y="34"/>
                  </a:moveTo>
                  <a:lnTo>
                    <a:pt x="168" y="36"/>
                  </a:lnTo>
                  <a:lnTo>
                    <a:pt x="144" y="25"/>
                  </a:lnTo>
                  <a:lnTo>
                    <a:pt x="120" y="13"/>
                  </a:lnTo>
                  <a:lnTo>
                    <a:pt x="103" y="5"/>
                  </a:lnTo>
                  <a:lnTo>
                    <a:pt x="86" y="2"/>
                  </a:lnTo>
                  <a:lnTo>
                    <a:pt x="78" y="0"/>
                  </a:lnTo>
                  <a:lnTo>
                    <a:pt x="51" y="5"/>
                  </a:lnTo>
                  <a:lnTo>
                    <a:pt x="23" y="10"/>
                  </a:lnTo>
                  <a:lnTo>
                    <a:pt x="11" y="26"/>
                  </a:lnTo>
                  <a:lnTo>
                    <a:pt x="0" y="35"/>
                  </a:lnTo>
                  <a:lnTo>
                    <a:pt x="9" y="32"/>
                  </a:lnTo>
                  <a:lnTo>
                    <a:pt x="26" y="23"/>
                  </a:lnTo>
                  <a:lnTo>
                    <a:pt x="45" y="15"/>
                  </a:lnTo>
                  <a:lnTo>
                    <a:pt x="74" y="15"/>
                  </a:lnTo>
                  <a:lnTo>
                    <a:pt x="64" y="19"/>
                  </a:lnTo>
                  <a:lnTo>
                    <a:pt x="84" y="25"/>
                  </a:lnTo>
                  <a:lnTo>
                    <a:pt x="97" y="29"/>
                  </a:lnTo>
                  <a:lnTo>
                    <a:pt x="103" y="32"/>
                  </a:lnTo>
                  <a:lnTo>
                    <a:pt x="135" y="39"/>
                  </a:lnTo>
                  <a:lnTo>
                    <a:pt x="141" y="55"/>
                  </a:lnTo>
                  <a:lnTo>
                    <a:pt x="168" y="68"/>
                  </a:lnTo>
                  <a:lnTo>
                    <a:pt x="155" y="84"/>
                  </a:lnTo>
                  <a:lnTo>
                    <a:pt x="179" y="84"/>
                  </a:lnTo>
                  <a:lnTo>
                    <a:pt x="200" y="84"/>
                  </a:lnTo>
                  <a:lnTo>
                    <a:pt x="219" y="80"/>
                  </a:lnTo>
                  <a:lnTo>
                    <a:pt x="238" y="77"/>
                  </a:lnTo>
                  <a:lnTo>
                    <a:pt x="221" y="70"/>
                  </a:lnTo>
                  <a:lnTo>
                    <a:pt x="205" y="61"/>
                  </a:lnTo>
                  <a:lnTo>
                    <a:pt x="203" y="52"/>
                  </a:lnTo>
                  <a:lnTo>
                    <a:pt x="187" y="47"/>
                  </a:lnTo>
                  <a:lnTo>
                    <a:pt x="170" y="41"/>
                  </a:lnTo>
                  <a:lnTo>
                    <a:pt x="167" y="3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="" xmlns:a16="http://schemas.microsoft.com/office/drawing/2014/main" id="{AC413FBE-0511-4CE4-BB33-3E00D5780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456" y="3124200"/>
              <a:ext cx="12700" cy="15875"/>
            </a:xfrm>
            <a:custGeom>
              <a:avLst/>
              <a:gdLst>
                <a:gd name="T0" fmla="*/ 0 w 12"/>
                <a:gd name="T1" fmla="*/ 22910509 h 11"/>
                <a:gd name="T2" fmla="*/ 13440833 w 12"/>
                <a:gd name="T3" fmla="*/ 20827998 h 11"/>
                <a:gd name="T4" fmla="*/ 3360208 w 12"/>
                <a:gd name="T5" fmla="*/ 0 h 11"/>
                <a:gd name="T6" fmla="*/ 0 w 12"/>
                <a:gd name="T7" fmla="*/ 22910509 h 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"/>
                <a:gd name="T13" fmla="*/ 0 h 11"/>
                <a:gd name="T14" fmla="*/ 12 w 12"/>
                <a:gd name="T15" fmla="*/ 11 h 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" h="11">
                  <a:moveTo>
                    <a:pt x="0" y="11"/>
                  </a:moveTo>
                  <a:lnTo>
                    <a:pt x="12" y="10"/>
                  </a:lnTo>
                  <a:lnTo>
                    <a:pt x="3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="" xmlns:a16="http://schemas.microsoft.com/office/drawing/2014/main" id="{EE6F8DD6-189C-4267-8012-2654260AF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206" y="3211513"/>
              <a:ext cx="14288" cy="1587"/>
            </a:xfrm>
            <a:custGeom>
              <a:avLst/>
              <a:gdLst>
                <a:gd name="T0" fmla="*/ 22682990 w 9"/>
                <a:gd name="T1" fmla="*/ 315019 h 4"/>
                <a:gd name="T2" fmla="*/ 22682990 w 9"/>
                <a:gd name="T3" fmla="*/ 157510 h 4"/>
                <a:gd name="T4" fmla="*/ 17642504 w 9"/>
                <a:gd name="T5" fmla="*/ 157510 h 4"/>
                <a:gd name="T6" fmla="*/ 15121466 w 9"/>
                <a:gd name="T7" fmla="*/ 157510 h 4"/>
                <a:gd name="T8" fmla="*/ 15121466 w 9"/>
                <a:gd name="T9" fmla="*/ 315019 h 4"/>
                <a:gd name="T10" fmla="*/ 15121466 w 9"/>
                <a:gd name="T11" fmla="*/ 157510 h 4"/>
                <a:gd name="T12" fmla="*/ 10080977 w 9"/>
                <a:gd name="T13" fmla="*/ 157510 h 4"/>
                <a:gd name="T14" fmla="*/ 10080977 w 9"/>
                <a:gd name="T15" fmla="*/ 315019 h 4"/>
                <a:gd name="T16" fmla="*/ 7561527 w 9"/>
                <a:gd name="T17" fmla="*/ 315019 h 4"/>
                <a:gd name="T18" fmla="*/ 5040488 w 9"/>
                <a:gd name="T19" fmla="*/ 315019 h 4"/>
                <a:gd name="T20" fmla="*/ 5040488 w 9"/>
                <a:gd name="T21" fmla="*/ 157510 h 4"/>
                <a:gd name="T22" fmla="*/ 5040488 w 9"/>
                <a:gd name="T23" fmla="*/ 0 h 4"/>
                <a:gd name="T24" fmla="*/ 5040488 w 9"/>
                <a:gd name="T25" fmla="*/ 157510 h 4"/>
                <a:gd name="T26" fmla="*/ 0 w 9"/>
                <a:gd name="T27" fmla="*/ 157510 h 4"/>
                <a:gd name="T28" fmla="*/ 5040488 w 9"/>
                <a:gd name="T29" fmla="*/ 157510 h 4"/>
                <a:gd name="T30" fmla="*/ 5040488 w 9"/>
                <a:gd name="T31" fmla="*/ 315019 h 4"/>
                <a:gd name="T32" fmla="*/ 5040488 w 9"/>
                <a:gd name="T33" fmla="*/ 629642 h 4"/>
                <a:gd name="T34" fmla="*/ 7561527 w 9"/>
                <a:gd name="T35" fmla="*/ 629642 h 4"/>
                <a:gd name="T36" fmla="*/ 10080977 w 9"/>
                <a:gd name="T37" fmla="*/ 629642 h 4"/>
                <a:gd name="T38" fmla="*/ 10080977 w 9"/>
                <a:gd name="T39" fmla="*/ 315019 h 4"/>
                <a:gd name="T40" fmla="*/ 15121466 w 9"/>
                <a:gd name="T41" fmla="*/ 315019 h 4"/>
                <a:gd name="T42" fmla="*/ 17642504 w 9"/>
                <a:gd name="T43" fmla="*/ 315019 h 4"/>
                <a:gd name="T44" fmla="*/ 22682990 w 9"/>
                <a:gd name="T45" fmla="*/ 315019 h 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"/>
                <a:gd name="T70" fmla="*/ 0 h 4"/>
                <a:gd name="T71" fmla="*/ 9 w 9"/>
                <a:gd name="T72" fmla="*/ 4 h 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" h="4">
                  <a:moveTo>
                    <a:pt x="9" y="2"/>
                  </a:moveTo>
                  <a:lnTo>
                    <a:pt x="9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="" xmlns:a16="http://schemas.microsoft.com/office/drawing/2014/main" id="{2A63CE1F-1965-4560-ADA8-49292DBF1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006" y="3200400"/>
              <a:ext cx="1588" cy="0"/>
            </a:xfrm>
            <a:custGeom>
              <a:avLst/>
              <a:gdLst>
                <a:gd name="T0" fmla="*/ 504349 w 5"/>
                <a:gd name="T1" fmla="*/ 0 h 1"/>
                <a:gd name="T2" fmla="*/ 302673 w 5"/>
                <a:gd name="T3" fmla="*/ 0 h 1"/>
                <a:gd name="T4" fmla="*/ 302673 w 5"/>
                <a:gd name="T5" fmla="*/ 0 h 1"/>
                <a:gd name="T6" fmla="*/ 201676 w 5"/>
                <a:gd name="T7" fmla="*/ 0 h 1"/>
                <a:gd name="T8" fmla="*/ 0 w 5"/>
                <a:gd name="T9" fmla="*/ 0 h 1"/>
                <a:gd name="T10" fmla="*/ 201676 w 5"/>
                <a:gd name="T11" fmla="*/ 0 h 1"/>
                <a:gd name="T12" fmla="*/ 302673 w 5"/>
                <a:gd name="T13" fmla="*/ 0 h 1"/>
                <a:gd name="T14" fmla="*/ 504349 w 5"/>
                <a:gd name="T15" fmla="*/ 0 h 1"/>
                <a:gd name="T16" fmla="*/ 504349 w 5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"/>
                <a:gd name="T28" fmla="*/ 0 h 1"/>
                <a:gd name="T29" fmla="*/ 5 w 5"/>
                <a:gd name="T30" fmla="*/ 0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" h="1">
                  <a:moveTo>
                    <a:pt x="5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="" xmlns:a16="http://schemas.microsoft.com/office/drawing/2014/main" id="{B4F76651-D98F-43DB-885C-C3B89A8D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244" y="3200400"/>
              <a:ext cx="1587" cy="4763"/>
            </a:xfrm>
            <a:custGeom>
              <a:avLst/>
              <a:gdLst>
                <a:gd name="T0" fmla="*/ 839523 w 3"/>
                <a:gd name="T1" fmla="*/ 0 h 2"/>
                <a:gd name="T2" fmla="*/ 559682 w 3"/>
                <a:gd name="T3" fmla="*/ 0 h 2"/>
                <a:gd name="T4" fmla="*/ 0 w 3"/>
                <a:gd name="T5" fmla="*/ 0 h 2"/>
                <a:gd name="T6" fmla="*/ 0 w 3"/>
                <a:gd name="T7" fmla="*/ 11343084 h 2"/>
                <a:gd name="T8" fmla="*/ 559682 w 3"/>
                <a:gd name="T9" fmla="*/ 11343084 h 2"/>
                <a:gd name="T10" fmla="*/ 559682 w 3"/>
                <a:gd name="T11" fmla="*/ 0 h 2"/>
                <a:gd name="T12" fmla="*/ 839523 w 3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"/>
                <a:gd name="T22" fmla="*/ 0 h 2"/>
                <a:gd name="T23" fmla="*/ 3 w 3"/>
                <a:gd name="T24" fmla="*/ 2 h 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" h="2">
                  <a:moveTo>
                    <a:pt x="3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="" xmlns:a16="http://schemas.microsoft.com/office/drawing/2014/main" id="{4B9A1D57-3F1D-428C-8CFF-4DE72B827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806" y="3241675"/>
              <a:ext cx="3175" cy="4763"/>
            </a:xfrm>
            <a:custGeom>
              <a:avLst/>
              <a:gdLst>
                <a:gd name="T0" fmla="*/ 3360208 w 3"/>
                <a:gd name="T1" fmla="*/ 0 h 1"/>
                <a:gd name="T2" fmla="*/ 1119717 w 3"/>
                <a:gd name="T3" fmla="*/ 0 h 1"/>
                <a:gd name="T4" fmla="*/ 0 w 3"/>
                <a:gd name="T5" fmla="*/ 22686167 h 1"/>
                <a:gd name="T6" fmla="*/ 1119717 w 3"/>
                <a:gd name="T7" fmla="*/ 22686167 h 1"/>
                <a:gd name="T8" fmla="*/ 3360208 w 3"/>
                <a:gd name="T9" fmla="*/ 22686167 h 1"/>
                <a:gd name="T10" fmla="*/ 3360208 w 3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"/>
                <a:gd name="T19" fmla="*/ 0 h 1"/>
                <a:gd name="T20" fmla="*/ 3 w 3"/>
                <a:gd name="T21" fmla="*/ 1 h 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" h="1">
                  <a:moveTo>
                    <a:pt x="3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3" y="1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="" xmlns:a16="http://schemas.microsoft.com/office/drawing/2014/main" id="{18BB4553-E92B-4D50-9F16-418A02ED8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919" y="3230563"/>
              <a:ext cx="1587" cy="3175"/>
            </a:xfrm>
            <a:custGeom>
              <a:avLst/>
              <a:gdLst>
                <a:gd name="T0" fmla="*/ 839523 w 3"/>
                <a:gd name="T1" fmla="*/ 10080623 h 1"/>
                <a:gd name="T2" fmla="*/ 839523 w 3"/>
                <a:gd name="T3" fmla="*/ 0 h 1"/>
                <a:gd name="T4" fmla="*/ 559682 w 3"/>
                <a:gd name="T5" fmla="*/ 0 h 1"/>
                <a:gd name="T6" fmla="*/ 0 w 3"/>
                <a:gd name="T7" fmla="*/ 0 h 1"/>
                <a:gd name="T8" fmla="*/ 0 w 3"/>
                <a:gd name="T9" fmla="*/ 10080623 h 1"/>
                <a:gd name="T10" fmla="*/ 559682 w 3"/>
                <a:gd name="T11" fmla="*/ 10080623 h 1"/>
                <a:gd name="T12" fmla="*/ 839523 w 3"/>
                <a:gd name="T13" fmla="*/ 10080623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"/>
                <a:gd name="T22" fmla="*/ 0 h 1"/>
                <a:gd name="T23" fmla="*/ 3 w 3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2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="" xmlns:a16="http://schemas.microsoft.com/office/drawing/2014/main" id="{44D83BFD-60A6-41DC-BE8B-4529BD3ED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156" y="3241675"/>
              <a:ext cx="6350" cy="4763"/>
            </a:xfrm>
            <a:custGeom>
              <a:avLst/>
              <a:gdLst>
                <a:gd name="T0" fmla="*/ 13440833 w 3"/>
                <a:gd name="T1" fmla="*/ 0 h 2"/>
                <a:gd name="T2" fmla="*/ 4480984 w 3"/>
                <a:gd name="T3" fmla="*/ 0 h 2"/>
                <a:gd name="T4" fmla="*/ 4480984 w 3"/>
                <a:gd name="T5" fmla="*/ 11343084 h 2"/>
                <a:gd name="T6" fmla="*/ 0 w 3"/>
                <a:gd name="T7" fmla="*/ 11343084 h 2"/>
                <a:gd name="T8" fmla="*/ 4480984 w 3"/>
                <a:gd name="T9" fmla="*/ 11343084 h 2"/>
                <a:gd name="T10" fmla="*/ 4480984 w 3"/>
                <a:gd name="T11" fmla="*/ 0 h 2"/>
                <a:gd name="T12" fmla="*/ 13440833 w 3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"/>
                <a:gd name="T22" fmla="*/ 0 h 2"/>
                <a:gd name="T23" fmla="*/ 3 w 3"/>
                <a:gd name="T24" fmla="*/ 2 h 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" h="2">
                  <a:moveTo>
                    <a:pt x="3" y="0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="" xmlns:a16="http://schemas.microsoft.com/office/drawing/2014/main" id="{B52C5586-513D-442D-9BF5-372818B03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806" y="3241675"/>
              <a:ext cx="1588" cy="4763"/>
            </a:xfrm>
            <a:custGeom>
              <a:avLst/>
              <a:gdLst>
                <a:gd name="T0" fmla="*/ 1260872 w 2"/>
                <a:gd name="T1" fmla="*/ 0 h 4763"/>
                <a:gd name="T2" fmla="*/ 0 w 2"/>
                <a:gd name="T3" fmla="*/ 0 h 4763"/>
                <a:gd name="T4" fmla="*/ 1260872 w 2"/>
                <a:gd name="T5" fmla="*/ 0 h 4763"/>
                <a:gd name="T6" fmla="*/ 0 60000 65536"/>
                <a:gd name="T7" fmla="*/ 0 60000 65536"/>
                <a:gd name="T8" fmla="*/ 0 60000 65536"/>
                <a:gd name="T9" fmla="*/ 0 w 2"/>
                <a:gd name="T10" fmla="*/ 0 h 4763"/>
                <a:gd name="T11" fmla="*/ 2 w 2"/>
                <a:gd name="T12" fmla="*/ 4763 h 47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4763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="" xmlns:a16="http://schemas.microsoft.com/office/drawing/2014/main" id="{B8244A6A-49A6-4FFF-83CE-0A083AB8F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981" y="3246438"/>
              <a:ext cx="3175" cy="1587"/>
            </a:xfrm>
            <a:custGeom>
              <a:avLst/>
              <a:gdLst>
                <a:gd name="T0" fmla="*/ 0 w 3175"/>
                <a:gd name="T1" fmla="*/ 0 h 2"/>
                <a:gd name="T2" fmla="*/ 0 w 3175"/>
                <a:gd name="T3" fmla="*/ 1259284 h 2"/>
                <a:gd name="T4" fmla="*/ 0 w 3175"/>
                <a:gd name="T5" fmla="*/ 0 h 2"/>
                <a:gd name="T6" fmla="*/ 0 w 3175"/>
                <a:gd name="T7" fmla="*/ 1259284 h 2"/>
                <a:gd name="T8" fmla="*/ 0 w 3175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75"/>
                <a:gd name="T16" fmla="*/ 0 h 2"/>
                <a:gd name="T17" fmla="*/ 3175 w 3175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75"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="" xmlns:a16="http://schemas.microsoft.com/office/drawing/2014/main" id="{6523EE4E-E988-4A70-AAF5-B27F468D1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394" y="3248025"/>
              <a:ext cx="1587" cy="1588"/>
            </a:xfrm>
            <a:custGeom>
              <a:avLst/>
              <a:gdLst>
                <a:gd name="T0" fmla="*/ 1259284 w 2"/>
                <a:gd name="T1" fmla="*/ 0 h 1588"/>
                <a:gd name="T2" fmla="*/ 0 w 2"/>
                <a:gd name="T3" fmla="*/ 0 h 1588"/>
                <a:gd name="T4" fmla="*/ 1259284 w 2"/>
                <a:gd name="T5" fmla="*/ 0 h 1588"/>
                <a:gd name="T6" fmla="*/ 0 60000 65536"/>
                <a:gd name="T7" fmla="*/ 0 60000 65536"/>
                <a:gd name="T8" fmla="*/ 0 60000 65536"/>
                <a:gd name="T9" fmla="*/ 0 w 2"/>
                <a:gd name="T10" fmla="*/ 0 h 1588"/>
                <a:gd name="T11" fmla="*/ 2 w 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588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="" xmlns:a16="http://schemas.microsoft.com/office/drawing/2014/main" id="{FB143D08-E129-4BAE-B56E-E5FD5A368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844" y="3194050"/>
              <a:ext cx="104775" cy="76200"/>
            </a:xfrm>
            <a:custGeom>
              <a:avLst/>
              <a:gdLst>
                <a:gd name="T0" fmla="*/ 8366477 w 81"/>
                <a:gd name="T1" fmla="*/ 6672021 h 59"/>
                <a:gd name="T2" fmla="*/ 5020145 w 81"/>
                <a:gd name="T3" fmla="*/ 38364763 h 59"/>
                <a:gd name="T4" fmla="*/ 0 w 81"/>
                <a:gd name="T5" fmla="*/ 53377461 h 59"/>
                <a:gd name="T6" fmla="*/ 1673813 w 81"/>
                <a:gd name="T7" fmla="*/ 80065535 h 59"/>
                <a:gd name="T8" fmla="*/ 13385330 w 81"/>
                <a:gd name="T9" fmla="*/ 98414252 h 59"/>
                <a:gd name="T10" fmla="*/ 31790803 w 81"/>
                <a:gd name="T11" fmla="*/ 75062167 h 59"/>
                <a:gd name="T12" fmla="*/ 50196281 w 81"/>
                <a:gd name="T13" fmla="*/ 65052847 h 59"/>
                <a:gd name="T14" fmla="*/ 66927937 w 81"/>
                <a:gd name="T15" fmla="*/ 68390148 h 59"/>
                <a:gd name="T16" fmla="*/ 118796736 w 81"/>
                <a:gd name="T17" fmla="*/ 70057507 h 59"/>
                <a:gd name="T18" fmla="*/ 135528392 w 81"/>
                <a:gd name="T19" fmla="*/ 53377461 h 59"/>
                <a:gd name="T20" fmla="*/ 92026087 w 81"/>
                <a:gd name="T21" fmla="*/ 33361395 h 59"/>
                <a:gd name="T22" fmla="*/ 102065081 w 81"/>
                <a:gd name="T23" fmla="*/ 23352075 h 59"/>
                <a:gd name="T24" fmla="*/ 81985780 w 81"/>
                <a:gd name="T25" fmla="*/ 15012693 h 59"/>
                <a:gd name="T26" fmla="*/ 28444472 w 81"/>
                <a:gd name="T27" fmla="*/ 0 h 59"/>
                <a:gd name="T28" fmla="*/ 8366477 w 81"/>
                <a:gd name="T29" fmla="*/ 6672021 h 5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1"/>
                <a:gd name="T46" fmla="*/ 0 h 59"/>
                <a:gd name="T47" fmla="*/ 81 w 81"/>
                <a:gd name="T48" fmla="*/ 59 h 5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1" h="59">
                  <a:moveTo>
                    <a:pt x="5" y="4"/>
                  </a:moveTo>
                  <a:lnTo>
                    <a:pt x="3" y="23"/>
                  </a:lnTo>
                  <a:lnTo>
                    <a:pt x="0" y="32"/>
                  </a:lnTo>
                  <a:lnTo>
                    <a:pt x="1" y="48"/>
                  </a:lnTo>
                  <a:lnTo>
                    <a:pt x="8" y="59"/>
                  </a:lnTo>
                  <a:lnTo>
                    <a:pt x="19" y="45"/>
                  </a:lnTo>
                  <a:lnTo>
                    <a:pt x="30" y="39"/>
                  </a:lnTo>
                  <a:lnTo>
                    <a:pt x="40" y="41"/>
                  </a:lnTo>
                  <a:lnTo>
                    <a:pt x="71" y="42"/>
                  </a:lnTo>
                  <a:lnTo>
                    <a:pt x="81" y="32"/>
                  </a:lnTo>
                  <a:lnTo>
                    <a:pt x="55" y="20"/>
                  </a:lnTo>
                  <a:lnTo>
                    <a:pt x="61" y="14"/>
                  </a:lnTo>
                  <a:lnTo>
                    <a:pt x="49" y="9"/>
                  </a:lnTo>
                  <a:lnTo>
                    <a:pt x="17" y="0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="" xmlns:a16="http://schemas.microsoft.com/office/drawing/2014/main" id="{5FC93841-990B-4276-A69C-57163D568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9819" y="3197225"/>
              <a:ext cx="82550" cy="58738"/>
            </a:xfrm>
            <a:custGeom>
              <a:avLst/>
              <a:gdLst>
                <a:gd name="T0" fmla="*/ 104838490 w 65"/>
                <a:gd name="T1" fmla="*/ 4685293 h 47"/>
                <a:gd name="T2" fmla="*/ 101612692 w 65"/>
                <a:gd name="T3" fmla="*/ 34360479 h 47"/>
                <a:gd name="T4" fmla="*/ 96773994 w 65"/>
                <a:gd name="T5" fmla="*/ 48417612 h 47"/>
                <a:gd name="T6" fmla="*/ 98386893 w 65"/>
                <a:gd name="T7" fmla="*/ 73407499 h 47"/>
                <a:gd name="T8" fmla="*/ 61290191 w 65"/>
                <a:gd name="T9" fmla="*/ 70284388 h 47"/>
                <a:gd name="T10" fmla="*/ 24193499 w 65"/>
                <a:gd name="T11" fmla="*/ 68722207 h 47"/>
                <a:gd name="T12" fmla="*/ 0 w 65"/>
                <a:gd name="T13" fmla="*/ 57789445 h 47"/>
                <a:gd name="T14" fmla="*/ 19354796 w 65"/>
                <a:gd name="T15" fmla="*/ 49979793 h 47"/>
                <a:gd name="T16" fmla="*/ 49999896 w 65"/>
                <a:gd name="T17" fmla="*/ 53102904 h 47"/>
                <a:gd name="T18" fmla="*/ 79032083 w 65"/>
                <a:gd name="T19" fmla="*/ 53102904 h 47"/>
                <a:gd name="T20" fmla="*/ 67741788 w 65"/>
                <a:gd name="T21" fmla="*/ 23427716 h 47"/>
                <a:gd name="T22" fmla="*/ 51612796 w 65"/>
                <a:gd name="T23" fmla="*/ 9370585 h 47"/>
                <a:gd name="T24" fmla="*/ 46774098 w 65"/>
                <a:gd name="T25" fmla="*/ 0 h 47"/>
                <a:gd name="T26" fmla="*/ 83870800 w 65"/>
                <a:gd name="T27" fmla="*/ 3123112 h 47"/>
                <a:gd name="T28" fmla="*/ 104838490 w 65"/>
                <a:gd name="T29" fmla="*/ 4685293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5"/>
                <a:gd name="T46" fmla="*/ 0 h 47"/>
                <a:gd name="T47" fmla="*/ 65 w 65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5" h="47">
                  <a:moveTo>
                    <a:pt x="65" y="3"/>
                  </a:moveTo>
                  <a:lnTo>
                    <a:pt x="63" y="22"/>
                  </a:lnTo>
                  <a:lnTo>
                    <a:pt x="60" y="31"/>
                  </a:lnTo>
                  <a:lnTo>
                    <a:pt x="61" y="47"/>
                  </a:lnTo>
                  <a:lnTo>
                    <a:pt x="38" y="45"/>
                  </a:lnTo>
                  <a:lnTo>
                    <a:pt x="15" y="44"/>
                  </a:lnTo>
                  <a:lnTo>
                    <a:pt x="0" y="37"/>
                  </a:lnTo>
                  <a:lnTo>
                    <a:pt x="12" y="32"/>
                  </a:lnTo>
                  <a:lnTo>
                    <a:pt x="31" y="34"/>
                  </a:lnTo>
                  <a:lnTo>
                    <a:pt x="49" y="34"/>
                  </a:lnTo>
                  <a:lnTo>
                    <a:pt x="42" y="15"/>
                  </a:lnTo>
                  <a:lnTo>
                    <a:pt x="32" y="6"/>
                  </a:lnTo>
                  <a:lnTo>
                    <a:pt x="29" y="0"/>
                  </a:lnTo>
                  <a:lnTo>
                    <a:pt x="52" y="2"/>
                  </a:lnTo>
                  <a:lnTo>
                    <a:pt x="65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="" xmlns:a16="http://schemas.microsoft.com/office/drawing/2014/main" id="{7289F8B1-7A6C-4DE5-B41E-41F097E11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844" y="3128963"/>
              <a:ext cx="6350" cy="1587"/>
            </a:xfrm>
            <a:custGeom>
              <a:avLst/>
              <a:gdLst>
                <a:gd name="T0" fmla="*/ 7559674 w 4"/>
                <a:gd name="T1" fmla="*/ 2518569 h 1"/>
                <a:gd name="T2" fmla="*/ 0 w 4"/>
                <a:gd name="T3" fmla="*/ 2518569 h 1"/>
                <a:gd name="T4" fmla="*/ 0 w 4"/>
                <a:gd name="T5" fmla="*/ 0 h 1"/>
                <a:gd name="T6" fmla="*/ 10080623 w 4"/>
                <a:gd name="T7" fmla="*/ 2518569 h 1"/>
                <a:gd name="T8" fmla="*/ 7559674 w 4"/>
                <a:gd name="T9" fmla="*/ 2518569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1"/>
                <a:gd name="T17" fmla="*/ 4 w 4"/>
                <a:gd name="T18" fmla="*/ 1 h 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1">
                  <a:moveTo>
                    <a:pt x="3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4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="" xmlns:a16="http://schemas.microsoft.com/office/drawing/2014/main" id="{758E8435-0D5A-484B-AFBE-4F40C3E5E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544" y="3130550"/>
              <a:ext cx="9525" cy="3175"/>
            </a:xfrm>
            <a:custGeom>
              <a:avLst/>
              <a:gdLst>
                <a:gd name="T0" fmla="*/ 22681405 w 4"/>
                <a:gd name="T1" fmla="*/ 10080623 h 1"/>
                <a:gd name="T2" fmla="*/ 22681405 w 4"/>
                <a:gd name="T3" fmla="*/ 0 h 1"/>
                <a:gd name="T4" fmla="*/ 0 w 4"/>
                <a:gd name="T5" fmla="*/ 0 h 1"/>
                <a:gd name="T6" fmla="*/ 22681405 w 4"/>
                <a:gd name="T7" fmla="*/ 10080623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1"/>
                <a:gd name="T14" fmla="*/ 4 w 4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1">
                  <a:moveTo>
                    <a:pt x="4" y="1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="" xmlns:a16="http://schemas.microsoft.com/office/drawing/2014/main" id="{E81D17E8-FB69-4682-954B-3BC6B2E3D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056" y="3389313"/>
              <a:ext cx="4763" cy="7937"/>
            </a:xfrm>
            <a:custGeom>
              <a:avLst/>
              <a:gdLst>
                <a:gd name="T0" fmla="*/ 4253358 w 4"/>
                <a:gd name="T1" fmla="*/ 6999551 h 9"/>
                <a:gd name="T2" fmla="*/ 0 w 4"/>
                <a:gd name="T3" fmla="*/ 4666074 h 9"/>
                <a:gd name="T4" fmla="*/ 5671542 w 4"/>
                <a:gd name="T5" fmla="*/ 0 h 9"/>
                <a:gd name="T6" fmla="*/ 4253358 w 4"/>
                <a:gd name="T7" fmla="*/ 6999551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9"/>
                <a:gd name="T14" fmla="*/ 4 w 4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9">
                  <a:moveTo>
                    <a:pt x="3" y="9"/>
                  </a:moveTo>
                  <a:lnTo>
                    <a:pt x="0" y="6"/>
                  </a:lnTo>
                  <a:lnTo>
                    <a:pt x="4" y="0"/>
                  </a:lnTo>
                  <a:lnTo>
                    <a:pt x="3" y="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="" xmlns:a16="http://schemas.microsoft.com/office/drawing/2014/main" id="{E93AF2CA-AA10-41F6-8E54-324A0C1C0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219" y="3486150"/>
              <a:ext cx="93662" cy="100013"/>
            </a:xfrm>
            <a:custGeom>
              <a:avLst/>
              <a:gdLst>
                <a:gd name="T0" fmla="*/ 24300359 w 76"/>
                <a:gd name="T1" fmla="*/ 64108328 h 79"/>
                <a:gd name="T2" fmla="*/ 0 w 76"/>
                <a:gd name="T3" fmla="*/ 28849318 h 79"/>
                <a:gd name="T4" fmla="*/ 6075706 w 76"/>
                <a:gd name="T5" fmla="*/ 9616439 h 79"/>
                <a:gd name="T6" fmla="*/ 6075706 w 76"/>
                <a:gd name="T7" fmla="*/ 4808219 h 79"/>
                <a:gd name="T8" fmla="*/ 9112325 w 76"/>
                <a:gd name="T9" fmla="*/ 0 h 79"/>
                <a:gd name="T10" fmla="*/ 59232584 w 76"/>
                <a:gd name="T11" fmla="*/ 9616439 h 79"/>
                <a:gd name="T12" fmla="*/ 78978004 w 76"/>
                <a:gd name="T13" fmla="*/ 4808219 h 79"/>
                <a:gd name="T14" fmla="*/ 97202670 w 76"/>
                <a:gd name="T15" fmla="*/ 33657536 h 79"/>
                <a:gd name="T16" fmla="*/ 115428548 w 76"/>
                <a:gd name="T17" fmla="*/ 64108328 h 79"/>
                <a:gd name="T18" fmla="*/ 101758831 w 76"/>
                <a:gd name="T19" fmla="*/ 68916546 h 79"/>
                <a:gd name="T20" fmla="*/ 103278373 w 76"/>
                <a:gd name="T21" fmla="*/ 96163135 h 79"/>
                <a:gd name="T22" fmla="*/ 100240521 w 76"/>
                <a:gd name="T23" fmla="*/ 126615183 h 79"/>
                <a:gd name="T24" fmla="*/ 83534185 w 76"/>
                <a:gd name="T25" fmla="*/ 97765874 h 79"/>
                <a:gd name="T26" fmla="*/ 83534185 w 76"/>
                <a:gd name="T27" fmla="*/ 112190528 h 79"/>
                <a:gd name="T28" fmla="*/ 75940152 w 76"/>
                <a:gd name="T29" fmla="*/ 97765874 h 79"/>
                <a:gd name="T30" fmla="*/ 66826597 w 76"/>
                <a:gd name="T31" fmla="*/ 75327504 h 79"/>
                <a:gd name="T32" fmla="*/ 42526247 w 76"/>
                <a:gd name="T33" fmla="*/ 54493158 h 79"/>
                <a:gd name="T34" fmla="*/ 22782050 w 76"/>
                <a:gd name="T35" fmla="*/ 35260276 h 79"/>
                <a:gd name="T36" fmla="*/ 28857753 w 76"/>
                <a:gd name="T37" fmla="*/ 56095897 h 79"/>
                <a:gd name="T38" fmla="*/ 24300359 w 76"/>
                <a:gd name="T39" fmla="*/ 64108328 h 7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6"/>
                <a:gd name="T61" fmla="*/ 0 h 79"/>
                <a:gd name="T62" fmla="*/ 76 w 76"/>
                <a:gd name="T63" fmla="*/ 79 h 79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6" h="79">
                  <a:moveTo>
                    <a:pt x="16" y="40"/>
                  </a:moveTo>
                  <a:lnTo>
                    <a:pt x="0" y="18"/>
                  </a:lnTo>
                  <a:lnTo>
                    <a:pt x="4" y="6"/>
                  </a:lnTo>
                  <a:lnTo>
                    <a:pt x="4" y="3"/>
                  </a:lnTo>
                  <a:lnTo>
                    <a:pt x="6" y="0"/>
                  </a:lnTo>
                  <a:lnTo>
                    <a:pt x="39" y="6"/>
                  </a:lnTo>
                  <a:lnTo>
                    <a:pt x="52" y="3"/>
                  </a:lnTo>
                  <a:lnTo>
                    <a:pt x="64" y="21"/>
                  </a:lnTo>
                  <a:lnTo>
                    <a:pt x="76" y="40"/>
                  </a:lnTo>
                  <a:lnTo>
                    <a:pt x="67" y="43"/>
                  </a:lnTo>
                  <a:lnTo>
                    <a:pt x="68" y="60"/>
                  </a:lnTo>
                  <a:lnTo>
                    <a:pt x="66" y="79"/>
                  </a:lnTo>
                  <a:lnTo>
                    <a:pt x="55" y="61"/>
                  </a:lnTo>
                  <a:lnTo>
                    <a:pt x="55" y="70"/>
                  </a:lnTo>
                  <a:lnTo>
                    <a:pt x="50" y="61"/>
                  </a:lnTo>
                  <a:lnTo>
                    <a:pt x="44" y="47"/>
                  </a:lnTo>
                  <a:lnTo>
                    <a:pt x="28" y="34"/>
                  </a:lnTo>
                  <a:lnTo>
                    <a:pt x="15" y="22"/>
                  </a:lnTo>
                  <a:lnTo>
                    <a:pt x="19" y="35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="" xmlns:a16="http://schemas.microsoft.com/office/drawing/2014/main" id="{73FB6AEC-3FB0-420E-BA36-4B6319D0D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944" y="3438525"/>
              <a:ext cx="3175" cy="4763"/>
            </a:xfrm>
            <a:custGeom>
              <a:avLst/>
              <a:gdLst>
                <a:gd name="T0" fmla="*/ 0 w 4"/>
                <a:gd name="T1" fmla="*/ 0 h 4"/>
                <a:gd name="T2" fmla="*/ 2520156 w 4"/>
                <a:gd name="T3" fmla="*/ 5671542 h 4"/>
                <a:gd name="T4" fmla="*/ 0 w 4"/>
                <a:gd name="T5" fmla="*/ 0 h 4"/>
                <a:gd name="T6" fmla="*/ 0 60000 65536"/>
                <a:gd name="T7" fmla="*/ 0 60000 65536"/>
                <a:gd name="T8" fmla="*/ 0 60000 65536"/>
                <a:gd name="T9" fmla="*/ 0 w 4"/>
                <a:gd name="T10" fmla="*/ 0 h 4"/>
                <a:gd name="T11" fmla="*/ 4 w 4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" h="4">
                  <a:moveTo>
                    <a:pt x="0" y="0"/>
                  </a:move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="" xmlns:a16="http://schemas.microsoft.com/office/drawing/2014/main" id="{CA7830DB-A424-4F43-92C9-DE1F01AAE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744" y="3413125"/>
              <a:ext cx="4762" cy="9525"/>
            </a:xfrm>
            <a:custGeom>
              <a:avLst/>
              <a:gdLst>
                <a:gd name="T0" fmla="*/ 5669161 w 4"/>
                <a:gd name="T1" fmla="*/ 10080625 h 6"/>
                <a:gd name="T2" fmla="*/ 1417885 w 4"/>
                <a:gd name="T3" fmla="*/ 15120939 h 6"/>
                <a:gd name="T4" fmla="*/ 0 w 4"/>
                <a:gd name="T5" fmla="*/ 0 h 6"/>
                <a:gd name="T6" fmla="*/ 5669161 w 4"/>
                <a:gd name="T7" fmla="*/ 10080625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6"/>
                <a:gd name="T14" fmla="*/ 4 w 4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6">
                  <a:moveTo>
                    <a:pt x="4" y="4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="" xmlns:a16="http://schemas.microsoft.com/office/drawing/2014/main" id="{50830EFE-9AC0-4B92-BAC0-DE6AD6AAC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119" y="3336925"/>
              <a:ext cx="7937" cy="14288"/>
            </a:xfrm>
            <a:custGeom>
              <a:avLst/>
              <a:gdLst>
                <a:gd name="T0" fmla="*/ 15748989 w 4"/>
                <a:gd name="T1" fmla="*/ 16331183 h 10"/>
                <a:gd name="T2" fmla="*/ 7875486 w 4"/>
                <a:gd name="T3" fmla="*/ 20414692 h 10"/>
                <a:gd name="T4" fmla="*/ 0 w 4"/>
                <a:gd name="T5" fmla="*/ 0 h 10"/>
                <a:gd name="T6" fmla="*/ 11812238 w 4"/>
                <a:gd name="T7" fmla="*/ 0 h 10"/>
                <a:gd name="T8" fmla="*/ 15748989 w 4"/>
                <a:gd name="T9" fmla="*/ 1633118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10"/>
                <a:gd name="T17" fmla="*/ 4 w 4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10">
                  <a:moveTo>
                    <a:pt x="4" y="8"/>
                  </a:moveTo>
                  <a:lnTo>
                    <a:pt x="2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="" xmlns:a16="http://schemas.microsoft.com/office/drawing/2014/main" id="{4A26BA3A-62CB-4A36-A489-8E8F834E4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094" y="3375025"/>
              <a:ext cx="63500" cy="42863"/>
            </a:xfrm>
            <a:custGeom>
              <a:avLst/>
              <a:gdLst>
                <a:gd name="T0" fmla="*/ 77543266 w 52"/>
                <a:gd name="T1" fmla="*/ 46648337 h 32"/>
                <a:gd name="T2" fmla="*/ 70086902 w 52"/>
                <a:gd name="T3" fmla="*/ 57413643 h 32"/>
                <a:gd name="T4" fmla="*/ 52192119 w 52"/>
                <a:gd name="T5" fmla="*/ 53825208 h 32"/>
                <a:gd name="T6" fmla="*/ 25351156 w 52"/>
                <a:gd name="T7" fmla="*/ 41266344 h 32"/>
                <a:gd name="T8" fmla="*/ 0 w 52"/>
                <a:gd name="T9" fmla="*/ 30501039 h 32"/>
                <a:gd name="T10" fmla="*/ 28333213 w 52"/>
                <a:gd name="T11" fmla="*/ 0 h 32"/>
                <a:gd name="T12" fmla="*/ 49210062 w 52"/>
                <a:gd name="T13" fmla="*/ 17942181 h 32"/>
                <a:gd name="T14" fmla="*/ 77543266 w 52"/>
                <a:gd name="T15" fmla="*/ 23324169 h 32"/>
                <a:gd name="T16" fmla="*/ 77543266 w 52"/>
                <a:gd name="T17" fmla="*/ 46648337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2"/>
                <a:gd name="T28" fmla="*/ 0 h 32"/>
                <a:gd name="T29" fmla="*/ 52 w 52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2" h="32">
                  <a:moveTo>
                    <a:pt x="52" y="26"/>
                  </a:moveTo>
                  <a:lnTo>
                    <a:pt x="47" y="32"/>
                  </a:lnTo>
                  <a:lnTo>
                    <a:pt x="35" y="30"/>
                  </a:lnTo>
                  <a:lnTo>
                    <a:pt x="17" y="23"/>
                  </a:lnTo>
                  <a:lnTo>
                    <a:pt x="0" y="17"/>
                  </a:lnTo>
                  <a:lnTo>
                    <a:pt x="19" y="0"/>
                  </a:lnTo>
                  <a:lnTo>
                    <a:pt x="33" y="10"/>
                  </a:lnTo>
                  <a:lnTo>
                    <a:pt x="52" y="13"/>
                  </a:lnTo>
                  <a:lnTo>
                    <a:pt x="52" y="2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="" xmlns:a16="http://schemas.microsoft.com/office/drawing/2014/main" id="{922AD59F-1EC4-4E12-B870-93913B9E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831" y="3449638"/>
              <a:ext cx="0" cy="7937"/>
            </a:xfrm>
            <a:custGeom>
              <a:avLst/>
              <a:gdLst>
                <a:gd name="T0" fmla="*/ 0 w 4"/>
                <a:gd name="T1" fmla="*/ 2952564 h 8"/>
                <a:gd name="T2" fmla="*/ 0 w 4"/>
                <a:gd name="T3" fmla="*/ 1968376 h 8"/>
                <a:gd name="T4" fmla="*/ 0 w 4"/>
                <a:gd name="T5" fmla="*/ 0 h 8"/>
                <a:gd name="T6" fmla="*/ 0 w 4"/>
                <a:gd name="T7" fmla="*/ 0 h 8"/>
                <a:gd name="T8" fmla="*/ 0 w 4"/>
                <a:gd name="T9" fmla="*/ 1968376 h 8"/>
                <a:gd name="T10" fmla="*/ 0 w 4"/>
                <a:gd name="T11" fmla="*/ 1968376 h 8"/>
                <a:gd name="T12" fmla="*/ 0 w 4"/>
                <a:gd name="T13" fmla="*/ 2952564 h 8"/>
                <a:gd name="T14" fmla="*/ 0 w 4"/>
                <a:gd name="T15" fmla="*/ 2952564 h 8"/>
                <a:gd name="T16" fmla="*/ 0 w 4"/>
                <a:gd name="T17" fmla="*/ 4921932 h 8"/>
                <a:gd name="T18" fmla="*/ 0 w 4"/>
                <a:gd name="T19" fmla="*/ 5906119 h 8"/>
                <a:gd name="T20" fmla="*/ 0 w 4"/>
                <a:gd name="T21" fmla="*/ 7874494 h 8"/>
                <a:gd name="T22" fmla="*/ 0 w 4"/>
                <a:gd name="T23" fmla="*/ 5906119 h 8"/>
                <a:gd name="T24" fmla="*/ 0 w 4"/>
                <a:gd name="T25" fmla="*/ 7874494 h 8"/>
                <a:gd name="T26" fmla="*/ 0 w 4"/>
                <a:gd name="T27" fmla="*/ 5906119 h 8"/>
                <a:gd name="T28" fmla="*/ 0 w 4"/>
                <a:gd name="T29" fmla="*/ 5906119 h 8"/>
                <a:gd name="T30" fmla="*/ 0 w 4"/>
                <a:gd name="T31" fmla="*/ 7874494 h 8"/>
                <a:gd name="T32" fmla="*/ 0 w 4"/>
                <a:gd name="T33" fmla="*/ 5906119 h 8"/>
                <a:gd name="T34" fmla="*/ 0 w 4"/>
                <a:gd name="T35" fmla="*/ 5906119 h 8"/>
                <a:gd name="T36" fmla="*/ 0 w 4"/>
                <a:gd name="T37" fmla="*/ 4921932 h 8"/>
                <a:gd name="T38" fmla="*/ 0 w 4"/>
                <a:gd name="T39" fmla="*/ 4921932 h 8"/>
                <a:gd name="T40" fmla="*/ 0 w 4"/>
                <a:gd name="T41" fmla="*/ 4921932 h 8"/>
                <a:gd name="T42" fmla="*/ 0 w 4"/>
                <a:gd name="T43" fmla="*/ 2952564 h 8"/>
                <a:gd name="T44" fmla="*/ 0 w 4"/>
                <a:gd name="T45" fmla="*/ 2952564 h 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4"/>
                <a:gd name="T70" fmla="*/ 0 h 8"/>
                <a:gd name="T71" fmla="*/ 0 w 4"/>
                <a:gd name="T72" fmla="*/ 8 h 8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4" h="8">
                  <a:moveTo>
                    <a:pt x="4" y="3"/>
                  </a:moveTo>
                  <a:lnTo>
                    <a:pt x="4" y="2"/>
                  </a:lnTo>
                  <a:lnTo>
                    <a:pt x="4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="" xmlns:a16="http://schemas.microsoft.com/office/drawing/2014/main" id="{63E80D99-0BA5-4923-B24D-12D67D7B7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906" y="3330575"/>
              <a:ext cx="180975" cy="95250"/>
            </a:xfrm>
            <a:custGeom>
              <a:avLst/>
              <a:gdLst>
                <a:gd name="T0" fmla="*/ 121505355 w 145"/>
                <a:gd name="T1" fmla="*/ 79570848 h 77"/>
                <a:gd name="T2" fmla="*/ 109043047 w 145"/>
                <a:gd name="T3" fmla="*/ 84161421 h 77"/>
                <a:gd name="T4" fmla="*/ 90350210 w 145"/>
                <a:gd name="T5" fmla="*/ 93342528 h 77"/>
                <a:gd name="T6" fmla="*/ 76330250 w 145"/>
                <a:gd name="T7" fmla="*/ 117825479 h 77"/>
                <a:gd name="T8" fmla="*/ 68542088 w 145"/>
                <a:gd name="T9" fmla="*/ 117825479 h 77"/>
                <a:gd name="T10" fmla="*/ 65425575 w 145"/>
                <a:gd name="T11" fmla="*/ 100993450 h 77"/>
                <a:gd name="T12" fmla="*/ 51405635 w 145"/>
                <a:gd name="T13" fmla="*/ 99463265 h 77"/>
                <a:gd name="T14" fmla="*/ 51405635 w 145"/>
                <a:gd name="T15" fmla="*/ 79570848 h 77"/>
                <a:gd name="T16" fmla="*/ 21808112 w 145"/>
                <a:gd name="T17" fmla="*/ 74980295 h 77"/>
                <a:gd name="T18" fmla="*/ 0 w 145"/>
                <a:gd name="T19" fmla="*/ 59678450 h 77"/>
                <a:gd name="T20" fmla="*/ 21808112 w 145"/>
                <a:gd name="T21" fmla="*/ 26013145 h 77"/>
                <a:gd name="T22" fmla="*/ 46732737 w 145"/>
                <a:gd name="T23" fmla="*/ 6120740 h 77"/>
                <a:gd name="T24" fmla="*/ 51405635 w 145"/>
                <a:gd name="T25" fmla="*/ 6120740 h 77"/>
                <a:gd name="T26" fmla="*/ 85677312 w 145"/>
                <a:gd name="T27" fmla="*/ 3060370 h 77"/>
                <a:gd name="T28" fmla="*/ 119947722 w 145"/>
                <a:gd name="T29" fmla="*/ 0 h 77"/>
                <a:gd name="T30" fmla="*/ 149545235 w 145"/>
                <a:gd name="T31" fmla="*/ 1530185 h 77"/>
                <a:gd name="T32" fmla="*/ 179142787 w 145"/>
                <a:gd name="T33" fmla="*/ 1530185 h 77"/>
                <a:gd name="T34" fmla="*/ 200950889 w 145"/>
                <a:gd name="T35" fmla="*/ 16832034 h 77"/>
                <a:gd name="T36" fmla="*/ 194720359 w 145"/>
                <a:gd name="T37" fmla="*/ 15301849 h 77"/>
                <a:gd name="T38" fmla="*/ 199393257 w 145"/>
                <a:gd name="T39" fmla="*/ 24482961 h 77"/>
                <a:gd name="T40" fmla="*/ 210297932 w 145"/>
                <a:gd name="T41" fmla="*/ 24482961 h 77"/>
                <a:gd name="T42" fmla="*/ 225875504 w 145"/>
                <a:gd name="T43" fmla="*/ 35194252 h 77"/>
                <a:gd name="T44" fmla="*/ 196277992 w 145"/>
                <a:gd name="T45" fmla="*/ 41315000 h 77"/>
                <a:gd name="T46" fmla="*/ 166680479 w 145"/>
                <a:gd name="T47" fmla="*/ 45905553 h 77"/>
                <a:gd name="T48" fmla="*/ 121505355 w 145"/>
                <a:gd name="T49" fmla="*/ 79570848 h 7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77"/>
                <a:gd name="T77" fmla="*/ 145 w 145"/>
                <a:gd name="T78" fmla="*/ 77 h 7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77">
                  <a:moveTo>
                    <a:pt x="78" y="52"/>
                  </a:moveTo>
                  <a:lnTo>
                    <a:pt x="70" y="55"/>
                  </a:lnTo>
                  <a:lnTo>
                    <a:pt x="58" y="61"/>
                  </a:lnTo>
                  <a:lnTo>
                    <a:pt x="49" y="77"/>
                  </a:lnTo>
                  <a:lnTo>
                    <a:pt x="44" y="77"/>
                  </a:lnTo>
                  <a:lnTo>
                    <a:pt x="42" y="66"/>
                  </a:lnTo>
                  <a:lnTo>
                    <a:pt x="33" y="65"/>
                  </a:lnTo>
                  <a:lnTo>
                    <a:pt x="33" y="52"/>
                  </a:lnTo>
                  <a:lnTo>
                    <a:pt x="14" y="49"/>
                  </a:lnTo>
                  <a:lnTo>
                    <a:pt x="0" y="39"/>
                  </a:lnTo>
                  <a:lnTo>
                    <a:pt x="14" y="17"/>
                  </a:lnTo>
                  <a:lnTo>
                    <a:pt x="30" y="4"/>
                  </a:lnTo>
                  <a:lnTo>
                    <a:pt x="33" y="4"/>
                  </a:lnTo>
                  <a:lnTo>
                    <a:pt x="55" y="2"/>
                  </a:lnTo>
                  <a:lnTo>
                    <a:pt x="77" y="0"/>
                  </a:lnTo>
                  <a:lnTo>
                    <a:pt x="96" y="1"/>
                  </a:lnTo>
                  <a:lnTo>
                    <a:pt x="115" y="1"/>
                  </a:lnTo>
                  <a:lnTo>
                    <a:pt x="129" y="11"/>
                  </a:lnTo>
                  <a:lnTo>
                    <a:pt x="125" y="10"/>
                  </a:lnTo>
                  <a:lnTo>
                    <a:pt x="128" y="16"/>
                  </a:lnTo>
                  <a:lnTo>
                    <a:pt x="135" y="16"/>
                  </a:lnTo>
                  <a:lnTo>
                    <a:pt x="145" y="23"/>
                  </a:lnTo>
                  <a:lnTo>
                    <a:pt x="126" y="27"/>
                  </a:lnTo>
                  <a:lnTo>
                    <a:pt x="107" y="30"/>
                  </a:lnTo>
                  <a:lnTo>
                    <a:pt x="78" y="5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="" xmlns:a16="http://schemas.microsoft.com/office/drawing/2014/main" id="{C21903E4-1C1A-4605-9228-39C805CC8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69" y="3360738"/>
              <a:ext cx="9525" cy="14287"/>
            </a:xfrm>
            <a:custGeom>
              <a:avLst/>
              <a:gdLst>
                <a:gd name="T0" fmla="*/ 8165783 w 10"/>
                <a:gd name="T1" fmla="*/ 22325220 h 8"/>
                <a:gd name="T2" fmla="*/ 0 w 10"/>
                <a:gd name="T3" fmla="*/ 0 h 8"/>
                <a:gd name="T4" fmla="*/ 9072563 w 10"/>
                <a:gd name="T5" fmla="*/ 25514791 h 8"/>
                <a:gd name="T6" fmla="*/ 8165783 w 10"/>
                <a:gd name="T7" fmla="*/ 2232522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8"/>
                <a:gd name="T14" fmla="*/ 10 w 10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8">
                  <a:moveTo>
                    <a:pt x="9" y="7"/>
                  </a:moveTo>
                  <a:lnTo>
                    <a:pt x="0" y="0"/>
                  </a:lnTo>
                  <a:lnTo>
                    <a:pt x="10" y="8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="" xmlns:a16="http://schemas.microsoft.com/office/drawing/2014/main" id="{56CEA585-D04B-41EB-84FB-E78C6FC7D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6594" y="3354388"/>
              <a:ext cx="141287" cy="144462"/>
            </a:xfrm>
            <a:custGeom>
              <a:avLst/>
              <a:gdLst>
                <a:gd name="T0" fmla="*/ 70938919 w 110"/>
                <a:gd name="T1" fmla="*/ 50016691 h 110"/>
                <a:gd name="T2" fmla="*/ 57741432 w 110"/>
                <a:gd name="T3" fmla="*/ 55191056 h 110"/>
                <a:gd name="T4" fmla="*/ 37944550 w 110"/>
                <a:gd name="T5" fmla="*/ 65539785 h 110"/>
                <a:gd name="T6" fmla="*/ 23096575 w 110"/>
                <a:gd name="T7" fmla="*/ 93135980 h 110"/>
                <a:gd name="T8" fmla="*/ 14847980 w 110"/>
                <a:gd name="T9" fmla="*/ 93135980 h 110"/>
                <a:gd name="T10" fmla="*/ 0 w 110"/>
                <a:gd name="T11" fmla="*/ 94860330 h 110"/>
                <a:gd name="T12" fmla="*/ 36294061 w 110"/>
                <a:gd name="T13" fmla="*/ 137978286 h 110"/>
                <a:gd name="T14" fmla="*/ 69289715 w 110"/>
                <a:gd name="T15" fmla="*/ 179371931 h 110"/>
                <a:gd name="T16" fmla="*/ 123731454 w 110"/>
                <a:gd name="T17" fmla="*/ 189720661 h 110"/>
                <a:gd name="T18" fmla="*/ 145178814 w 110"/>
                <a:gd name="T19" fmla="*/ 184546296 h 110"/>
                <a:gd name="T20" fmla="*/ 145178814 w 110"/>
                <a:gd name="T21" fmla="*/ 155225730 h 110"/>
                <a:gd name="T22" fmla="*/ 148477223 w 110"/>
                <a:gd name="T23" fmla="*/ 132803921 h 110"/>
                <a:gd name="T24" fmla="*/ 155076608 w 110"/>
                <a:gd name="T25" fmla="*/ 106933410 h 110"/>
                <a:gd name="T26" fmla="*/ 158376301 w 110"/>
                <a:gd name="T27" fmla="*/ 115557789 h 110"/>
                <a:gd name="T28" fmla="*/ 164975687 w 110"/>
                <a:gd name="T29" fmla="*/ 79337216 h 110"/>
                <a:gd name="T30" fmla="*/ 169924624 w 110"/>
                <a:gd name="T31" fmla="*/ 41393615 h 110"/>
                <a:gd name="T32" fmla="*/ 169924624 w 110"/>
                <a:gd name="T33" fmla="*/ 10348732 h 110"/>
                <a:gd name="T34" fmla="*/ 181472906 w 110"/>
                <a:gd name="T35" fmla="*/ 0 h 110"/>
                <a:gd name="T36" fmla="*/ 150127711 w 110"/>
                <a:gd name="T37" fmla="*/ 6898718 h 110"/>
                <a:gd name="T38" fmla="*/ 118782557 w 110"/>
                <a:gd name="T39" fmla="*/ 12073085 h 110"/>
                <a:gd name="T40" fmla="*/ 70938919 w 110"/>
                <a:gd name="T41" fmla="*/ 50016691 h 1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10"/>
                <a:gd name="T64" fmla="*/ 0 h 110"/>
                <a:gd name="T65" fmla="*/ 110 w 110"/>
                <a:gd name="T66" fmla="*/ 110 h 11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10" h="110">
                  <a:moveTo>
                    <a:pt x="43" y="29"/>
                  </a:moveTo>
                  <a:lnTo>
                    <a:pt x="35" y="32"/>
                  </a:lnTo>
                  <a:lnTo>
                    <a:pt x="23" y="38"/>
                  </a:lnTo>
                  <a:lnTo>
                    <a:pt x="14" y="54"/>
                  </a:lnTo>
                  <a:lnTo>
                    <a:pt x="9" y="54"/>
                  </a:lnTo>
                  <a:lnTo>
                    <a:pt x="0" y="55"/>
                  </a:lnTo>
                  <a:lnTo>
                    <a:pt x="22" y="80"/>
                  </a:lnTo>
                  <a:lnTo>
                    <a:pt x="42" y="104"/>
                  </a:lnTo>
                  <a:lnTo>
                    <a:pt x="75" y="110"/>
                  </a:lnTo>
                  <a:lnTo>
                    <a:pt x="88" y="107"/>
                  </a:lnTo>
                  <a:lnTo>
                    <a:pt x="88" y="90"/>
                  </a:lnTo>
                  <a:lnTo>
                    <a:pt x="90" y="77"/>
                  </a:lnTo>
                  <a:lnTo>
                    <a:pt x="94" y="62"/>
                  </a:lnTo>
                  <a:lnTo>
                    <a:pt x="96" y="67"/>
                  </a:lnTo>
                  <a:lnTo>
                    <a:pt x="100" y="46"/>
                  </a:lnTo>
                  <a:lnTo>
                    <a:pt x="103" y="24"/>
                  </a:lnTo>
                  <a:lnTo>
                    <a:pt x="103" y="6"/>
                  </a:lnTo>
                  <a:lnTo>
                    <a:pt x="110" y="0"/>
                  </a:lnTo>
                  <a:lnTo>
                    <a:pt x="91" y="4"/>
                  </a:lnTo>
                  <a:lnTo>
                    <a:pt x="72" y="7"/>
                  </a:lnTo>
                  <a:lnTo>
                    <a:pt x="43" y="2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="" xmlns:a16="http://schemas.microsoft.com/office/drawing/2014/main" id="{7FB0E2FE-77B7-4BA4-A0B4-A63F2CDDC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119" y="3413125"/>
              <a:ext cx="6350" cy="7938"/>
            </a:xfrm>
            <a:custGeom>
              <a:avLst/>
              <a:gdLst>
                <a:gd name="T0" fmla="*/ 13440833 w 3"/>
                <a:gd name="T1" fmla="*/ 10501973 h 6"/>
                <a:gd name="T2" fmla="*/ 13440833 w 3"/>
                <a:gd name="T3" fmla="*/ 0 h 6"/>
                <a:gd name="T4" fmla="*/ 0 w 3"/>
                <a:gd name="T5" fmla="*/ 5250987 h 6"/>
                <a:gd name="T6" fmla="*/ 13440833 w 3"/>
                <a:gd name="T7" fmla="*/ 10501973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6"/>
                <a:gd name="T14" fmla="*/ 3 w 3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6">
                  <a:moveTo>
                    <a:pt x="3" y="6"/>
                  </a:moveTo>
                  <a:lnTo>
                    <a:pt x="3" y="0"/>
                  </a:lnTo>
                  <a:lnTo>
                    <a:pt x="0" y="3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="" xmlns:a16="http://schemas.microsoft.com/office/drawing/2014/main" id="{DC882E4A-B6E4-420E-8444-3D7332D5F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369" y="3287713"/>
              <a:ext cx="3175" cy="0"/>
            </a:xfrm>
            <a:custGeom>
              <a:avLst/>
              <a:gdLst>
                <a:gd name="T0" fmla="*/ 10080623 w 1"/>
                <a:gd name="T1" fmla="*/ 0 h 2"/>
                <a:gd name="T2" fmla="*/ 0 w 1"/>
                <a:gd name="T3" fmla="*/ 0 h 2"/>
                <a:gd name="T4" fmla="*/ 10080623 w 1"/>
                <a:gd name="T5" fmla="*/ 0 h 2"/>
                <a:gd name="T6" fmla="*/ 0 60000 65536"/>
                <a:gd name="T7" fmla="*/ 0 60000 65536"/>
                <a:gd name="T8" fmla="*/ 0 60000 65536"/>
                <a:gd name="T9" fmla="*/ 0 w 1"/>
                <a:gd name="T10" fmla="*/ 0 h 2"/>
                <a:gd name="T11" fmla="*/ 1 w 1"/>
                <a:gd name="T12" fmla="*/ 0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">
                  <a:moveTo>
                    <a:pt x="1" y="2"/>
                  </a:moveTo>
                  <a:lnTo>
                    <a:pt x="0" y="0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="" xmlns:a16="http://schemas.microsoft.com/office/drawing/2014/main" id="{C850E6EA-77D0-4EC2-9FF7-FF485B49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606" y="3276600"/>
              <a:ext cx="4763" cy="6350"/>
            </a:xfrm>
            <a:custGeom>
              <a:avLst/>
              <a:gdLst>
                <a:gd name="T0" fmla="*/ 5671542 w 4"/>
                <a:gd name="T1" fmla="*/ 8064499 h 5"/>
                <a:gd name="T2" fmla="*/ 0 w 4"/>
                <a:gd name="T3" fmla="*/ 0 h 5"/>
                <a:gd name="T4" fmla="*/ 5671542 w 4"/>
                <a:gd name="T5" fmla="*/ 4838699 h 5"/>
                <a:gd name="T6" fmla="*/ 5671542 w 4"/>
                <a:gd name="T7" fmla="*/ 8064499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5"/>
                <a:gd name="T14" fmla="*/ 4 w 4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5">
                  <a:moveTo>
                    <a:pt x="4" y="5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="" xmlns:a16="http://schemas.microsoft.com/office/drawing/2014/main" id="{FBBC374B-120B-4A60-A549-CF4F00E19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594" y="3314700"/>
              <a:ext cx="6350" cy="7938"/>
            </a:xfrm>
            <a:custGeom>
              <a:avLst/>
              <a:gdLst>
                <a:gd name="T0" fmla="*/ 8064499 w 5"/>
                <a:gd name="T1" fmla="*/ 0 h 6"/>
                <a:gd name="T2" fmla="*/ 8064499 w 5"/>
                <a:gd name="T3" fmla="*/ 3500658 h 6"/>
                <a:gd name="T4" fmla="*/ 0 w 5"/>
                <a:gd name="T5" fmla="*/ 10501973 h 6"/>
                <a:gd name="T6" fmla="*/ 8064499 w 5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6"/>
                <a:gd name="T14" fmla="*/ 5 w 5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6">
                  <a:moveTo>
                    <a:pt x="5" y="0"/>
                  </a:moveTo>
                  <a:lnTo>
                    <a:pt x="5" y="2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="" xmlns:a16="http://schemas.microsoft.com/office/drawing/2014/main" id="{F9EEF095-0AC0-438B-978E-A71CBECA3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844" y="3249613"/>
              <a:ext cx="1587" cy="0"/>
            </a:xfrm>
            <a:custGeom>
              <a:avLst/>
              <a:gdLst>
                <a:gd name="T0" fmla="*/ 629642 w 4"/>
                <a:gd name="T1" fmla="*/ 0 h 3"/>
                <a:gd name="T2" fmla="*/ 472132 w 4"/>
                <a:gd name="T3" fmla="*/ 0 h 3"/>
                <a:gd name="T4" fmla="*/ 472132 w 4"/>
                <a:gd name="T5" fmla="*/ 0 h 3"/>
                <a:gd name="T6" fmla="*/ 157510 w 4"/>
                <a:gd name="T7" fmla="*/ 0 h 3"/>
                <a:gd name="T8" fmla="*/ 0 w 4"/>
                <a:gd name="T9" fmla="*/ 0 h 3"/>
                <a:gd name="T10" fmla="*/ 0 w 4"/>
                <a:gd name="T11" fmla="*/ 0 h 3"/>
                <a:gd name="T12" fmla="*/ 157510 w 4"/>
                <a:gd name="T13" fmla="*/ 0 h 3"/>
                <a:gd name="T14" fmla="*/ 157510 w 4"/>
                <a:gd name="T15" fmla="*/ 0 h 3"/>
                <a:gd name="T16" fmla="*/ 472132 w 4"/>
                <a:gd name="T17" fmla="*/ 0 h 3"/>
                <a:gd name="T18" fmla="*/ 629642 w 4"/>
                <a:gd name="T19" fmla="*/ 0 h 3"/>
                <a:gd name="T20" fmla="*/ 629642 w 4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"/>
                <a:gd name="T34" fmla="*/ 0 h 3"/>
                <a:gd name="T35" fmla="*/ 4 w 4"/>
                <a:gd name="T36" fmla="*/ 0 h 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" h="3">
                  <a:moveTo>
                    <a:pt x="4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="" xmlns:a16="http://schemas.microsoft.com/office/drawing/2014/main" id="{0470E0ED-9DBE-4D05-8D14-CD5DA2763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594" y="3287713"/>
              <a:ext cx="6350" cy="3175"/>
            </a:xfrm>
            <a:custGeom>
              <a:avLst/>
              <a:gdLst>
                <a:gd name="T0" fmla="*/ 3225800 w 5"/>
                <a:gd name="T1" fmla="*/ 0 h 4"/>
                <a:gd name="T2" fmla="*/ 0 w 5"/>
                <a:gd name="T3" fmla="*/ 1260475 h 4"/>
                <a:gd name="T4" fmla="*/ 0 w 5"/>
                <a:gd name="T5" fmla="*/ 2520156 h 4"/>
                <a:gd name="T6" fmla="*/ 8064499 w 5"/>
                <a:gd name="T7" fmla="*/ 1889919 h 4"/>
                <a:gd name="T8" fmla="*/ 3225800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"/>
                <a:gd name="T16" fmla="*/ 0 h 4"/>
                <a:gd name="T17" fmla="*/ 5 w 5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" h="4">
                  <a:moveTo>
                    <a:pt x="2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5" y="3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="" xmlns:a16="http://schemas.microsoft.com/office/drawing/2014/main" id="{ADB34A9E-6C08-4532-AC4F-412181822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594" y="3267075"/>
              <a:ext cx="6350" cy="6350"/>
            </a:xfrm>
            <a:custGeom>
              <a:avLst/>
              <a:gdLst>
                <a:gd name="T0" fmla="*/ 13440833 w 3"/>
                <a:gd name="T1" fmla="*/ 5040312 h 4"/>
                <a:gd name="T2" fmla="*/ 4480984 w 3"/>
                <a:gd name="T3" fmla="*/ 10080623 h 4"/>
                <a:gd name="T4" fmla="*/ 0 w 3"/>
                <a:gd name="T5" fmla="*/ 2520950 h 4"/>
                <a:gd name="T6" fmla="*/ 0 w 3"/>
                <a:gd name="T7" fmla="*/ 0 h 4"/>
                <a:gd name="T8" fmla="*/ 13440833 w 3"/>
                <a:gd name="T9" fmla="*/ 5040312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"/>
                <a:gd name="T16" fmla="*/ 0 h 4"/>
                <a:gd name="T17" fmla="*/ 3 w 3"/>
                <a:gd name="T18" fmla="*/ 4 h 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" h="4">
                  <a:moveTo>
                    <a:pt x="3" y="2"/>
                  </a:moveTo>
                  <a:lnTo>
                    <a:pt x="1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="" xmlns:a16="http://schemas.microsoft.com/office/drawing/2014/main" id="{D9480F86-BFE5-4DFB-B226-6F49B78C3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844" y="3241675"/>
              <a:ext cx="38100" cy="88900"/>
            </a:xfrm>
            <a:custGeom>
              <a:avLst/>
              <a:gdLst>
                <a:gd name="T0" fmla="*/ 26934315 w 32"/>
                <a:gd name="T1" fmla="*/ 91299011 h 69"/>
                <a:gd name="T2" fmla="*/ 9922669 w 32"/>
                <a:gd name="T3" fmla="*/ 114539265 h 69"/>
                <a:gd name="T4" fmla="*/ 0 w 32"/>
                <a:gd name="T5" fmla="*/ 114539265 h 69"/>
                <a:gd name="T6" fmla="*/ 7087790 w 32"/>
                <a:gd name="T7" fmla="*/ 73039712 h 69"/>
                <a:gd name="T8" fmla="*/ 12758736 w 32"/>
                <a:gd name="T9" fmla="*/ 29879416 h 69"/>
                <a:gd name="T10" fmla="*/ 41109899 w 32"/>
                <a:gd name="T11" fmla="*/ 0 h 69"/>
                <a:gd name="T12" fmla="*/ 45362809 w 32"/>
                <a:gd name="T13" fmla="*/ 8299909 h 69"/>
                <a:gd name="T14" fmla="*/ 35440136 w 32"/>
                <a:gd name="T15" fmla="*/ 51460213 h 69"/>
                <a:gd name="T16" fmla="*/ 26934315 w 32"/>
                <a:gd name="T17" fmla="*/ 91299011 h 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69"/>
                <a:gd name="T29" fmla="*/ 32 w 32"/>
                <a:gd name="T30" fmla="*/ 69 h 6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69">
                  <a:moveTo>
                    <a:pt x="19" y="55"/>
                  </a:moveTo>
                  <a:lnTo>
                    <a:pt x="7" y="69"/>
                  </a:lnTo>
                  <a:lnTo>
                    <a:pt x="0" y="69"/>
                  </a:lnTo>
                  <a:lnTo>
                    <a:pt x="5" y="44"/>
                  </a:lnTo>
                  <a:lnTo>
                    <a:pt x="9" y="18"/>
                  </a:lnTo>
                  <a:lnTo>
                    <a:pt x="29" y="0"/>
                  </a:lnTo>
                  <a:lnTo>
                    <a:pt x="32" y="5"/>
                  </a:lnTo>
                  <a:lnTo>
                    <a:pt x="25" y="31"/>
                  </a:lnTo>
                  <a:lnTo>
                    <a:pt x="19" y="5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="" xmlns:a16="http://schemas.microsoft.com/office/drawing/2014/main" id="{566E6CA4-9588-48FF-8EC8-E258C4E19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769" y="3265488"/>
              <a:ext cx="117475" cy="131762"/>
            </a:xfrm>
            <a:custGeom>
              <a:avLst/>
              <a:gdLst>
                <a:gd name="T0" fmla="*/ 14667420 w 97"/>
                <a:gd name="T1" fmla="*/ 142541853 h 107"/>
                <a:gd name="T2" fmla="*/ 0 w 97"/>
                <a:gd name="T3" fmla="*/ 128894023 h 107"/>
                <a:gd name="T4" fmla="*/ 4399862 w 97"/>
                <a:gd name="T5" fmla="*/ 101598363 h 107"/>
                <a:gd name="T6" fmla="*/ 26400388 w 97"/>
                <a:gd name="T7" fmla="*/ 69753817 h 107"/>
                <a:gd name="T8" fmla="*/ 70402643 w 97"/>
                <a:gd name="T9" fmla="*/ 63689072 h 107"/>
                <a:gd name="T10" fmla="*/ 45468885 w 97"/>
                <a:gd name="T11" fmla="*/ 25778560 h 107"/>
                <a:gd name="T12" fmla="*/ 55735228 w 97"/>
                <a:gd name="T13" fmla="*/ 21229694 h 107"/>
                <a:gd name="T14" fmla="*/ 60135089 w 97"/>
                <a:gd name="T15" fmla="*/ 0 h 107"/>
                <a:gd name="T16" fmla="*/ 89469939 w 97"/>
                <a:gd name="T17" fmla="*/ 0 h 107"/>
                <a:gd name="T18" fmla="*/ 121738010 w 97"/>
                <a:gd name="T19" fmla="*/ 0 h 107"/>
                <a:gd name="T20" fmla="*/ 115871528 w 97"/>
                <a:gd name="T21" fmla="*/ 39426390 h 107"/>
                <a:gd name="T22" fmla="*/ 108537215 w 97"/>
                <a:gd name="T23" fmla="*/ 77335671 h 107"/>
                <a:gd name="T24" fmla="*/ 118804769 w 97"/>
                <a:gd name="T25" fmla="*/ 77335671 h 107"/>
                <a:gd name="T26" fmla="*/ 132004353 w 97"/>
                <a:gd name="T27" fmla="*/ 78852781 h 107"/>
                <a:gd name="T28" fmla="*/ 142271907 w 97"/>
                <a:gd name="T29" fmla="*/ 83401666 h 107"/>
                <a:gd name="T30" fmla="*/ 118804769 w 97"/>
                <a:gd name="T31" fmla="*/ 103115473 h 107"/>
                <a:gd name="T32" fmla="*/ 98270872 w 97"/>
                <a:gd name="T33" fmla="*/ 136475877 h 107"/>
                <a:gd name="T34" fmla="*/ 70402643 w 97"/>
                <a:gd name="T35" fmla="*/ 162254467 h 107"/>
                <a:gd name="T36" fmla="*/ 42534433 w 97"/>
                <a:gd name="T37" fmla="*/ 153155464 h 107"/>
                <a:gd name="T38" fmla="*/ 14667420 w 97"/>
                <a:gd name="T39" fmla="*/ 142541853 h 10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7"/>
                <a:gd name="T61" fmla="*/ 0 h 107"/>
                <a:gd name="T62" fmla="*/ 97 w 97"/>
                <a:gd name="T63" fmla="*/ 107 h 10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7" h="107">
                  <a:moveTo>
                    <a:pt x="10" y="94"/>
                  </a:moveTo>
                  <a:lnTo>
                    <a:pt x="0" y="85"/>
                  </a:lnTo>
                  <a:lnTo>
                    <a:pt x="3" y="67"/>
                  </a:lnTo>
                  <a:lnTo>
                    <a:pt x="18" y="46"/>
                  </a:lnTo>
                  <a:lnTo>
                    <a:pt x="48" y="42"/>
                  </a:lnTo>
                  <a:lnTo>
                    <a:pt x="31" y="17"/>
                  </a:lnTo>
                  <a:lnTo>
                    <a:pt x="38" y="14"/>
                  </a:lnTo>
                  <a:lnTo>
                    <a:pt x="41" y="0"/>
                  </a:lnTo>
                  <a:lnTo>
                    <a:pt x="61" y="0"/>
                  </a:lnTo>
                  <a:lnTo>
                    <a:pt x="83" y="0"/>
                  </a:lnTo>
                  <a:lnTo>
                    <a:pt x="79" y="26"/>
                  </a:lnTo>
                  <a:lnTo>
                    <a:pt x="74" y="51"/>
                  </a:lnTo>
                  <a:lnTo>
                    <a:pt x="81" y="51"/>
                  </a:lnTo>
                  <a:lnTo>
                    <a:pt x="90" y="52"/>
                  </a:lnTo>
                  <a:lnTo>
                    <a:pt x="97" y="55"/>
                  </a:lnTo>
                  <a:lnTo>
                    <a:pt x="81" y="68"/>
                  </a:lnTo>
                  <a:lnTo>
                    <a:pt x="67" y="90"/>
                  </a:lnTo>
                  <a:lnTo>
                    <a:pt x="48" y="107"/>
                  </a:lnTo>
                  <a:lnTo>
                    <a:pt x="29" y="101"/>
                  </a:lnTo>
                  <a:lnTo>
                    <a:pt x="10" y="9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="" xmlns:a16="http://schemas.microsoft.com/office/drawing/2014/main" id="{5FD588B3-CCA2-44A2-A25C-3E1A894E9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344" y="3241675"/>
              <a:ext cx="66675" cy="23813"/>
            </a:xfrm>
            <a:custGeom>
              <a:avLst/>
              <a:gdLst>
                <a:gd name="T0" fmla="*/ 37030478 w 49"/>
                <a:gd name="T1" fmla="*/ 0 h 19"/>
                <a:gd name="T2" fmla="*/ 0 w 49"/>
                <a:gd name="T3" fmla="*/ 10995340 h 19"/>
                <a:gd name="T4" fmla="*/ 51843219 w 49"/>
                <a:gd name="T5" fmla="*/ 29845207 h 19"/>
                <a:gd name="T6" fmla="*/ 90725639 w 49"/>
                <a:gd name="T7" fmla="*/ 23562337 h 19"/>
                <a:gd name="T8" fmla="*/ 37030478 w 4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19"/>
                <a:gd name="T17" fmla="*/ 49 w 4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19">
                  <a:moveTo>
                    <a:pt x="20" y="0"/>
                  </a:moveTo>
                  <a:lnTo>
                    <a:pt x="0" y="7"/>
                  </a:lnTo>
                  <a:lnTo>
                    <a:pt x="28" y="19"/>
                  </a:lnTo>
                  <a:lnTo>
                    <a:pt x="49" y="15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="" xmlns:a16="http://schemas.microsoft.com/office/drawing/2014/main" id="{394E2442-03BA-40F6-9EC7-243E7A1A0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956" y="3241675"/>
              <a:ext cx="42863" cy="17463"/>
            </a:xfrm>
            <a:custGeom>
              <a:avLst/>
              <a:gdLst>
                <a:gd name="T0" fmla="*/ 51034352 w 36"/>
                <a:gd name="T1" fmla="*/ 12631124 h 13"/>
                <a:gd name="T2" fmla="*/ 48199442 w 36"/>
                <a:gd name="T3" fmla="*/ 16240590 h 13"/>
                <a:gd name="T4" fmla="*/ 12758886 w 36"/>
                <a:gd name="T5" fmla="*/ 23458186 h 13"/>
                <a:gd name="T6" fmla="*/ 0 w 36"/>
                <a:gd name="T7" fmla="*/ 18044652 h 13"/>
                <a:gd name="T8" fmla="*/ 4252961 w 36"/>
                <a:gd name="T9" fmla="*/ 0 h 13"/>
                <a:gd name="T10" fmla="*/ 51034352 w 36"/>
                <a:gd name="T11" fmla="*/ 1263112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"/>
                <a:gd name="T19" fmla="*/ 0 h 13"/>
                <a:gd name="T20" fmla="*/ 36 w 36"/>
                <a:gd name="T21" fmla="*/ 13 h 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" h="13">
                  <a:moveTo>
                    <a:pt x="36" y="7"/>
                  </a:moveTo>
                  <a:lnTo>
                    <a:pt x="34" y="9"/>
                  </a:lnTo>
                  <a:lnTo>
                    <a:pt x="9" y="13"/>
                  </a:lnTo>
                  <a:lnTo>
                    <a:pt x="0" y="10"/>
                  </a:lnTo>
                  <a:lnTo>
                    <a:pt x="3" y="0"/>
                  </a:lnTo>
                  <a:lnTo>
                    <a:pt x="36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="" xmlns:a16="http://schemas.microsoft.com/office/drawing/2014/main" id="{4558677A-0952-4482-AFE5-774CF0A5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456" y="3265488"/>
              <a:ext cx="7938" cy="1587"/>
            </a:xfrm>
            <a:custGeom>
              <a:avLst/>
              <a:gdLst>
                <a:gd name="T0" fmla="*/ 9001692 w 7"/>
                <a:gd name="T1" fmla="*/ 0 h 2"/>
                <a:gd name="T2" fmla="*/ 3857868 w 7"/>
                <a:gd name="T3" fmla="*/ 0 h 2"/>
                <a:gd name="T4" fmla="*/ 0 w 7"/>
                <a:gd name="T5" fmla="*/ 1259284 h 2"/>
                <a:gd name="T6" fmla="*/ 9001692 w 7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2"/>
                <a:gd name="T14" fmla="*/ 7 w 7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2">
                  <a:moveTo>
                    <a:pt x="7" y="0"/>
                  </a:moveTo>
                  <a:lnTo>
                    <a:pt x="3" y="0"/>
                  </a:lnTo>
                  <a:lnTo>
                    <a:pt x="0" y="2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="" xmlns:a16="http://schemas.microsoft.com/office/drawing/2014/main" id="{A8417DB1-7C05-469D-B377-F7BE4600A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219" y="2773363"/>
              <a:ext cx="774700" cy="598487"/>
            </a:xfrm>
            <a:custGeom>
              <a:avLst/>
              <a:gdLst>
                <a:gd name="T0" fmla="*/ 122980140 w 613"/>
                <a:gd name="T1" fmla="*/ 365132572 h 475"/>
                <a:gd name="T2" fmla="*/ 78259854 w 613"/>
                <a:gd name="T3" fmla="*/ 263529587 h 475"/>
                <a:gd name="T4" fmla="*/ 30345995 w 613"/>
                <a:gd name="T5" fmla="*/ 219079024 h 475"/>
                <a:gd name="T6" fmla="*/ 49511292 w 613"/>
                <a:gd name="T7" fmla="*/ 163515466 h 475"/>
                <a:gd name="T8" fmla="*/ 4791007 w 613"/>
                <a:gd name="T9" fmla="*/ 55563538 h 475"/>
                <a:gd name="T10" fmla="*/ 83052143 w 613"/>
                <a:gd name="T11" fmla="*/ 0 h 475"/>
                <a:gd name="T12" fmla="*/ 169297869 w 613"/>
                <a:gd name="T13" fmla="*/ 39687878 h 475"/>
                <a:gd name="T14" fmla="*/ 297070239 w 613"/>
                <a:gd name="T15" fmla="*/ 53975973 h 475"/>
                <a:gd name="T16" fmla="*/ 394496703 w 613"/>
                <a:gd name="T17" fmla="*/ 76201885 h 475"/>
                <a:gd name="T18" fmla="*/ 450396404 w 613"/>
                <a:gd name="T19" fmla="*/ 152402510 h 475"/>
                <a:gd name="T20" fmla="*/ 541434360 w 613"/>
                <a:gd name="T21" fmla="*/ 163515466 h 475"/>
                <a:gd name="T22" fmla="*/ 592543055 w 613"/>
                <a:gd name="T23" fmla="*/ 269879847 h 475"/>
                <a:gd name="T24" fmla="*/ 592543055 w 613"/>
                <a:gd name="T25" fmla="*/ 390532354 h 475"/>
                <a:gd name="T26" fmla="*/ 613305765 w 613"/>
                <a:gd name="T27" fmla="*/ 523885303 h 475"/>
                <a:gd name="T28" fmla="*/ 638860745 w 613"/>
                <a:gd name="T29" fmla="*/ 579448822 h 475"/>
                <a:gd name="T30" fmla="*/ 749064146 w 613"/>
                <a:gd name="T31" fmla="*/ 588974213 h 475"/>
                <a:gd name="T32" fmla="*/ 800172841 w 613"/>
                <a:gd name="T33" fmla="*/ 581036387 h 475"/>
                <a:gd name="T34" fmla="*/ 844893107 w 613"/>
                <a:gd name="T35" fmla="*/ 493722826 h 475"/>
                <a:gd name="T36" fmla="*/ 953498927 w 613"/>
                <a:gd name="T37" fmla="*/ 463559089 h 475"/>
                <a:gd name="T38" fmla="*/ 979053906 w 613"/>
                <a:gd name="T39" fmla="*/ 479434740 h 475"/>
                <a:gd name="T40" fmla="*/ 940722069 w 613"/>
                <a:gd name="T41" fmla="*/ 552461475 h 475"/>
                <a:gd name="T42" fmla="*/ 915168353 w 613"/>
                <a:gd name="T43" fmla="*/ 581036387 h 475"/>
                <a:gd name="T44" fmla="*/ 840102102 w 613"/>
                <a:gd name="T45" fmla="*/ 619136690 h 475"/>
                <a:gd name="T46" fmla="*/ 792186989 w 613"/>
                <a:gd name="T47" fmla="*/ 646125297 h 475"/>
                <a:gd name="T48" fmla="*/ 747466722 w 613"/>
                <a:gd name="T49" fmla="*/ 725501190 h 475"/>
                <a:gd name="T50" fmla="*/ 672400471 w 613"/>
                <a:gd name="T51" fmla="*/ 682638192 h 475"/>
                <a:gd name="T52" fmla="*/ 648444020 w 613"/>
                <a:gd name="T53" fmla="*/ 682638192 h 475"/>
                <a:gd name="T54" fmla="*/ 584557203 w 613"/>
                <a:gd name="T55" fmla="*/ 706451668 h 475"/>
                <a:gd name="T56" fmla="*/ 461577103 w 613"/>
                <a:gd name="T57" fmla="*/ 650887992 h 475"/>
                <a:gd name="T58" fmla="*/ 372136570 w 613"/>
                <a:gd name="T59" fmla="*/ 600087169 h 475"/>
                <a:gd name="T60" fmla="*/ 292279234 w 613"/>
                <a:gd name="T61" fmla="*/ 538173389 h 475"/>
                <a:gd name="T62" fmla="*/ 297070239 w 613"/>
                <a:gd name="T63" fmla="*/ 488960131 h 475"/>
                <a:gd name="T64" fmla="*/ 282695958 w 613"/>
                <a:gd name="T65" fmla="*/ 400057745 h 475"/>
                <a:gd name="T66" fmla="*/ 249155127 w 613"/>
                <a:gd name="T67" fmla="*/ 344494226 h 475"/>
                <a:gd name="T68" fmla="*/ 229989840 w 613"/>
                <a:gd name="T69" fmla="*/ 314331670 h 475"/>
                <a:gd name="T70" fmla="*/ 194852849 w 613"/>
                <a:gd name="T71" fmla="*/ 288930629 h 475"/>
                <a:gd name="T72" fmla="*/ 169297869 w 613"/>
                <a:gd name="T73" fmla="*/ 207966068 h 475"/>
                <a:gd name="T74" fmla="*/ 129369833 w 613"/>
                <a:gd name="T75" fmla="*/ 142878379 h 475"/>
                <a:gd name="T76" fmla="*/ 92635419 w 613"/>
                <a:gd name="T77" fmla="*/ 46038148 h 475"/>
                <a:gd name="T78" fmla="*/ 57497144 w 613"/>
                <a:gd name="T79" fmla="*/ 117477337 h 475"/>
                <a:gd name="T80" fmla="*/ 103814853 w 613"/>
                <a:gd name="T81" fmla="*/ 217491459 h 475"/>
                <a:gd name="T82" fmla="*/ 126174986 w 613"/>
                <a:gd name="T83" fmla="*/ 290518194 h 475"/>
                <a:gd name="T84" fmla="*/ 162909401 w 613"/>
                <a:gd name="T85" fmla="*/ 371482833 h 47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13"/>
                <a:gd name="T130" fmla="*/ 0 h 475"/>
                <a:gd name="T131" fmla="*/ 613 w 613"/>
                <a:gd name="T132" fmla="*/ 475 h 47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13" h="475">
                  <a:moveTo>
                    <a:pt x="106" y="247"/>
                  </a:moveTo>
                  <a:lnTo>
                    <a:pt x="90" y="255"/>
                  </a:lnTo>
                  <a:lnTo>
                    <a:pt x="77" y="230"/>
                  </a:lnTo>
                  <a:lnTo>
                    <a:pt x="55" y="207"/>
                  </a:lnTo>
                  <a:lnTo>
                    <a:pt x="58" y="186"/>
                  </a:lnTo>
                  <a:lnTo>
                    <a:pt x="49" y="166"/>
                  </a:lnTo>
                  <a:lnTo>
                    <a:pt x="44" y="151"/>
                  </a:lnTo>
                  <a:lnTo>
                    <a:pt x="29" y="151"/>
                  </a:lnTo>
                  <a:lnTo>
                    <a:pt x="19" y="138"/>
                  </a:lnTo>
                  <a:lnTo>
                    <a:pt x="7" y="127"/>
                  </a:lnTo>
                  <a:lnTo>
                    <a:pt x="26" y="130"/>
                  </a:lnTo>
                  <a:lnTo>
                    <a:pt x="31" y="103"/>
                  </a:lnTo>
                  <a:lnTo>
                    <a:pt x="18" y="86"/>
                  </a:lnTo>
                  <a:lnTo>
                    <a:pt x="6" y="69"/>
                  </a:lnTo>
                  <a:lnTo>
                    <a:pt x="3" y="35"/>
                  </a:lnTo>
                  <a:lnTo>
                    <a:pt x="0" y="3"/>
                  </a:lnTo>
                  <a:lnTo>
                    <a:pt x="26" y="2"/>
                  </a:lnTo>
                  <a:lnTo>
                    <a:pt x="52" y="0"/>
                  </a:lnTo>
                  <a:lnTo>
                    <a:pt x="70" y="8"/>
                  </a:lnTo>
                  <a:lnTo>
                    <a:pt x="89" y="16"/>
                  </a:lnTo>
                  <a:lnTo>
                    <a:pt x="106" y="25"/>
                  </a:lnTo>
                  <a:lnTo>
                    <a:pt x="124" y="34"/>
                  </a:lnTo>
                  <a:lnTo>
                    <a:pt x="154" y="34"/>
                  </a:lnTo>
                  <a:lnTo>
                    <a:pt x="186" y="34"/>
                  </a:lnTo>
                  <a:lnTo>
                    <a:pt x="190" y="22"/>
                  </a:lnTo>
                  <a:lnTo>
                    <a:pt x="228" y="22"/>
                  </a:lnTo>
                  <a:lnTo>
                    <a:pt x="247" y="48"/>
                  </a:lnTo>
                  <a:lnTo>
                    <a:pt x="254" y="74"/>
                  </a:lnTo>
                  <a:lnTo>
                    <a:pt x="267" y="85"/>
                  </a:lnTo>
                  <a:lnTo>
                    <a:pt x="282" y="96"/>
                  </a:lnTo>
                  <a:lnTo>
                    <a:pt x="297" y="76"/>
                  </a:lnTo>
                  <a:lnTo>
                    <a:pt x="328" y="79"/>
                  </a:lnTo>
                  <a:lnTo>
                    <a:pt x="339" y="103"/>
                  </a:lnTo>
                  <a:lnTo>
                    <a:pt x="349" y="128"/>
                  </a:lnTo>
                  <a:lnTo>
                    <a:pt x="356" y="159"/>
                  </a:lnTo>
                  <a:lnTo>
                    <a:pt x="371" y="170"/>
                  </a:lnTo>
                  <a:lnTo>
                    <a:pt x="398" y="176"/>
                  </a:lnTo>
                  <a:lnTo>
                    <a:pt x="384" y="211"/>
                  </a:lnTo>
                  <a:lnTo>
                    <a:pt x="371" y="246"/>
                  </a:lnTo>
                  <a:lnTo>
                    <a:pt x="368" y="281"/>
                  </a:lnTo>
                  <a:lnTo>
                    <a:pt x="375" y="305"/>
                  </a:lnTo>
                  <a:lnTo>
                    <a:pt x="384" y="330"/>
                  </a:lnTo>
                  <a:lnTo>
                    <a:pt x="390" y="348"/>
                  </a:lnTo>
                  <a:lnTo>
                    <a:pt x="397" y="364"/>
                  </a:lnTo>
                  <a:lnTo>
                    <a:pt x="400" y="365"/>
                  </a:lnTo>
                  <a:lnTo>
                    <a:pt x="423" y="378"/>
                  </a:lnTo>
                  <a:lnTo>
                    <a:pt x="445" y="377"/>
                  </a:lnTo>
                  <a:lnTo>
                    <a:pt x="469" y="371"/>
                  </a:lnTo>
                  <a:lnTo>
                    <a:pt x="485" y="369"/>
                  </a:lnTo>
                  <a:lnTo>
                    <a:pt x="494" y="372"/>
                  </a:lnTo>
                  <a:lnTo>
                    <a:pt x="501" y="366"/>
                  </a:lnTo>
                  <a:lnTo>
                    <a:pt x="500" y="362"/>
                  </a:lnTo>
                  <a:lnTo>
                    <a:pt x="517" y="342"/>
                  </a:lnTo>
                  <a:lnTo>
                    <a:pt x="529" y="311"/>
                  </a:lnTo>
                  <a:lnTo>
                    <a:pt x="554" y="298"/>
                  </a:lnTo>
                  <a:lnTo>
                    <a:pt x="576" y="295"/>
                  </a:lnTo>
                  <a:lnTo>
                    <a:pt x="597" y="292"/>
                  </a:lnTo>
                  <a:lnTo>
                    <a:pt x="603" y="292"/>
                  </a:lnTo>
                  <a:lnTo>
                    <a:pt x="612" y="298"/>
                  </a:lnTo>
                  <a:lnTo>
                    <a:pt x="613" y="302"/>
                  </a:lnTo>
                  <a:lnTo>
                    <a:pt x="593" y="334"/>
                  </a:lnTo>
                  <a:lnTo>
                    <a:pt x="589" y="345"/>
                  </a:lnTo>
                  <a:lnTo>
                    <a:pt x="589" y="348"/>
                  </a:lnTo>
                  <a:lnTo>
                    <a:pt x="589" y="350"/>
                  </a:lnTo>
                  <a:lnTo>
                    <a:pt x="577" y="377"/>
                  </a:lnTo>
                  <a:lnTo>
                    <a:pt x="573" y="366"/>
                  </a:lnTo>
                  <a:lnTo>
                    <a:pt x="568" y="372"/>
                  </a:lnTo>
                  <a:lnTo>
                    <a:pt x="548" y="390"/>
                  </a:lnTo>
                  <a:lnTo>
                    <a:pt x="526" y="390"/>
                  </a:lnTo>
                  <a:lnTo>
                    <a:pt x="506" y="390"/>
                  </a:lnTo>
                  <a:lnTo>
                    <a:pt x="503" y="404"/>
                  </a:lnTo>
                  <a:lnTo>
                    <a:pt x="496" y="407"/>
                  </a:lnTo>
                  <a:lnTo>
                    <a:pt x="513" y="432"/>
                  </a:lnTo>
                  <a:lnTo>
                    <a:pt x="483" y="436"/>
                  </a:lnTo>
                  <a:lnTo>
                    <a:pt x="468" y="457"/>
                  </a:lnTo>
                  <a:lnTo>
                    <a:pt x="465" y="475"/>
                  </a:lnTo>
                  <a:lnTo>
                    <a:pt x="443" y="454"/>
                  </a:lnTo>
                  <a:lnTo>
                    <a:pt x="421" y="430"/>
                  </a:lnTo>
                  <a:lnTo>
                    <a:pt x="430" y="438"/>
                  </a:lnTo>
                  <a:lnTo>
                    <a:pt x="417" y="430"/>
                  </a:lnTo>
                  <a:lnTo>
                    <a:pt x="406" y="430"/>
                  </a:lnTo>
                  <a:lnTo>
                    <a:pt x="411" y="432"/>
                  </a:lnTo>
                  <a:lnTo>
                    <a:pt x="388" y="439"/>
                  </a:lnTo>
                  <a:lnTo>
                    <a:pt x="366" y="445"/>
                  </a:lnTo>
                  <a:lnTo>
                    <a:pt x="340" y="433"/>
                  </a:lnTo>
                  <a:lnTo>
                    <a:pt x="315" y="422"/>
                  </a:lnTo>
                  <a:lnTo>
                    <a:pt x="289" y="410"/>
                  </a:lnTo>
                  <a:lnTo>
                    <a:pt x="265" y="397"/>
                  </a:lnTo>
                  <a:lnTo>
                    <a:pt x="250" y="387"/>
                  </a:lnTo>
                  <a:lnTo>
                    <a:pt x="233" y="378"/>
                  </a:lnTo>
                  <a:lnTo>
                    <a:pt x="217" y="369"/>
                  </a:lnTo>
                  <a:lnTo>
                    <a:pt x="201" y="353"/>
                  </a:lnTo>
                  <a:lnTo>
                    <a:pt x="183" y="339"/>
                  </a:lnTo>
                  <a:lnTo>
                    <a:pt x="180" y="320"/>
                  </a:lnTo>
                  <a:lnTo>
                    <a:pt x="189" y="316"/>
                  </a:lnTo>
                  <a:lnTo>
                    <a:pt x="186" y="308"/>
                  </a:lnTo>
                  <a:lnTo>
                    <a:pt x="192" y="292"/>
                  </a:lnTo>
                  <a:lnTo>
                    <a:pt x="185" y="272"/>
                  </a:lnTo>
                  <a:lnTo>
                    <a:pt x="177" y="252"/>
                  </a:lnTo>
                  <a:lnTo>
                    <a:pt x="163" y="233"/>
                  </a:lnTo>
                  <a:lnTo>
                    <a:pt x="150" y="214"/>
                  </a:lnTo>
                  <a:lnTo>
                    <a:pt x="156" y="217"/>
                  </a:lnTo>
                  <a:lnTo>
                    <a:pt x="147" y="204"/>
                  </a:lnTo>
                  <a:lnTo>
                    <a:pt x="141" y="199"/>
                  </a:lnTo>
                  <a:lnTo>
                    <a:pt x="144" y="198"/>
                  </a:lnTo>
                  <a:lnTo>
                    <a:pt x="127" y="189"/>
                  </a:lnTo>
                  <a:lnTo>
                    <a:pt x="131" y="182"/>
                  </a:lnTo>
                  <a:lnTo>
                    <a:pt x="122" y="182"/>
                  </a:lnTo>
                  <a:lnTo>
                    <a:pt x="129" y="166"/>
                  </a:lnTo>
                  <a:lnTo>
                    <a:pt x="121" y="157"/>
                  </a:lnTo>
                  <a:lnTo>
                    <a:pt x="106" y="131"/>
                  </a:lnTo>
                  <a:lnTo>
                    <a:pt x="105" y="125"/>
                  </a:lnTo>
                  <a:lnTo>
                    <a:pt x="90" y="114"/>
                  </a:lnTo>
                  <a:lnTo>
                    <a:pt x="81" y="90"/>
                  </a:lnTo>
                  <a:lnTo>
                    <a:pt x="74" y="69"/>
                  </a:lnTo>
                  <a:lnTo>
                    <a:pt x="74" y="37"/>
                  </a:lnTo>
                  <a:lnTo>
                    <a:pt x="58" y="29"/>
                  </a:lnTo>
                  <a:lnTo>
                    <a:pt x="42" y="19"/>
                  </a:lnTo>
                  <a:lnTo>
                    <a:pt x="38" y="47"/>
                  </a:lnTo>
                  <a:lnTo>
                    <a:pt x="36" y="74"/>
                  </a:lnTo>
                  <a:lnTo>
                    <a:pt x="48" y="96"/>
                  </a:lnTo>
                  <a:lnTo>
                    <a:pt x="60" y="118"/>
                  </a:lnTo>
                  <a:lnTo>
                    <a:pt x="65" y="137"/>
                  </a:lnTo>
                  <a:lnTo>
                    <a:pt x="73" y="156"/>
                  </a:lnTo>
                  <a:lnTo>
                    <a:pt x="74" y="153"/>
                  </a:lnTo>
                  <a:lnTo>
                    <a:pt x="79" y="183"/>
                  </a:lnTo>
                  <a:lnTo>
                    <a:pt x="83" y="215"/>
                  </a:lnTo>
                  <a:lnTo>
                    <a:pt x="92" y="221"/>
                  </a:lnTo>
                  <a:lnTo>
                    <a:pt x="102" y="234"/>
                  </a:lnTo>
                  <a:lnTo>
                    <a:pt x="106" y="24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="" xmlns:a16="http://schemas.microsoft.com/office/drawing/2014/main" id="{39D8489C-8CF9-469A-B2FF-899B492F7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094" y="3022600"/>
              <a:ext cx="14287" cy="23813"/>
            </a:xfrm>
            <a:custGeom>
              <a:avLst/>
              <a:gdLst>
                <a:gd name="T0" fmla="*/ 17009863 w 12"/>
                <a:gd name="T1" fmla="*/ 24431004 h 21"/>
                <a:gd name="T2" fmla="*/ 9922323 w 12"/>
                <a:gd name="T3" fmla="*/ 0 h 21"/>
                <a:gd name="T4" fmla="*/ 0 w 12"/>
                <a:gd name="T5" fmla="*/ 20573299 h 21"/>
                <a:gd name="T6" fmla="*/ 4252763 w 12"/>
                <a:gd name="T7" fmla="*/ 27002807 h 21"/>
                <a:gd name="T8" fmla="*/ 17009863 w 12"/>
                <a:gd name="T9" fmla="*/ 2443100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21"/>
                <a:gd name="T17" fmla="*/ 12 w 12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21">
                  <a:moveTo>
                    <a:pt x="12" y="19"/>
                  </a:moveTo>
                  <a:lnTo>
                    <a:pt x="7" y="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12" y="1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="" xmlns:a16="http://schemas.microsoft.com/office/drawing/2014/main" id="{6D12F161-E1FF-4588-948C-38492AC50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494" y="2960688"/>
              <a:ext cx="20637" cy="31750"/>
            </a:xfrm>
            <a:custGeom>
              <a:avLst/>
              <a:gdLst>
                <a:gd name="T0" fmla="*/ 11645717 w 16"/>
                <a:gd name="T1" fmla="*/ 40322498 h 25"/>
                <a:gd name="T2" fmla="*/ 18299856 w 16"/>
                <a:gd name="T3" fmla="*/ 20967704 h 25"/>
                <a:gd name="T4" fmla="*/ 0 w 16"/>
                <a:gd name="T5" fmla="*/ 0 h 25"/>
                <a:gd name="T6" fmla="*/ 26617858 w 16"/>
                <a:gd name="T7" fmla="*/ 27419302 h 25"/>
                <a:gd name="T8" fmla="*/ 11645717 w 16"/>
                <a:gd name="T9" fmla="*/ 40322498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25"/>
                <a:gd name="T17" fmla="*/ 16 w 16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25">
                  <a:moveTo>
                    <a:pt x="7" y="25"/>
                  </a:moveTo>
                  <a:lnTo>
                    <a:pt x="11" y="13"/>
                  </a:lnTo>
                  <a:lnTo>
                    <a:pt x="0" y="0"/>
                  </a:lnTo>
                  <a:lnTo>
                    <a:pt x="16" y="17"/>
                  </a:lnTo>
                  <a:lnTo>
                    <a:pt x="7" y="2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="" xmlns:a16="http://schemas.microsoft.com/office/drawing/2014/main" id="{401DE3A2-FB3A-400F-B889-1CD65F732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3306" y="3009900"/>
              <a:ext cx="19050" cy="25400"/>
            </a:xfrm>
            <a:custGeom>
              <a:avLst/>
              <a:gdLst>
                <a:gd name="T0" fmla="*/ 20161250 w 12"/>
                <a:gd name="T1" fmla="*/ 33955786 h 19"/>
                <a:gd name="T2" fmla="*/ 30241878 w 12"/>
                <a:gd name="T3" fmla="*/ 17870903 h 19"/>
                <a:gd name="T4" fmla="*/ 5040312 w 12"/>
                <a:gd name="T5" fmla="*/ 0 h 19"/>
                <a:gd name="T6" fmla="*/ 0 w 12"/>
                <a:gd name="T7" fmla="*/ 0 h 19"/>
                <a:gd name="T8" fmla="*/ 15120939 w 12"/>
                <a:gd name="T9" fmla="*/ 12510169 h 19"/>
                <a:gd name="T10" fmla="*/ 27722516 w 12"/>
                <a:gd name="T11" fmla="*/ 17870903 h 19"/>
                <a:gd name="T12" fmla="*/ 15120939 w 12"/>
                <a:gd name="T13" fmla="*/ 32168429 h 19"/>
                <a:gd name="T14" fmla="*/ 20161250 w 12"/>
                <a:gd name="T15" fmla="*/ 33955786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"/>
                <a:gd name="T25" fmla="*/ 0 h 19"/>
                <a:gd name="T26" fmla="*/ 12 w 12"/>
                <a:gd name="T27" fmla="*/ 19 h 1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" h="19">
                  <a:moveTo>
                    <a:pt x="8" y="19"/>
                  </a:moveTo>
                  <a:lnTo>
                    <a:pt x="12" y="10"/>
                  </a:lnTo>
                  <a:lnTo>
                    <a:pt x="2" y="0"/>
                  </a:lnTo>
                  <a:lnTo>
                    <a:pt x="0" y="0"/>
                  </a:lnTo>
                  <a:lnTo>
                    <a:pt x="6" y="7"/>
                  </a:lnTo>
                  <a:lnTo>
                    <a:pt x="11" y="10"/>
                  </a:lnTo>
                  <a:lnTo>
                    <a:pt x="6" y="18"/>
                  </a:lnTo>
                  <a:lnTo>
                    <a:pt x="8" y="1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="" xmlns:a16="http://schemas.microsoft.com/office/drawing/2014/main" id="{FEC2D63A-0E24-4114-BA5F-D114931F5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744" y="3149600"/>
              <a:ext cx="19050" cy="7938"/>
            </a:xfrm>
            <a:custGeom>
              <a:avLst/>
              <a:gdLst>
                <a:gd name="T0" fmla="*/ 25921611 w 14"/>
                <a:gd name="T1" fmla="*/ 0 h 9"/>
                <a:gd name="T2" fmla="*/ 25921611 w 14"/>
                <a:gd name="T3" fmla="*/ 3111696 h 9"/>
                <a:gd name="T4" fmla="*/ 0 w 14"/>
                <a:gd name="T5" fmla="*/ 7001315 h 9"/>
                <a:gd name="T6" fmla="*/ 25921611 w 14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"/>
                <a:gd name="T13" fmla="*/ 0 h 9"/>
                <a:gd name="T14" fmla="*/ 14 w 14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" h="9">
                  <a:moveTo>
                    <a:pt x="14" y="0"/>
                  </a:moveTo>
                  <a:lnTo>
                    <a:pt x="14" y="4"/>
                  </a:lnTo>
                  <a:lnTo>
                    <a:pt x="0" y="9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="" xmlns:a16="http://schemas.microsoft.com/office/drawing/2014/main" id="{B8B8C94D-7467-44B4-B960-76A840F15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631" y="3101975"/>
              <a:ext cx="11113" cy="11113"/>
            </a:xfrm>
            <a:custGeom>
              <a:avLst/>
              <a:gdLst>
                <a:gd name="T0" fmla="*/ 13722084 w 9"/>
                <a:gd name="T1" fmla="*/ 4573616 h 9"/>
                <a:gd name="T2" fmla="*/ 6098567 w 9"/>
                <a:gd name="T3" fmla="*/ 0 h 9"/>
                <a:gd name="T4" fmla="*/ 0 w 9"/>
                <a:gd name="T5" fmla="*/ 13722084 h 9"/>
                <a:gd name="T6" fmla="*/ 13722084 w 9"/>
                <a:gd name="T7" fmla="*/ 4573616 h 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9"/>
                <a:gd name="T14" fmla="*/ 9 w 9"/>
                <a:gd name="T15" fmla="*/ 9 h 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9">
                  <a:moveTo>
                    <a:pt x="9" y="3"/>
                  </a:moveTo>
                  <a:lnTo>
                    <a:pt x="4" y="0"/>
                  </a:lnTo>
                  <a:lnTo>
                    <a:pt x="0" y="9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="" xmlns:a16="http://schemas.microsoft.com/office/drawing/2014/main" id="{257549B3-AB4B-40F7-9763-A4026F7EC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394" y="2968625"/>
              <a:ext cx="33337" cy="4763"/>
            </a:xfrm>
            <a:custGeom>
              <a:avLst/>
              <a:gdLst>
                <a:gd name="T0" fmla="*/ 16003094 w 25"/>
                <a:gd name="T1" fmla="*/ 0 h 2"/>
                <a:gd name="T2" fmla="*/ 44454230 w 25"/>
                <a:gd name="T3" fmla="*/ 0 h 2"/>
                <a:gd name="T4" fmla="*/ 28451131 w 25"/>
                <a:gd name="T5" fmla="*/ 11343084 h 2"/>
                <a:gd name="T6" fmla="*/ 0 w 25"/>
                <a:gd name="T7" fmla="*/ 0 h 2"/>
                <a:gd name="T8" fmla="*/ 16003094 w 25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"/>
                <a:gd name="T17" fmla="*/ 25 w 25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">
                  <a:moveTo>
                    <a:pt x="9" y="0"/>
                  </a:moveTo>
                  <a:lnTo>
                    <a:pt x="25" y="0"/>
                  </a:lnTo>
                  <a:lnTo>
                    <a:pt x="16" y="2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="" xmlns:a16="http://schemas.microsoft.com/office/drawing/2014/main" id="{1273C249-45CF-4167-9547-CBE604B41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619" y="3051175"/>
              <a:ext cx="6350" cy="12700"/>
            </a:xfrm>
            <a:custGeom>
              <a:avLst/>
              <a:gdLst>
                <a:gd name="T0" fmla="*/ 6720417 w 6"/>
                <a:gd name="T1" fmla="*/ 17640298 h 8"/>
                <a:gd name="T2" fmla="*/ 3360208 w 6"/>
                <a:gd name="T3" fmla="*/ 2520950 h 8"/>
                <a:gd name="T4" fmla="*/ 0 w 6"/>
                <a:gd name="T5" fmla="*/ 0 h 8"/>
                <a:gd name="T6" fmla="*/ 3360208 w 6"/>
                <a:gd name="T7" fmla="*/ 20161247 h 8"/>
                <a:gd name="T8" fmla="*/ 6720417 w 6"/>
                <a:gd name="T9" fmla="*/ 1764029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8"/>
                <a:gd name="T17" fmla="*/ 6 w 6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8">
                  <a:moveTo>
                    <a:pt x="6" y="7"/>
                  </a:moveTo>
                  <a:lnTo>
                    <a:pt x="3" y="1"/>
                  </a:lnTo>
                  <a:lnTo>
                    <a:pt x="0" y="0"/>
                  </a:lnTo>
                  <a:lnTo>
                    <a:pt x="3" y="8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="" xmlns:a16="http://schemas.microsoft.com/office/drawing/2014/main" id="{B03968DA-1021-43EA-AEEF-A47511B19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1881" y="4524375"/>
              <a:ext cx="12700" cy="11113"/>
            </a:xfrm>
            <a:custGeom>
              <a:avLst/>
              <a:gdLst>
                <a:gd name="T0" fmla="*/ 13329227 w 11"/>
                <a:gd name="T1" fmla="*/ 0 h 10"/>
                <a:gd name="T2" fmla="*/ 0 w 11"/>
                <a:gd name="T3" fmla="*/ 12349877 h 10"/>
                <a:gd name="T4" fmla="*/ 14662727 w 11"/>
                <a:gd name="T5" fmla="*/ 4939729 h 10"/>
                <a:gd name="T6" fmla="*/ 13329227 w 11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10"/>
                <a:gd name="T14" fmla="*/ 11 w 11"/>
                <a:gd name="T15" fmla="*/ 10 h 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10">
                  <a:moveTo>
                    <a:pt x="10" y="0"/>
                  </a:moveTo>
                  <a:lnTo>
                    <a:pt x="0" y="10"/>
                  </a:lnTo>
                  <a:lnTo>
                    <a:pt x="11" y="4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="" xmlns:a16="http://schemas.microsoft.com/office/drawing/2014/main" id="{60C5A8B3-A455-4127-BFE4-B5BF59D73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4931" y="4214813"/>
              <a:ext cx="1166813" cy="936625"/>
            </a:xfrm>
            <a:custGeom>
              <a:avLst/>
              <a:gdLst>
                <a:gd name="T0" fmla="*/ 830595615 w 925"/>
                <a:gd name="T1" fmla="*/ 28526778 h 744"/>
                <a:gd name="T2" fmla="*/ 844916506 w 925"/>
                <a:gd name="T3" fmla="*/ 58638516 h 744"/>
                <a:gd name="T4" fmla="*/ 778086521 w 925"/>
                <a:gd name="T5" fmla="*/ 76071821 h 744"/>
                <a:gd name="T6" fmla="*/ 749446000 w 925"/>
                <a:gd name="T7" fmla="*/ 110938450 h 744"/>
                <a:gd name="T8" fmla="*/ 733533197 w 925"/>
                <a:gd name="T9" fmla="*/ 167993285 h 744"/>
                <a:gd name="T10" fmla="*/ 703300765 w 925"/>
                <a:gd name="T11" fmla="*/ 180671709 h 744"/>
                <a:gd name="T12" fmla="*/ 657156634 w 925"/>
                <a:gd name="T13" fmla="*/ 198105014 h 744"/>
                <a:gd name="T14" fmla="*/ 626924202 w 925"/>
                <a:gd name="T15" fmla="*/ 131541676 h 744"/>
                <a:gd name="T16" fmla="*/ 591918560 w 925"/>
                <a:gd name="T17" fmla="*/ 139466477 h 744"/>
                <a:gd name="T18" fmla="*/ 561686128 w 925"/>
                <a:gd name="T19" fmla="*/ 182256669 h 744"/>
                <a:gd name="T20" fmla="*/ 525088575 w 925"/>
                <a:gd name="T21" fmla="*/ 210783437 h 744"/>
                <a:gd name="T22" fmla="*/ 523497925 w 925"/>
                <a:gd name="T23" fmla="*/ 232971623 h 744"/>
                <a:gd name="T24" fmla="*/ 494857404 w 925"/>
                <a:gd name="T25" fmla="*/ 231386663 h 744"/>
                <a:gd name="T26" fmla="*/ 486900372 w 925"/>
                <a:gd name="T27" fmla="*/ 297949961 h 744"/>
                <a:gd name="T28" fmla="*/ 431209979 w 925"/>
                <a:gd name="T29" fmla="*/ 282101617 h 744"/>
                <a:gd name="T30" fmla="*/ 335739472 w 925"/>
                <a:gd name="T31" fmla="*/ 383531603 h 744"/>
                <a:gd name="T32" fmla="*/ 217990964 w 925"/>
                <a:gd name="T33" fmla="*/ 408888451 h 744"/>
                <a:gd name="T34" fmla="*/ 105018227 w 925"/>
                <a:gd name="T35" fmla="*/ 461188365 h 744"/>
                <a:gd name="T36" fmla="*/ 66830005 w 925"/>
                <a:gd name="T37" fmla="*/ 613333227 h 744"/>
                <a:gd name="T38" fmla="*/ 50917203 w 925"/>
                <a:gd name="T39" fmla="*/ 618088108 h 744"/>
                <a:gd name="T40" fmla="*/ 44553343 w 925"/>
                <a:gd name="T41" fmla="*/ 679896683 h 744"/>
                <a:gd name="T42" fmla="*/ 55691674 w 925"/>
                <a:gd name="T43" fmla="*/ 822533041 h 744"/>
                <a:gd name="T44" fmla="*/ 19094106 w 925"/>
                <a:gd name="T45" fmla="*/ 954074678 h 744"/>
                <a:gd name="T46" fmla="*/ 49326553 w 925"/>
                <a:gd name="T47" fmla="*/ 1014298135 h 744"/>
                <a:gd name="T48" fmla="*/ 168664430 w 925"/>
                <a:gd name="T49" fmla="*/ 969923022 h 744"/>
                <a:gd name="T50" fmla="*/ 330965001 w 925"/>
                <a:gd name="T51" fmla="*/ 933471452 h 744"/>
                <a:gd name="T52" fmla="*/ 513951505 w 925"/>
                <a:gd name="T53" fmla="*/ 882756499 h 744"/>
                <a:gd name="T54" fmla="*/ 677842804 w 925"/>
                <a:gd name="T55" fmla="*/ 893849962 h 744"/>
                <a:gd name="T56" fmla="*/ 701710116 w 925"/>
                <a:gd name="T57" fmla="*/ 963583181 h 744"/>
                <a:gd name="T58" fmla="*/ 722394866 w 925"/>
                <a:gd name="T59" fmla="*/ 1000034751 h 744"/>
                <a:gd name="T60" fmla="*/ 811501514 w 925"/>
                <a:gd name="T61" fmla="*/ 942979956 h 744"/>
                <a:gd name="T62" fmla="*/ 770130750 w 925"/>
                <a:gd name="T63" fmla="*/ 1019053016 h 744"/>
                <a:gd name="T64" fmla="*/ 803545743 w 925"/>
                <a:gd name="T65" fmla="*/ 1034901360 h 744"/>
                <a:gd name="T66" fmla="*/ 805136393 w 925"/>
                <a:gd name="T67" fmla="*/ 1133161348 h 744"/>
                <a:gd name="T68" fmla="*/ 941977662 w 925"/>
                <a:gd name="T69" fmla="*/ 1149009692 h 744"/>
                <a:gd name="T70" fmla="*/ 957890465 w 925"/>
                <a:gd name="T71" fmla="*/ 1152179613 h 744"/>
                <a:gd name="T72" fmla="*/ 994486756 w 925"/>
                <a:gd name="T73" fmla="*/ 1166442997 h 744"/>
                <a:gd name="T74" fmla="*/ 1156787248 w 925"/>
                <a:gd name="T75" fmla="*/ 1095124817 h 744"/>
                <a:gd name="T76" fmla="*/ 1280899537 w 925"/>
                <a:gd name="T77" fmla="*/ 950904757 h 744"/>
                <a:gd name="T78" fmla="*/ 1397055110 w 925"/>
                <a:gd name="T79" fmla="*/ 828871624 h 744"/>
                <a:gd name="T80" fmla="*/ 1452746765 w 925"/>
                <a:gd name="T81" fmla="*/ 694160067 h 744"/>
                <a:gd name="T82" fmla="*/ 1454337414 w 925"/>
                <a:gd name="T83" fmla="*/ 581636538 h 744"/>
                <a:gd name="T84" fmla="*/ 1417741122 w 925"/>
                <a:gd name="T85" fmla="*/ 492885054 h 744"/>
                <a:gd name="T86" fmla="*/ 1385916779 w 925"/>
                <a:gd name="T87" fmla="*/ 450094902 h 744"/>
                <a:gd name="T88" fmla="*/ 1341364717 w 925"/>
                <a:gd name="T89" fmla="*/ 366098298 h 744"/>
                <a:gd name="T90" fmla="*/ 1293628518 w 925"/>
                <a:gd name="T91" fmla="*/ 226631782 h 744"/>
                <a:gd name="T92" fmla="*/ 1244301984 w 925"/>
                <a:gd name="T93" fmla="*/ 152144901 h 744"/>
                <a:gd name="T94" fmla="*/ 1226798533 w 925"/>
                <a:gd name="T95" fmla="*/ 33281659 h 744"/>
                <a:gd name="T96" fmla="*/ 1188610330 w 925"/>
                <a:gd name="T97" fmla="*/ 53884894 h 744"/>
                <a:gd name="T98" fmla="*/ 1172698789 w 925"/>
                <a:gd name="T99" fmla="*/ 101429947 h 744"/>
                <a:gd name="T100" fmla="*/ 1158377898 w 925"/>
                <a:gd name="T101" fmla="*/ 187011550 h 744"/>
                <a:gd name="T102" fmla="*/ 1054951621 w 925"/>
                <a:gd name="T103" fmla="*/ 264668312 h 744"/>
                <a:gd name="T104" fmla="*/ 934021892 w 925"/>
                <a:gd name="T105" fmla="*/ 166408325 h 744"/>
                <a:gd name="T106" fmla="*/ 988122897 w 925"/>
                <a:gd name="T107" fmla="*/ 90336484 h 744"/>
                <a:gd name="T108" fmla="*/ 967436885 w 925"/>
                <a:gd name="T109" fmla="*/ 60223477 h 744"/>
                <a:gd name="T110" fmla="*/ 905381371 w 925"/>
                <a:gd name="T111" fmla="*/ 55469855 h 7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925"/>
                <a:gd name="T169" fmla="*/ 0 h 744"/>
                <a:gd name="T170" fmla="*/ 925 w 925"/>
                <a:gd name="T171" fmla="*/ 744 h 74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925" h="744">
                  <a:moveTo>
                    <a:pt x="542" y="18"/>
                  </a:moveTo>
                  <a:lnTo>
                    <a:pt x="532" y="16"/>
                  </a:lnTo>
                  <a:lnTo>
                    <a:pt x="525" y="13"/>
                  </a:lnTo>
                  <a:lnTo>
                    <a:pt x="522" y="18"/>
                  </a:lnTo>
                  <a:lnTo>
                    <a:pt x="516" y="15"/>
                  </a:lnTo>
                  <a:lnTo>
                    <a:pt x="525" y="21"/>
                  </a:lnTo>
                  <a:lnTo>
                    <a:pt x="535" y="27"/>
                  </a:lnTo>
                  <a:lnTo>
                    <a:pt x="531" y="37"/>
                  </a:lnTo>
                  <a:lnTo>
                    <a:pt x="523" y="40"/>
                  </a:lnTo>
                  <a:lnTo>
                    <a:pt x="503" y="37"/>
                  </a:lnTo>
                  <a:lnTo>
                    <a:pt x="494" y="41"/>
                  </a:lnTo>
                  <a:lnTo>
                    <a:pt x="489" y="48"/>
                  </a:lnTo>
                  <a:lnTo>
                    <a:pt x="484" y="45"/>
                  </a:lnTo>
                  <a:lnTo>
                    <a:pt x="481" y="51"/>
                  </a:lnTo>
                  <a:lnTo>
                    <a:pt x="473" y="64"/>
                  </a:lnTo>
                  <a:lnTo>
                    <a:pt x="471" y="70"/>
                  </a:lnTo>
                  <a:lnTo>
                    <a:pt x="461" y="79"/>
                  </a:lnTo>
                  <a:lnTo>
                    <a:pt x="451" y="99"/>
                  </a:lnTo>
                  <a:lnTo>
                    <a:pt x="458" y="102"/>
                  </a:lnTo>
                  <a:lnTo>
                    <a:pt x="461" y="106"/>
                  </a:lnTo>
                  <a:lnTo>
                    <a:pt x="455" y="115"/>
                  </a:lnTo>
                  <a:lnTo>
                    <a:pt x="462" y="124"/>
                  </a:lnTo>
                  <a:lnTo>
                    <a:pt x="445" y="109"/>
                  </a:lnTo>
                  <a:lnTo>
                    <a:pt x="442" y="114"/>
                  </a:lnTo>
                  <a:lnTo>
                    <a:pt x="426" y="106"/>
                  </a:lnTo>
                  <a:lnTo>
                    <a:pt x="422" y="121"/>
                  </a:lnTo>
                  <a:lnTo>
                    <a:pt x="417" y="121"/>
                  </a:lnTo>
                  <a:lnTo>
                    <a:pt x="413" y="125"/>
                  </a:lnTo>
                  <a:lnTo>
                    <a:pt x="414" y="118"/>
                  </a:lnTo>
                  <a:lnTo>
                    <a:pt x="419" y="102"/>
                  </a:lnTo>
                  <a:lnTo>
                    <a:pt x="397" y="79"/>
                  </a:lnTo>
                  <a:lnTo>
                    <a:pt x="394" y="83"/>
                  </a:lnTo>
                  <a:lnTo>
                    <a:pt x="384" y="89"/>
                  </a:lnTo>
                  <a:lnTo>
                    <a:pt x="383" y="85"/>
                  </a:lnTo>
                  <a:lnTo>
                    <a:pt x="378" y="88"/>
                  </a:lnTo>
                  <a:lnTo>
                    <a:pt x="372" y="88"/>
                  </a:lnTo>
                  <a:lnTo>
                    <a:pt x="369" y="102"/>
                  </a:lnTo>
                  <a:lnTo>
                    <a:pt x="365" y="95"/>
                  </a:lnTo>
                  <a:lnTo>
                    <a:pt x="352" y="108"/>
                  </a:lnTo>
                  <a:lnTo>
                    <a:pt x="353" y="115"/>
                  </a:lnTo>
                  <a:lnTo>
                    <a:pt x="345" y="114"/>
                  </a:lnTo>
                  <a:lnTo>
                    <a:pt x="349" y="127"/>
                  </a:lnTo>
                  <a:lnTo>
                    <a:pt x="337" y="121"/>
                  </a:lnTo>
                  <a:lnTo>
                    <a:pt x="330" y="133"/>
                  </a:lnTo>
                  <a:lnTo>
                    <a:pt x="333" y="134"/>
                  </a:lnTo>
                  <a:lnTo>
                    <a:pt x="336" y="134"/>
                  </a:lnTo>
                  <a:lnTo>
                    <a:pt x="330" y="140"/>
                  </a:lnTo>
                  <a:lnTo>
                    <a:pt x="329" y="147"/>
                  </a:lnTo>
                  <a:lnTo>
                    <a:pt x="335" y="149"/>
                  </a:lnTo>
                  <a:lnTo>
                    <a:pt x="323" y="147"/>
                  </a:lnTo>
                  <a:lnTo>
                    <a:pt x="317" y="147"/>
                  </a:lnTo>
                  <a:lnTo>
                    <a:pt x="311" y="146"/>
                  </a:lnTo>
                  <a:lnTo>
                    <a:pt x="308" y="151"/>
                  </a:lnTo>
                  <a:lnTo>
                    <a:pt x="311" y="163"/>
                  </a:lnTo>
                  <a:lnTo>
                    <a:pt x="306" y="166"/>
                  </a:lnTo>
                  <a:lnTo>
                    <a:pt x="306" y="188"/>
                  </a:lnTo>
                  <a:lnTo>
                    <a:pt x="300" y="169"/>
                  </a:lnTo>
                  <a:lnTo>
                    <a:pt x="292" y="149"/>
                  </a:lnTo>
                  <a:lnTo>
                    <a:pt x="285" y="157"/>
                  </a:lnTo>
                  <a:lnTo>
                    <a:pt x="271" y="178"/>
                  </a:lnTo>
                  <a:lnTo>
                    <a:pt x="269" y="195"/>
                  </a:lnTo>
                  <a:lnTo>
                    <a:pt x="247" y="221"/>
                  </a:lnTo>
                  <a:lnTo>
                    <a:pt x="230" y="231"/>
                  </a:lnTo>
                  <a:lnTo>
                    <a:pt x="211" y="242"/>
                  </a:lnTo>
                  <a:lnTo>
                    <a:pt x="185" y="247"/>
                  </a:lnTo>
                  <a:lnTo>
                    <a:pt x="165" y="255"/>
                  </a:lnTo>
                  <a:lnTo>
                    <a:pt x="143" y="260"/>
                  </a:lnTo>
                  <a:lnTo>
                    <a:pt x="137" y="258"/>
                  </a:lnTo>
                  <a:lnTo>
                    <a:pt x="105" y="278"/>
                  </a:lnTo>
                  <a:lnTo>
                    <a:pt x="73" y="300"/>
                  </a:lnTo>
                  <a:lnTo>
                    <a:pt x="64" y="308"/>
                  </a:lnTo>
                  <a:lnTo>
                    <a:pt x="66" y="291"/>
                  </a:lnTo>
                  <a:lnTo>
                    <a:pt x="54" y="316"/>
                  </a:lnTo>
                  <a:lnTo>
                    <a:pt x="42" y="345"/>
                  </a:lnTo>
                  <a:lnTo>
                    <a:pt x="41" y="368"/>
                  </a:lnTo>
                  <a:lnTo>
                    <a:pt x="42" y="387"/>
                  </a:lnTo>
                  <a:lnTo>
                    <a:pt x="45" y="406"/>
                  </a:lnTo>
                  <a:lnTo>
                    <a:pt x="40" y="410"/>
                  </a:lnTo>
                  <a:lnTo>
                    <a:pt x="38" y="403"/>
                  </a:lnTo>
                  <a:lnTo>
                    <a:pt x="32" y="390"/>
                  </a:lnTo>
                  <a:lnTo>
                    <a:pt x="32" y="417"/>
                  </a:lnTo>
                  <a:lnTo>
                    <a:pt x="27" y="406"/>
                  </a:lnTo>
                  <a:lnTo>
                    <a:pt x="25" y="404"/>
                  </a:lnTo>
                  <a:lnTo>
                    <a:pt x="28" y="429"/>
                  </a:lnTo>
                  <a:lnTo>
                    <a:pt x="31" y="454"/>
                  </a:lnTo>
                  <a:lnTo>
                    <a:pt x="34" y="477"/>
                  </a:lnTo>
                  <a:lnTo>
                    <a:pt x="37" y="499"/>
                  </a:lnTo>
                  <a:lnTo>
                    <a:pt x="35" y="519"/>
                  </a:lnTo>
                  <a:lnTo>
                    <a:pt x="34" y="538"/>
                  </a:lnTo>
                  <a:lnTo>
                    <a:pt x="31" y="557"/>
                  </a:lnTo>
                  <a:lnTo>
                    <a:pt x="29" y="576"/>
                  </a:lnTo>
                  <a:lnTo>
                    <a:pt x="12" y="602"/>
                  </a:lnTo>
                  <a:lnTo>
                    <a:pt x="2" y="605"/>
                  </a:lnTo>
                  <a:lnTo>
                    <a:pt x="0" y="621"/>
                  </a:lnTo>
                  <a:lnTo>
                    <a:pt x="16" y="631"/>
                  </a:lnTo>
                  <a:lnTo>
                    <a:pt x="31" y="640"/>
                  </a:lnTo>
                  <a:lnTo>
                    <a:pt x="61" y="637"/>
                  </a:lnTo>
                  <a:lnTo>
                    <a:pt x="88" y="627"/>
                  </a:lnTo>
                  <a:lnTo>
                    <a:pt x="92" y="624"/>
                  </a:lnTo>
                  <a:lnTo>
                    <a:pt x="106" y="612"/>
                  </a:lnTo>
                  <a:lnTo>
                    <a:pt x="131" y="612"/>
                  </a:lnTo>
                  <a:lnTo>
                    <a:pt x="156" y="612"/>
                  </a:lnTo>
                  <a:lnTo>
                    <a:pt x="186" y="611"/>
                  </a:lnTo>
                  <a:lnTo>
                    <a:pt x="208" y="589"/>
                  </a:lnTo>
                  <a:lnTo>
                    <a:pt x="237" y="579"/>
                  </a:lnTo>
                  <a:lnTo>
                    <a:pt x="266" y="567"/>
                  </a:lnTo>
                  <a:lnTo>
                    <a:pt x="294" y="561"/>
                  </a:lnTo>
                  <a:lnTo>
                    <a:pt x="323" y="557"/>
                  </a:lnTo>
                  <a:lnTo>
                    <a:pt x="351" y="553"/>
                  </a:lnTo>
                  <a:lnTo>
                    <a:pt x="380" y="548"/>
                  </a:lnTo>
                  <a:lnTo>
                    <a:pt x="394" y="553"/>
                  </a:lnTo>
                  <a:lnTo>
                    <a:pt x="426" y="564"/>
                  </a:lnTo>
                  <a:lnTo>
                    <a:pt x="432" y="571"/>
                  </a:lnTo>
                  <a:lnTo>
                    <a:pt x="435" y="579"/>
                  </a:lnTo>
                  <a:lnTo>
                    <a:pt x="438" y="590"/>
                  </a:lnTo>
                  <a:lnTo>
                    <a:pt x="441" y="608"/>
                  </a:lnTo>
                  <a:lnTo>
                    <a:pt x="442" y="625"/>
                  </a:lnTo>
                  <a:lnTo>
                    <a:pt x="438" y="625"/>
                  </a:lnTo>
                  <a:lnTo>
                    <a:pt x="448" y="635"/>
                  </a:lnTo>
                  <a:lnTo>
                    <a:pt x="454" y="631"/>
                  </a:lnTo>
                  <a:lnTo>
                    <a:pt x="480" y="608"/>
                  </a:lnTo>
                  <a:lnTo>
                    <a:pt x="506" y="587"/>
                  </a:lnTo>
                  <a:lnTo>
                    <a:pt x="516" y="574"/>
                  </a:lnTo>
                  <a:lnTo>
                    <a:pt x="510" y="595"/>
                  </a:lnTo>
                  <a:lnTo>
                    <a:pt x="494" y="615"/>
                  </a:lnTo>
                  <a:lnTo>
                    <a:pt x="478" y="637"/>
                  </a:lnTo>
                  <a:lnTo>
                    <a:pt x="468" y="643"/>
                  </a:lnTo>
                  <a:lnTo>
                    <a:pt x="484" y="643"/>
                  </a:lnTo>
                  <a:lnTo>
                    <a:pt x="503" y="619"/>
                  </a:lnTo>
                  <a:lnTo>
                    <a:pt x="509" y="632"/>
                  </a:lnTo>
                  <a:lnTo>
                    <a:pt x="490" y="653"/>
                  </a:lnTo>
                  <a:lnTo>
                    <a:pt x="505" y="653"/>
                  </a:lnTo>
                  <a:lnTo>
                    <a:pt x="509" y="654"/>
                  </a:lnTo>
                  <a:lnTo>
                    <a:pt x="513" y="664"/>
                  </a:lnTo>
                  <a:lnTo>
                    <a:pt x="505" y="689"/>
                  </a:lnTo>
                  <a:lnTo>
                    <a:pt x="506" y="715"/>
                  </a:lnTo>
                  <a:lnTo>
                    <a:pt x="528" y="725"/>
                  </a:lnTo>
                  <a:lnTo>
                    <a:pt x="544" y="731"/>
                  </a:lnTo>
                  <a:lnTo>
                    <a:pt x="560" y="737"/>
                  </a:lnTo>
                  <a:lnTo>
                    <a:pt x="592" y="725"/>
                  </a:lnTo>
                  <a:lnTo>
                    <a:pt x="592" y="721"/>
                  </a:lnTo>
                  <a:lnTo>
                    <a:pt x="606" y="715"/>
                  </a:lnTo>
                  <a:lnTo>
                    <a:pt x="596" y="727"/>
                  </a:lnTo>
                  <a:lnTo>
                    <a:pt x="602" y="727"/>
                  </a:lnTo>
                  <a:lnTo>
                    <a:pt x="611" y="727"/>
                  </a:lnTo>
                  <a:lnTo>
                    <a:pt x="614" y="740"/>
                  </a:lnTo>
                  <a:lnTo>
                    <a:pt x="619" y="744"/>
                  </a:lnTo>
                  <a:lnTo>
                    <a:pt x="625" y="736"/>
                  </a:lnTo>
                  <a:lnTo>
                    <a:pt x="667" y="715"/>
                  </a:lnTo>
                  <a:lnTo>
                    <a:pt x="689" y="712"/>
                  </a:lnTo>
                  <a:lnTo>
                    <a:pt x="717" y="704"/>
                  </a:lnTo>
                  <a:lnTo>
                    <a:pt x="727" y="691"/>
                  </a:lnTo>
                  <a:lnTo>
                    <a:pt x="752" y="663"/>
                  </a:lnTo>
                  <a:lnTo>
                    <a:pt x="776" y="637"/>
                  </a:lnTo>
                  <a:lnTo>
                    <a:pt x="797" y="608"/>
                  </a:lnTo>
                  <a:lnTo>
                    <a:pt x="805" y="600"/>
                  </a:lnTo>
                  <a:lnTo>
                    <a:pt x="832" y="579"/>
                  </a:lnTo>
                  <a:lnTo>
                    <a:pt x="842" y="573"/>
                  </a:lnTo>
                  <a:lnTo>
                    <a:pt x="861" y="548"/>
                  </a:lnTo>
                  <a:lnTo>
                    <a:pt x="878" y="523"/>
                  </a:lnTo>
                  <a:lnTo>
                    <a:pt x="895" y="499"/>
                  </a:lnTo>
                  <a:lnTo>
                    <a:pt x="910" y="474"/>
                  </a:lnTo>
                  <a:lnTo>
                    <a:pt x="911" y="457"/>
                  </a:lnTo>
                  <a:lnTo>
                    <a:pt x="913" y="438"/>
                  </a:lnTo>
                  <a:lnTo>
                    <a:pt x="919" y="417"/>
                  </a:lnTo>
                  <a:lnTo>
                    <a:pt x="925" y="397"/>
                  </a:lnTo>
                  <a:lnTo>
                    <a:pt x="922" y="381"/>
                  </a:lnTo>
                  <a:lnTo>
                    <a:pt x="914" y="367"/>
                  </a:lnTo>
                  <a:lnTo>
                    <a:pt x="904" y="352"/>
                  </a:lnTo>
                  <a:lnTo>
                    <a:pt x="890" y="336"/>
                  </a:lnTo>
                  <a:lnTo>
                    <a:pt x="895" y="305"/>
                  </a:lnTo>
                  <a:lnTo>
                    <a:pt x="891" y="311"/>
                  </a:lnTo>
                  <a:lnTo>
                    <a:pt x="881" y="301"/>
                  </a:lnTo>
                  <a:lnTo>
                    <a:pt x="878" y="311"/>
                  </a:lnTo>
                  <a:lnTo>
                    <a:pt x="871" y="304"/>
                  </a:lnTo>
                  <a:lnTo>
                    <a:pt x="871" y="284"/>
                  </a:lnTo>
                  <a:lnTo>
                    <a:pt x="862" y="262"/>
                  </a:lnTo>
                  <a:lnTo>
                    <a:pt x="865" y="255"/>
                  </a:lnTo>
                  <a:lnTo>
                    <a:pt x="859" y="247"/>
                  </a:lnTo>
                  <a:lnTo>
                    <a:pt x="843" y="231"/>
                  </a:lnTo>
                  <a:lnTo>
                    <a:pt x="817" y="211"/>
                  </a:lnTo>
                  <a:lnTo>
                    <a:pt x="817" y="186"/>
                  </a:lnTo>
                  <a:lnTo>
                    <a:pt x="816" y="162"/>
                  </a:lnTo>
                  <a:lnTo>
                    <a:pt x="813" y="143"/>
                  </a:lnTo>
                  <a:lnTo>
                    <a:pt x="814" y="118"/>
                  </a:lnTo>
                  <a:lnTo>
                    <a:pt x="810" y="106"/>
                  </a:lnTo>
                  <a:lnTo>
                    <a:pt x="797" y="92"/>
                  </a:lnTo>
                  <a:lnTo>
                    <a:pt x="782" y="96"/>
                  </a:lnTo>
                  <a:lnTo>
                    <a:pt x="781" y="77"/>
                  </a:lnTo>
                  <a:lnTo>
                    <a:pt x="779" y="58"/>
                  </a:lnTo>
                  <a:lnTo>
                    <a:pt x="776" y="35"/>
                  </a:lnTo>
                  <a:lnTo>
                    <a:pt x="771" y="21"/>
                  </a:lnTo>
                  <a:lnTo>
                    <a:pt x="766" y="8"/>
                  </a:lnTo>
                  <a:lnTo>
                    <a:pt x="765" y="0"/>
                  </a:lnTo>
                  <a:lnTo>
                    <a:pt x="752" y="22"/>
                  </a:lnTo>
                  <a:lnTo>
                    <a:pt x="747" y="34"/>
                  </a:lnTo>
                  <a:lnTo>
                    <a:pt x="741" y="48"/>
                  </a:lnTo>
                  <a:lnTo>
                    <a:pt x="744" y="50"/>
                  </a:lnTo>
                  <a:lnTo>
                    <a:pt x="744" y="53"/>
                  </a:lnTo>
                  <a:lnTo>
                    <a:pt x="737" y="64"/>
                  </a:lnTo>
                  <a:lnTo>
                    <a:pt x="737" y="74"/>
                  </a:lnTo>
                  <a:lnTo>
                    <a:pt x="733" y="74"/>
                  </a:lnTo>
                  <a:lnTo>
                    <a:pt x="730" y="96"/>
                  </a:lnTo>
                  <a:lnTo>
                    <a:pt x="728" y="118"/>
                  </a:lnTo>
                  <a:lnTo>
                    <a:pt x="712" y="147"/>
                  </a:lnTo>
                  <a:lnTo>
                    <a:pt x="696" y="178"/>
                  </a:lnTo>
                  <a:lnTo>
                    <a:pt x="678" y="181"/>
                  </a:lnTo>
                  <a:lnTo>
                    <a:pt x="663" y="167"/>
                  </a:lnTo>
                  <a:lnTo>
                    <a:pt x="638" y="151"/>
                  </a:lnTo>
                  <a:lnTo>
                    <a:pt x="615" y="135"/>
                  </a:lnTo>
                  <a:lnTo>
                    <a:pt x="602" y="119"/>
                  </a:lnTo>
                  <a:lnTo>
                    <a:pt x="587" y="105"/>
                  </a:lnTo>
                  <a:lnTo>
                    <a:pt x="603" y="79"/>
                  </a:lnTo>
                  <a:lnTo>
                    <a:pt x="611" y="64"/>
                  </a:lnTo>
                  <a:lnTo>
                    <a:pt x="615" y="67"/>
                  </a:lnTo>
                  <a:lnTo>
                    <a:pt x="621" y="57"/>
                  </a:lnTo>
                  <a:lnTo>
                    <a:pt x="631" y="42"/>
                  </a:lnTo>
                  <a:lnTo>
                    <a:pt x="621" y="34"/>
                  </a:lnTo>
                  <a:lnTo>
                    <a:pt x="611" y="45"/>
                  </a:lnTo>
                  <a:lnTo>
                    <a:pt x="608" y="38"/>
                  </a:lnTo>
                  <a:lnTo>
                    <a:pt x="602" y="38"/>
                  </a:lnTo>
                  <a:lnTo>
                    <a:pt x="605" y="34"/>
                  </a:lnTo>
                  <a:lnTo>
                    <a:pt x="585" y="38"/>
                  </a:lnTo>
                  <a:lnTo>
                    <a:pt x="569" y="35"/>
                  </a:lnTo>
                  <a:lnTo>
                    <a:pt x="558" y="29"/>
                  </a:lnTo>
                  <a:lnTo>
                    <a:pt x="542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="" xmlns:a16="http://schemas.microsoft.com/office/drawing/2014/main" id="{2357066B-5C97-4D98-9EC4-522F8E00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9144" y="5208588"/>
              <a:ext cx="114300" cy="95250"/>
            </a:xfrm>
            <a:custGeom>
              <a:avLst/>
              <a:gdLst>
                <a:gd name="T0" fmla="*/ 58064400 w 90"/>
                <a:gd name="T1" fmla="*/ 94436515 h 74"/>
                <a:gd name="T2" fmla="*/ 16128999 w 90"/>
                <a:gd name="T3" fmla="*/ 122602186 h 74"/>
                <a:gd name="T4" fmla="*/ 0 w 90"/>
                <a:gd name="T5" fmla="*/ 111004859 h 74"/>
                <a:gd name="T6" fmla="*/ 1612900 w 90"/>
                <a:gd name="T7" fmla="*/ 109348282 h 74"/>
                <a:gd name="T8" fmla="*/ 0 w 90"/>
                <a:gd name="T9" fmla="*/ 69585265 h 74"/>
                <a:gd name="T10" fmla="*/ 6451600 w 90"/>
                <a:gd name="T11" fmla="*/ 66270824 h 74"/>
                <a:gd name="T12" fmla="*/ 11290301 w 90"/>
                <a:gd name="T13" fmla="*/ 69585265 h 74"/>
                <a:gd name="T14" fmla="*/ 16128999 w 90"/>
                <a:gd name="T15" fmla="*/ 39763007 h 74"/>
                <a:gd name="T16" fmla="*/ 20967703 w 90"/>
                <a:gd name="T17" fmla="*/ 8284175 h 74"/>
                <a:gd name="T18" fmla="*/ 30645100 w 90"/>
                <a:gd name="T19" fmla="*/ 0 h 74"/>
                <a:gd name="T20" fmla="*/ 61290199 w 90"/>
                <a:gd name="T21" fmla="*/ 14910485 h 74"/>
                <a:gd name="T22" fmla="*/ 91935309 w 90"/>
                <a:gd name="T23" fmla="*/ 26509104 h 74"/>
                <a:gd name="T24" fmla="*/ 99999806 w 90"/>
                <a:gd name="T25" fmla="*/ 9940752 h 74"/>
                <a:gd name="T26" fmla="*/ 145160990 w 90"/>
                <a:gd name="T27" fmla="*/ 4969732 h 74"/>
                <a:gd name="T28" fmla="*/ 114515901 w 90"/>
                <a:gd name="T29" fmla="*/ 61301093 h 74"/>
                <a:gd name="T30" fmla="*/ 108064303 w 90"/>
                <a:gd name="T31" fmla="*/ 57987939 h 74"/>
                <a:gd name="T32" fmla="*/ 62903099 w 90"/>
                <a:gd name="T33" fmla="*/ 104377264 h 74"/>
                <a:gd name="T34" fmla="*/ 70967596 w 90"/>
                <a:gd name="T35" fmla="*/ 96093092 h 74"/>
                <a:gd name="T36" fmla="*/ 61290199 w 90"/>
                <a:gd name="T37" fmla="*/ 96093092 h 74"/>
                <a:gd name="T38" fmla="*/ 58064400 w 90"/>
                <a:gd name="T39" fmla="*/ 94436515 h 7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0"/>
                <a:gd name="T61" fmla="*/ 0 h 74"/>
                <a:gd name="T62" fmla="*/ 90 w 90"/>
                <a:gd name="T63" fmla="*/ 74 h 7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0" h="74">
                  <a:moveTo>
                    <a:pt x="36" y="57"/>
                  </a:moveTo>
                  <a:lnTo>
                    <a:pt x="10" y="74"/>
                  </a:lnTo>
                  <a:lnTo>
                    <a:pt x="0" y="67"/>
                  </a:lnTo>
                  <a:lnTo>
                    <a:pt x="1" y="66"/>
                  </a:lnTo>
                  <a:lnTo>
                    <a:pt x="0" y="42"/>
                  </a:lnTo>
                  <a:lnTo>
                    <a:pt x="4" y="40"/>
                  </a:lnTo>
                  <a:lnTo>
                    <a:pt x="7" y="42"/>
                  </a:lnTo>
                  <a:lnTo>
                    <a:pt x="10" y="24"/>
                  </a:lnTo>
                  <a:lnTo>
                    <a:pt x="13" y="5"/>
                  </a:lnTo>
                  <a:lnTo>
                    <a:pt x="19" y="0"/>
                  </a:lnTo>
                  <a:lnTo>
                    <a:pt x="38" y="9"/>
                  </a:lnTo>
                  <a:lnTo>
                    <a:pt x="57" y="16"/>
                  </a:lnTo>
                  <a:lnTo>
                    <a:pt x="62" y="6"/>
                  </a:lnTo>
                  <a:lnTo>
                    <a:pt x="90" y="3"/>
                  </a:lnTo>
                  <a:lnTo>
                    <a:pt x="71" y="37"/>
                  </a:lnTo>
                  <a:lnTo>
                    <a:pt x="67" y="35"/>
                  </a:lnTo>
                  <a:lnTo>
                    <a:pt x="39" y="63"/>
                  </a:lnTo>
                  <a:lnTo>
                    <a:pt x="44" y="58"/>
                  </a:lnTo>
                  <a:lnTo>
                    <a:pt x="38" y="58"/>
                  </a:lnTo>
                  <a:lnTo>
                    <a:pt x="36" y="5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="" xmlns:a16="http://schemas.microsoft.com/office/drawing/2014/main" id="{90CC9F4A-9A74-4246-B83A-94E40D5F0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5394" y="5202238"/>
              <a:ext cx="331787" cy="198437"/>
            </a:xfrm>
            <a:custGeom>
              <a:avLst/>
              <a:gdLst>
                <a:gd name="T0" fmla="*/ 270555221 w 263"/>
                <a:gd name="T1" fmla="*/ 134075579 h 158"/>
                <a:gd name="T2" fmla="*/ 256231617 w 263"/>
                <a:gd name="T3" fmla="*/ 108837668 h 158"/>
                <a:gd name="T4" fmla="*/ 254640806 w 263"/>
                <a:gd name="T5" fmla="*/ 107260220 h 158"/>
                <a:gd name="T6" fmla="*/ 241908013 w 263"/>
                <a:gd name="T7" fmla="*/ 113570012 h 158"/>
                <a:gd name="T8" fmla="*/ 257823689 w 263"/>
                <a:gd name="T9" fmla="*/ 137230475 h 158"/>
                <a:gd name="T10" fmla="*/ 229176481 w 263"/>
                <a:gd name="T11" fmla="*/ 146695163 h 158"/>
                <a:gd name="T12" fmla="*/ 210077922 w 263"/>
                <a:gd name="T13" fmla="*/ 148271355 h 158"/>
                <a:gd name="T14" fmla="*/ 205304228 w 263"/>
                <a:gd name="T15" fmla="*/ 164045834 h 158"/>
                <a:gd name="T16" fmla="*/ 190980624 w 263"/>
                <a:gd name="T17" fmla="*/ 179819097 h 158"/>
                <a:gd name="T18" fmla="*/ 189388552 w 263"/>
                <a:gd name="T19" fmla="*/ 179819097 h 158"/>
                <a:gd name="T20" fmla="*/ 143234818 w 263"/>
                <a:gd name="T21" fmla="*/ 217675336 h 158"/>
                <a:gd name="T22" fmla="*/ 60477319 w 263"/>
                <a:gd name="T23" fmla="*/ 249223039 h 158"/>
                <a:gd name="T24" fmla="*/ 42970832 w 263"/>
                <a:gd name="T25" fmla="*/ 242913247 h 158"/>
                <a:gd name="T26" fmla="*/ 15914420 w 263"/>
                <a:gd name="T27" fmla="*/ 233449815 h 158"/>
                <a:gd name="T28" fmla="*/ 1592073 w 263"/>
                <a:gd name="T29" fmla="*/ 228717472 h 158"/>
                <a:gd name="T30" fmla="*/ 6365768 w 263"/>
                <a:gd name="T31" fmla="*/ 223985128 h 158"/>
                <a:gd name="T32" fmla="*/ 0 w 263"/>
                <a:gd name="T33" fmla="*/ 220830232 h 158"/>
                <a:gd name="T34" fmla="*/ 20689380 w 263"/>
                <a:gd name="T35" fmla="*/ 209789352 h 158"/>
                <a:gd name="T36" fmla="*/ 27055146 w 263"/>
                <a:gd name="T37" fmla="*/ 205057008 h 158"/>
                <a:gd name="T38" fmla="*/ 38195867 w 263"/>
                <a:gd name="T39" fmla="*/ 197169769 h 158"/>
                <a:gd name="T40" fmla="*/ 41378759 w 263"/>
                <a:gd name="T41" fmla="*/ 198747217 h 158"/>
                <a:gd name="T42" fmla="*/ 57294436 w 263"/>
                <a:gd name="T43" fmla="*/ 182973993 h 158"/>
                <a:gd name="T44" fmla="*/ 68435157 w 263"/>
                <a:gd name="T45" fmla="*/ 175086753 h 158"/>
                <a:gd name="T46" fmla="*/ 89124546 w 263"/>
                <a:gd name="T47" fmla="*/ 167200769 h 158"/>
                <a:gd name="T48" fmla="*/ 138461124 w 263"/>
                <a:gd name="T49" fmla="*/ 141962819 h 158"/>
                <a:gd name="T50" fmla="*/ 154375539 w 263"/>
                <a:gd name="T51" fmla="*/ 138807923 h 158"/>
                <a:gd name="T52" fmla="*/ 221218643 w 263"/>
                <a:gd name="T53" fmla="*/ 107260220 h 158"/>
                <a:gd name="T54" fmla="*/ 251456662 w 263"/>
                <a:gd name="T55" fmla="*/ 93064444 h 158"/>
                <a:gd name="T56" fmla="*/ 291244591 w 263"/>
                <a:gd name="T57" fmla="*/ 70981409 h 158"/>
                <a:gd name="T58" fmla="*/ 280103870 w 263"/>
                <a:gd name="T59" fmla="*/ 70981409 h 158"/>
                <a:gd name="T60" fmla="*/ 308751078 w 263"/>
                <a:gd name="T61" fmla="*/ 50475842 h 158"/>
                <a:gd name="T62" fmla="*/ 377186294 w 263"/>
                <a:gd name="T63" fmla="*/ 1577449 h 158"/>
                <a:gd name="T64" fmla="*/ 393100708 w 263"/>
                <a:gd name="T65" fmla="*/ 0 h 158"/>
                <a:gd name="T66" fmla="*/ 378777104 w 263"/>
                <a:gd name="T67" fmla="*/ 7887242 h 158"/>
                <a:gd name="T68" fmla="*/ 374003411 w 263"/>
                <a:gd name="T69" fmla="*/ 26815369 h 158"/>
                <a:gd name="T70" fmla="*/ 409016384 w 263"/>
                <a:gd name="T71" fmla="*/ 15773228 h 158"/>
                <a:gd name="T72" fmla="*/ 404241429 w 263"/>
                <a:gd name="T73" fmla="*/ 25237921 h 158"/>
                <a:gd name="T74" fmla="*/ 409016384 w 263"/>
                <a:gd name="T75" fmla="*/ 25237921 h 158"/>
                <a:gd name="T76" fmla="*/ 404241429 w 263"/>
                <a:gd name="T77" fmla="*/ 26815369 h 158"/>
                <a:gd name="T78" fmla="*/ 418565033 w 263"/>
                <a:gd name="T79" fmla="*/ 26815369 h 158"/>
                <a:gd name="T80" fmla="*/ 397875663 w 263"/>
                <a:gd name="T81" fmla="*/ 47320946 h 158"/>
                <a:gd name="T82" fmla="*/ 353312779 w 263"/>
                <a:gd name="T83" fmla="*/ 74136305 h 158"/>
                <a:gd name="T84" fmla="*/ 308751078 w 263"/>
                <a:gd name="T85" fmla="*/ 104105324 h 158"/>
                <a:gd name="T86" fmla="*/ 286470897 w 263"/>
                <a:gd name="T87" fmla="*/ 111992564 h 158"/>
                <a:gd name="T88" fmla="*/ 286470897 w 263"/>
                <a:gd name="T89" fmla="*/ 118302356 h 158"/>
                <a:gd name="T90" fmla="*/ 270555221 w 263"/>
                <a:gd name="T91" fmla="*/ 118302356 h 158"/>
                <a:gd name="T92" fmla="*/ 283286753 w 263"/>
                <a:gd name="T93" fmla="*/ 124612147 h 158"/>
                <a:gd name="T94" fmla="*/ 286470897 w 263"/>
                <a:gd name="T95" fmla="*/ 137230475 h 158"/>
                <a:gd name="T96" fmla="*/ 270555221 w 263"/>
                <a:gd name="T97" fmla="*/ 134075579 h 15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63"/>
                <a:gd name="T148" fmla="*/ 0 h 158"/>
                <a:gd name="T149" fmla="*/ 263 w 263"/>
                <a:gd name="T150" fmla="*/ 158 h 15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63" h="158">
                  <a:moveTo>
                    <a:pt x="170" y="85"/>
                  </a:moveTo>
                  <a:lnTo>
                    <a:pt x="161" y="69"/>
                  </a:lnTo>
                  <a:lnTo>
                    <a:pt x="160" y="68"/>
                  </a:lnTo>
                  <a:lnTo>
                    <a:pt x="152" y="72"/>
                  </a:lnTo>
                  <a:lnTo>
                    <a:pt x="162" y="87"/>
                  </a:lnTo>
                  <a:lnTo>
                    <a:pt x="144" y="93"/>
                  </a:lnTo>
                  <a:lnTo>
                    <a:pt x="132" y="94"/>
                  </a:lnTo>
                  <a:lnTo>
                    <a:pt x="129" y="104"/>
                  </a:lnTo>
                  <a:lnTo>
                    <a:pt x="120" y="114"/>
                  </a:lnTo>
                  <a:lnTo>
                    <a:pt x="119" y="114"/>
                  </a:lnTo>
                  <a:lnTo>
                    <a:pt x="90" y="138"/>
                  </a:lnTo>
                  <a:lnTo>
                    <a:pt x="38" y="158"/>
                  </a:lnTo>
                  <a:lnTo>
                    <a:pt x="27" y="154"/>
                  </a:lnTo>
                  <a:lnTo>
                    <a:pt x="10" y="148"/>
                  </a:lnTo>
                  <a:lnTo>
                    <a:pt x="1" y="145"/>
                  </a:lnTo>
                  <a:lnTo>
                    <a:pt x="4" y="142"/>
                  </a:lnTo>
                  <a:lnTo>
                    <a:pt x="0" y="140"/>
                  </a:lnTo>
                  <a:lnTo>
                    <a:pt x="13" y="133"/>
                  </a:lnTo>
                  <a:lnTo>
                    <a:pt x="17" y="130"/>
                  </a:lnTo>
                  <a:lnTo>
                    <a:pt x="24" y="125"/>
                  </a:lnTo>
                  <a:lnTo>
                    <a:pt x="26" y="126"/>
                  </a:lnTo>
                  <a:lnTo>
                    <a:pt x="36" y="116"/>
                  </a:lnTo>
                  <a:lnTo>
                    <a:pt x="43" y="111"/>
                  </a:lnTo>
                  <a:lnTo>
                    <a:pt x="56" y="106"/>
                  </a:lnTo>
                  <a:lnTo>
                    <a:pt x="87" y="90"/>
                  </a:lnTo>
                  <a:lnTo>
                    <a:pt x="97" y="88"/>
                  </a:lnTo>
                  <a:lnTo>
                    <a:pt x="139" y="68"/>
                  </a:lnTo>
                  <a:lnTo>
                    <a:pt x="158" y="59"/>
                  </a:lnTo>
                  <a:lnTo>
                    <a:pt x="183" y="45"/>
                  </a:lnTo>
                  <a:lnTo>
                    <a:pt x="176" y="45"/>
                  </a:lnTo>
                  <a:lnTo>
                    <a:pt x="194" y="32"/>
                  </a:lnTo>
                  <a:lnTo>
                    <a:pt x="237" y="1"/>
                  </a:lnTo>
                  <a:lnTo>
                    <a:pt x="247" y="0"/>
                  </a:lnTo>
                  <a:lnTo>
                    <a:pt x="238" y="5"/>
                  </a:lnTo>
                  <a:lnTo>
                    <a:pt x="235" y="17"/>
                  </a:lnTo>
                  <a:lnTo>
                    <a:pt x="257" y="10"/>
                  </a:lnTo>
                  <a:lnTo>
                    <a:pt x="254" y="16"/>
                  </a:lnTo>
                  <a:lnTo>
                    <a:pt x="257" y="16"/>
                  </a:lnTo>
                  <a:lnTo>
                    <a:pt x="254" y="17"/>
                  </a:lnTo>
                  <a:lnTo>
                    <a:pt x="263" y="17"/>
                  </a:lnTo>
                  <a:lnTo>
                    <a:pt x="250" y="30"/>
                  </a:lnTo>
                  <a:lnTo>
                    <a:pt x="222" y="47"/>
                  </a:lnTo>
                  <a:lnTo>
                    <a:pt x="194" y="66"/>
                  </a:lnTo>
                  <a:lnTo>
                    <a:pt x="180" y="71"/>
                  </a:lnTo>
                  <a:lnTo>
                    <a:pt x="180" y="75"/>
                  </a:lnTo>
                  <a:lnTo>
                    <a:pt x="170" y="75"/>
                  </a:lnTo>
                  <a:lnTo>
                    <a:pt x="178" y="79"/>
                  </a:lnTo>
                  <a:lnTo>
                    <a:pt x="180" y="87"/>
                  </a:lnTo>
                  <a:lnTo>
                    <a:pt x="170" y="8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="" xmlns:a16="http://schemas.microsoft.com/office/drawing/2014/main" id="{DA91E2CC-EE60-49A4-BA37-31DAB882D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5394" y="5410200"/>
              <a:ext cx="20637" cy="6350"/>
            </a:xfrm>
            <a:custGeom>
              <a:avLst/>
              <a:gdLst>
                <a:gd name="T0" fmla="*/ 24954001 w 16"/>
                <a:gd name="T1" fmla="*/ 2489200 h 9"/>
                <a:gd name="T2" fmla="*/ 26617858 w 16"/>
                <a:gd name="T3" fmla="*/ 1493661 h 9"/>
                <a:gd name="T4" fmla="*/ 14972141 w 16"/>
                <a:gd name="T5" fmla="*/ 0 h 9"/>
                <a:gd name="T6" fmla="*/ 0 w 16"/>
                <a:gd name="T7" fmla="*/ 4480277 h 9"/>
                <a:gd name="T8" fmla="*/ 24954001 w 16"/>
                <a:gd name="T9" fmla="*/ 248920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9"/>
                <a:gd name="T17" fmla="*/ 16 w 16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9">
                  <a:moveTo>
                    <a:pt x="15" y="5"/>
                  </a:moveTo>
                  <a:lnTo>
                    <a:pt x="16" y="3"/>
                  </a:lnTo>
                  <a:lnTo>
                    <a:pt x="9" y="0"/>
                  </a:lnTo>
                  <a:lnTo>
                    <a:pt x="0" y="9"/>
                  </a:lnTo>
                  <a:lnTo>
                    <a:pt x="15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="" xmlns:a16="http://schemas.microsoft.com/office/drawing/2014/main" id="{6A0766A2-7E53-4225-AD12-1E9A9441C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6319" y="4549775"/>
              <a:ext cx="11112" cy="14288"/>
            </a:xfrm>
            <a:custGeom>
              <a:avLst/>
              <a:gdLst>
                <a:gd name="T0" fmla="*/ 4287380 w 12"/>
                <a:gd name="T1" fmla="*/ 0 h 10"/>
                <a:gd name="T2" fmla="*/ 0 w 12"/>
                <a:gd name="T3" fmla="*/ 20414692 h 10"/>
                <a:gd name="T4" fmla="*/ 10289712 w 12"/>
                <a:gd name="T5" fmla="*/ 18372938 h 10"/>
                <a:gd name="T6" fmla="*/ 4287380 w 12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"/>
                <a:gd name="T13" fmla="*/ 0 h 10"/>
                <a:gd name="T14" fmla="*/ 12 w 12"/>
                <a:gd name="T15" fmla="*/ 10 h 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" h="10">
                  <a:moveTo>
                    <a:pt x="5" y="0"/>
                  </a:moveTo>
                  <a:lnTo>
                    <a:pt x="0" y="10"/>
                  </a:lnTo>
                  <a:lnTo>
                    <a:pt x="12" y="9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="" xmlns:a16="http://schemas.microsoft.com/office/drawing/2014/main" id="{6F096871-45CE-4312-B966-9E2B619D1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8756" y="4075113"/>
              <a:ext cx="22225" cy="25400"/>
            </a:xfrm>
            <a:custGeom>
              <a:avLst/>
              <a:gdLst>
                <a:gd name="T0" fmla="*/ 0 w 20"/>
                <a:gd name="T1" fmla="*/ 0 h 21"/>
                <a:gd name="T2" fmla="*/ 24697531 w 20"/>
                <a:gd name="T3" fmla="*/ 30721903 h 21"/>
                <a:gd name="T4" fmla="*/ 7408703 w 20"/>
                <a:gd name="T5" fmla="*/ 21944392 h 21"/>
                <a:gd name="T6" fmla="*/ 0 w 20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"/>
                <a:gd name="T13" fmla="*/ 0 h 21"/>
                <a:gd name="T14" fmla="*/ 20 w 20"/>
                <a:gd name="T15" fmla="*/ 21 h 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" h="21">
                  <a:moveTo>
                    <a:pt x="0" y="0"/>
                  </a:moveTo>
                  <a:lnTo>
                    <a:pt x="20" y="21"/>
                  </a:lnTo>
                  <a:lnTo>
                    <a:pt x="6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="" xmlns:a16="http://schemas.microsoft.com/office/drawing/2014/main" id="{96271058-5793-4A02-B918-2B4CF18D0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3044" y="4121150"/>
              <a:ext cx="17462" cy="19050"/>
            </a:xfrm>
            <a:custGeom>
              <a:avLst/>
              <a:gdLst>
                <a:gd name="T0" fmla="*/ 25410124 w 12"/>
                <a:gd name="T1" fmla="*/ 25921611 h 14"/>
                <a:gd name="T2" fmla="*/ 12705062 w 12"/>
                <a:gd name="T3" fmla="*/ 0 h 14"/>
                <a:gd name="T4" fmla="*/ 0 w 12"/>
                <a:gd name="T5" fmla="*/ 11108871 h 14"/>
                <a:gd name="T6" fmla="*/ 10587792 w 12"/>
                <a:gd name="T7" fmla="*/ 11108871 h 14"/>
                <a:gd name="T8" fmla="*/ 25410124 w 12"/>
                <a:gd name="T9" fmla="*/ 2592161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4"/>
                <a:gd name="T17" fmla="*/ 12 w 12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4">
                  <a:moveTo>
                    <a:pt x="12" y="14"/>
                  </a:moveTo>
                  <a:lnTo>
                    <a:pt x="6" y="0"/>
                  </a:lnTo>
                  <a:lnTo>
                    <a:pt x="0" y="6"/>
                  </a:lnTo>
                  <a:lnTo>
                    <a:pt x="5" y="6"/>
                  </a:lnTo>
                  <a:lnTo>
                    <a:pt x="12" y="1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="" xmlns:a16="http://schemas.microsoft.com/office/drawing/2014/main" id="{EABE3D45-DA3B-4EA0-B443-60F02A74E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131" y="5186363"/>
              <a:ext cx="41275" cy="31750"/>
            </a:xfrm>
            <a:custGeom>
              <a:avLst/>
              <a:gdLst>
                <a:gd name="T0" fmla="*/ 51625015 w 33"/>
                <a:gd name="T1" fmla="*/ 16129000 h 25"/>
                <a:gd name="T2" fmla="*/ 40674627 w 33"/>
                <a:gd name="T3" fmla="*/ 9677400 h 25"/>
                <a:gd name="T4" fmla="*/ 31287696 w 33"/>
                <a:gd name="T5" fmla="*/ 6451601 h 25"/>
                <a:gd name="T6" fmla="*/ 25030159 w 33"/>
                <a:gd name="T7" fmla="*/ 4838700 h 25"/>
                <a:gd name="T8" fmla="*/ 10950382 w 33"/>
                <a:gd name="T9" fmla="*/ 0 h 25"/>
                <a:gd name="T10" fmla="*/ 9386934 w 33"/>
                <a:gd name="T11" fmla="*/ 14516101 h 25"/>
                <a:gd name="T12" fmla="*/ 0 w 33"/>
                <a:gd name="T13" fmla="*/ 29032201 h 25"/>
                <a:gd name="T14" fmla="*/ 10950382 w 33"/>
                <a:gd name="T15" fmla="*/ 40322498 h 25"/>
                <a:gd name="T16" fmla="*/ 15644473 w 33"/>
                <a:gd name="T17" fmla="*/ 32258000 h 25"/>
                <a:gd name="T18" fmla="*/ 21902016 w 33"/>
                <a:gd name="T19" fmla="*/ 30645101 h 25"/>
                <a:gd name="T20" fmla="*/ 21902016 w 33"/>
                <a:gd name="T21" fmla="*/ 25806402 h 25"/>
                <a:gd name="T22" fmla="*/ 51625015 w 33"/>
                <a:gd name="T23" fmla="*/ 16129000 h 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3"/>
                <a:gd name="T37" fmla="*/ 0 h 25"/>
                <a:gd name="T38" fmla="*/ 33 w 33"/>
                <a:gd name="T39" fmla="*/ 25 h 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3" h="25">
                  <a:moveTo>
                    <a:pt x="33" y="10"/>
                  </a:moveTo>
                  <a:lnTo>
                    <a:pt x="26" y="6"/>
                  </a:lnTo>
                  <a:lnTo>
                    <a:pt x="20" y="4"/>
                  </a:lnTo>
                  <a:lnTo>
                    <a:pt x="16" y="3"/>
                  </a:lnTo>
                  <a:lnTo>
                    <a:pt x="7" y="0"/>
                  </a:lnTo>
                  <a:lnTo>
                    <a:pt x="6" y="9"/>
                  </a:lnTo>
                  <a:lnTo>
                    <a:pt x="0" y="18"/>
                  </a:lnTo>
                  <a:lnTo>
                    <a:pt x="7" y="25"/>
                  </a:lnTo>
                  <a:lnTo>
                    <a:pt x="10" y="20"/>
                  </a:lnTo>
                  <a:lnTo>
                    <a:pt x="14" y="19"/>
                  </a:lnTo>
                  <a:lnTo>
                    <a:pt x="14" y="16"/>
                  </a:lnTo>
                  <a:lnTo>
                    <a:pt x="33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="" xmlns:a16="http://schemas.microsoft.com/office/drawing/2014/main" id="{FB42BCDF-C51C-4A61-AAD3-E1365329B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969" y="5192713"/>
              <a:ext cx="33337" cy="19050"/>
            </a:xfrm>
            <a:custGeom>
              <a:avLst/>
              <a:gdLst>
                <a:gd name="T0" fmla="*/ 11507678 w 26"/>
                <a:gd name="T1" fmla="*/ 7534834 h 17"/>
                <a:gd name="T2" fmla="*/ 1643771 w 26"/>
                <a:gd name="T3" fmla="*/ 0 h 17"/>
                <a:gd name="T4" fmla="*/ 42744452 w 26"/>
                <a:gd name="T5" fmla="*/ 0 h 17"/>
                <a:gd name="T6" fmla="*/ 24660407 w 26"/>
                <a:gd name="T7" fmla="*/ 16324726 h 17"/>
                <a:gd name="T8" fmla="*/ 0 w 26"/>
                <a:gd name="T9" fmla="*/ 21347205 h 17"/>
                <a:gd name="T10" fmla="*/ 11507678 w 26"/>
                <a:gd name="T11" fmla="*/ 12557311 h 17"/>
                <a:gd name="T12" fmla="*/ 6576365 w 26"/>
                <a:gd name="T13" fmla="*/ 11301132 h 17"/>
                <a:gd name="T14" fmla="*/ 11507678 w 26"/>
                <a:gd name="T15" fmla="*/ 7534834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6"/>
                <a:gd name="T25" fmla="*/ 0 h 17"/>
                <a:gd name="T26" fmla="*/ 26 w 26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6" h="17">
                  <a:moveTo>
                    <a:pt x="7" y="6"/>
                  </a:moveTo>
                  <a:lnTo>
                    <a:pt x="1" y="0"/>
                  </a:lnTo>
                  <a:lnTo>
                    <a:pt x="26" y="0"/>
                  </a:lnTo>
                  <a:lnTo>
                    <a:pt x="15" y="13"/>
                  </a:lnTo>
                  <a:lnTo>
                    <a:pt x="0" y="17"/>
                  </a:lnTo>
                  <a:lnTo>
                    <a:pt x="7" y="10"/>
                  </a:lnTo>
                  <a:lnTo>
                    <a:pt x="4" y="9"/>
                  </a:lnTo>
                  <a:lnTo>
                    <a:pt x="7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="" xmlns:a16="http://schemas.microsoft.com/office/drawing/2014/main" id="{F66D9D33-E643-4C68-917C-5877CF3AE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0606" y="4421188"/>
              <a:ext cx="390525" cy="393700"/>
            </a:xfrm>
            <a:custGeom>
              <a:avLst/>
              <a:gdLst>
                <a:gd name="T0" fmla="*/ 290131158 w 311"/>
                <a:gd name="T1" fmla="*/ 324826427 h 312"/>
                <a:gd name="T2" fmla="*/ 290131158 w 311"/>
                <a:gd name="T3" fmla="*/ 267503982 h 312"/>
                <a:gd name="T4" fmla="*/ 293285494 w 311"/>
                <a:gd name="T5" fmla="*/ 210181537 h 312"/>
                <a:gd name="T6" fmla="*/ 329551644 w 311"/>
                <a:gd name="T7" fmla="*/ 210181537 h 312"/>
                <a:gd name="T8" fmla="*/ 329551644 w 311"/>
                <a:gd name="T9" fmla="*/ 170374949 h 312"/>
                <a:gd name="T10" fmla="*/ 332704724 w 311"/>
                <a:gd name="T11" fmla="*/ 130567060 h 312"/>
                <a:gd name="T12" fmla="*/ 334281892 w 311"/>
                <a:gd name="T13" fmla="*/ 93945403 h 312"/>
                <a:gd name="T14" fmla="*/ 334281892 w 311"/>
                <a:gd name="T15" fmla="*/ 54137534 h 312"/>
                <a:gd name="T16" fmla="*/ 378432546 w 311"/>
                <a:gd name="T17" fmla="*/ 50952603 h 312"/>
                <a:gd name="T18" fmla="*/ 419428865 w 311"/>
                <a:gd name="T19" fmla="*/ 46176469 h 312"/>
                <a:gd name="T20" fmla="*/ 432043697 w 311"/>
                <a:gd name="T21" fmla="*/ 58914930 h 312"/>
                <a:gd name="T22" fmla="*/ 460426440 w 311"/>
                <a:gd name="T23" fmla="*/ 42991538 h 312"/>
                <a:gd name="T24" fmla="*/ 490385095 w 311"/>
                <a:gd name="T25" fmla="*/ 31845532 h 312"/>
                <a:gd name="T26" fmla="*/ 449388776 w 311"/>
                <a:gd name="T27" fmla="*/ 20699536 h 312"/>
                <a:gd name="T28" fmla="*/ 425736281 w 311"/>
                <a:gd name="T29" fmla="*/ 25476933 h 312"/>
                <a:gd name="T30" fmla="*/ 370547963 w 311"/>
                <a:gd name="T31" fmla="*/ 31845532 h 312"/>
                <a:gd name="T32" fmla="*/ 315359566 w 311"/>
                <a:gd name="T33" fmla="*/ 38215394 h 312"/>
                <a:gd name="T34" fmla="*/ 282247830 w 311"/>
                <a:gd name="T35" fmla="*/ 31845532 h 312"/>
                <a:gd name="T36" fmla="*/ 247557672 w 311"/>
                <a:gd name="T37" fmla="*/ 25476933 h 312"/>
                <a:gd name="T38" fmla="*/ 239674344 w 311"/>
                <a:gd name="T39" fmla="*/ 15923397 h 312"/>
                <a:gd name="T40" fmla="*/ 198676769 w 311"/>
                <a:gd name="T41" fmla="*/ 12738466 h 312"/>
                <a:gd name="T42" fmla="*/ 157680411 w 311"/>
                <a:gd name="T43" fmla="*/ 12738466 h 312"/>
                <a:gd name="T44" fmla="*/ 113529756 w 311"/>
                <a:gd name="T45" fmla="*/ 11146001 h 312"/>
                <a:gd name="T46" fmla="*/ 72533417 w 311"/>
                <a:gd name="T47" fmla="*/ 11146001 h 312"/>
                <a:gd name="T48" fmla="*/ 45727842 w 311"/>
                <a:gd name="T49" fmla="*/ 0 h 312"/>
                <a:gd name="T50" fmla="*/ 1577168 w 311"/>
                <a:gd name="T51" fmla="*/ 11146001 h 312"/>
                <a:gd name="T52" fmla="*/ 0 w 311"/>
                <a:gd name="T53" fmla="*/ 33437998 h 312"/>
                <a:gd name="T54" fmla="*/ 25228417 w 311"/>
                <a:gd name="T55" fmla="*/ 84391873 h 312"/>
                <a:gd name="T56" fmla="*/ 47303754 w 311"/>
                <a:gd name="T57" fmla="*/ 135344456 h 312"/>
                <a:gd name="T58" fmla="*/ 72533417 w 311"/>
                <a:gd name="T59" fmla="*/ 186297079 h 312"/>
                <a:gd name="T60" fmla="*/ 96184677 w 311"/>
                <a:gd name="T61" fmla="*/ 237250925 h 312"/>
                <a:gd name="T62" fmla="*/ 100914924 w 311"/>
                <a:gd name="T63" fmla="*/ 257950451 h 312"/>
                <a:gd name="T64" fmla="*/ 93031597 w 311"/>
                <a:gd name="T65" fmla="*/ 256357986 h 312"/>
                <a:gd name="T66" fmla="*/ 100914924 w 311"/>
                <a:gd name="T67" fmla="*/ 299349504 h 312"/>
                <a:gd name="T68" fmla="*/ 105645172 w 311"/>
                <a:gd name="T69" fmla="*/ 342342364 h 312"/>
                <a:gd name="T70" fmla="*/ 111952588 w 311"/>
                <a:gd name="T71" fmla="*/ 385333882 h 312"/>
                <a:gd name="T72" fmla="*/ 116682836 w 311"/>
                <a:gd name="T73" fmla="*/ 426732935 h 312"/>
                <a:gd name="T74" fmla="*/ 137182251 w 311"/>
                <a:gd name="T75" fmla="*/ 455394789 h 312"/>
                <a:gd name="T76" fmla="*/ 157680411 w 311"/>
                <a:gd name="T77" fmla="*/ 485647846 h 312"/>
                <a:gd name="T78" fmla="*/ 178178609 w 311"/>
                <a:gd name="T79" fmla="*/ 461763388 h 312"/>
                <a:gd name="T80" fmla="*/ 189216273 w 311"/>
                <a:gd name="T81" fmla="*/ 490425242 h 312"/>
                <a:gd name="T82" fmla="*/ 244404591 w 311"/>
                <a:gd name="T83" fmla="*/ 496793842 h 312"/>
                <a:gd name="T84" fmla="*/ 277516327 w 311"/>
                <a:gd name="T85" fmla="*/ 480870449 h 312"/>
                <a:gd name="T86" fmla="*/ 279093495 w 311"/>
                <a:gd name="T87" fmla="*/ 441063862 h 312"/>
                <a:gd name="T88" fmla="*/ 283823743 w 311"/>
                <a:gd name="T89" fmla="*/ 404440943 h 312"/>
                <a:gd name="T90" fmla="*/ 285400910 w 311"/>
                <a:gd name="T91" fmla="*/ 364634355 h 312"/>
                <a:gd name="T92" fmla="*/ 290131158 w 311"/>
                <a:gd name="T93" fmla="*/ 324826427 h 31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11"/>
                <a:gd name="T142" fmla="*/ 0 h 312"/>
                <a:gd name="T143" fmla="*/ 311 w 311"/>
                <a:gd name="T144" fmla="*/ 312 h 31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11" h="312">
                  <a:moveTo>
                    <a:pt x="184" y="204"/>
                  </a:moveTo>
                  <a:lnTo>
                    <a:pt x="184" y="168"/>
                  </a:lnTo>
                  <a:lnTo>
                    <a:pt x="186" y="132"/>
                  </a:lnTo>
                  <a:lnTo>
                    <a:pt x="209" y="132"/>
                  </a:lnTo>
                  <a:lnTo>
                    <a:pt x="209" y="107"/>
                  </a:lnTo>
                  <a:lnTo>
                    <a:pt x="211" y="82"/>
                  </a:lnTo>
                  <a:lnTo>
                    <a:pt x="212" y="59"/>
                  </a:lnTo>
                  <a:lnTo>
                    <a:pt x="212" y="34"/>
                  </a:lnTo>
                  <a:lnTo>
                    <a:pt x="240" y="32"/>
                  </a:lnTo>
                  <a:lnTo>
                    <a:pt x="266" y="29"/>
                  </a:lnTo>
                  <a:lnTo>
                    <a:pt x="274" y="37"/>
                  </a:lnTo>
                  <a:lnTo>
                    <a:pt x="292" y="27"/>
                  </a:lnTo>
                  <a:lnTo>
                    <a:pt x="311" y="20"/>
                  </a:lnTo>
                  <a:lnTo>
                    <a:pt x="285" y="13"/>
                  </a:lnTo>
                  <a:lnTo>
                    <a:pt x="270" y="16"/>
                  </a:lnTo>
                  <a:lnTo>
                    <a:pt x="235" y="20"/>
                  </a:lnTo>
                  <a:lnTo>
                    <a:pt x="200" y="24"/>
                  </a:lnTo>
                  <a:lnTo>
                    <a:pt x="179" y="20"/>
                  </a:lnTo>
                  <a:lnTo>
                    <a:pt x="157" y="16"/>
                  </a:lnTo>
                  <a:lnTo>
                    <a:pt x="152" y="10"/>
                  </a:lnTo>
                  <a:lnTo>
                    <a:pt x="126" y="8"/>
                  </a:lnTo>
                  <a:lnTo>
                    <a:pt x="100" y="8"/>
                  </a:lnTo>
                  <a:lnTo>
                    <a:pt x="72" y="7"/>
                  </a:lnTo>
                  <a:lnTo>
                    <a:pt x="46" y="7"/>
                  </a:lnTo>
                  <a:lnTo>
                    <a:pt x="29" y="0"/>
                  </a:lnTo>
                  <a:lnTo>
                    <a:pt x="1" y="7"/>
                  </a:lnTo>
                  <a:lnTo>
                    <a:pt x="0" y="21"/>
                  </a:lnTo>
                  <a:lnTo>
                    <a:pt x="16" y="53"/>
                  </a:lnTo>
                  <a:lnTo>
                    <a:pt x="30" y="85"/>
                  </a:lnTo>
                  <a:lnTo>
                    <a:pt x="46" y="117"/>
                  </a:lnTo>
                  <a:lnTo>
                    <a:pt x="61" y="149"/>
                  </a:lnTo>
                  <a:lnTo>
                    <a:pt x="64" y="162"/>
                  </a:lnTo>
                  <a:lnTo>
                    <a:pt x="59" y="161"/>
                  </a:lnTo>
                  <a:lnTo>
                    <a:pt x="64" y="188"/>
                  </a:lnTo>
                  <a:lnTo>
                    <a:pt x="67" y="215"/>
                  </a:lnTo>
                  <a:lnTo>
                    <a:pt x="71" y="242"/>
                  </a:lnTo>
                  <a:lnTo>
                    <a:pt x="74" y="268"/>
                  </a:lnTo>
                  <a:lnTo>
                    <a:pt x="87" y="286"/>
                  </a:lnTo>
                  <a:lnTo>
                    <a:pt x="100" y="305"/>
                  </a:lnTo>
                  <a:lnTo>
                    <a:pt x="113" y="290"/>
                  </a:lnTo>
                  <a:lnTo>
                    <a:pt x="120" y="308"/>
                  </a:lnTo>
                  <a:lnTo>
                    <a:pt x="155" y="312"/>
                  </a:lnTo>
                  <a:lnTo>
                    <a:pt x="176" y="302"/>
                  </a:lnTo>
                  <a:lnTo>
                    <a:pt x="177" y="277"/>
                  </a:lnTo>
                  <a:lnTo>
                    <a:pt x="180" y="254"/>
                  </a:lnTo>
                  <a:lnTo>
                    <a:pt x="181" y="229"/>
                  </a:lnTo>
                  <a:lnTo>
                    <a:pt x="184" y="20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="" xmlns:a16="http://schemas.microsoft.com/office/drawing/2014/main" id="{BBE88E81-24E5-463B-A625-34CBE5AB3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056" y="4181475"/>
              <a:ext cx="368300" cy="431800"/>
            </a:xfrm>
            <a:custGeom>
              <a:avLst/>
              <a:gdLst>
                <a:gd name="T0" fmla="*/ 312357583 w 291"/>
                <a:gd name="T1" fmla="*/ 431068588 h 343"/>
                <a:gd name="T2" fmla="*/ 302746349 w 291"/>
                <a:gd name="T3" fmla="*/ 475443260 h 343"/>
                <a:gd name="T4" fmla="*/ 293135115 w 291"/>
                <a:gd name="T5" fmla="*/ 521402878 h 343"/>
                <a:gd name="T6" fmla="*/ 286728470 w 291"/>
                <a:gd name="T7" fmla="*/ 511893210 h 343"/>
                <a:gd name="T8" fmla="*/ 245080212 w 291"/>
                <a:gd name="T9" fmla="*/ 518232989 h 343"/>
                <a:gd name="T10" fmla="*/ 233867950 w 291"/>
                <a:gd name="T11" fmla="*/ 542004640 h 343"/>
                <a:gd name="T12" fmla="*/ 214645482 w 291"/>
                <a:gd name="T13" fmla="*/ 516648044 h 343"/>
                <a:gd name="T14" fmla="*/ 169793902 w 291"/>
                <a:gd name="T15" fmla="*/ 507138376 h 343"/>
                <a:gd name="T16" fmla="*/ 161784923 w 291"/>
                <a:gd name="T17" fmla="*/ 502384801 h 343"/>
                <a:gd name="T18" fmla="*/ 131350193 w 291"/>
                <a:gd name="T19" fmla="*/ 543589585 h 343"/>
                <a:gd name="T20" fmla="*/ 105721080 w 291"/>
                <a:gd name="T21" fmla="*/ 542004640 h 343"/>
                <a:gd name="T22" fmla="*/ 91304229 w 291"/>
                <a:gd name="T23" fmla="*/ 502384801 h 343"/>
                <a:gd name="T24" fmla="*/ 75286330 w 291"/>
                <a:gd name="T25" fmla="*/ 465933593 h 343"/>
                <a:gd name="T26" fmla="*/ 65675096 w 291"/>
                <a:gd name="T27" fmla="*/ 431068588 h 343"/>
                <a:gd name="T28" fmla="*/ 65675096 w 291"/>
                <a:gd name="T29" fmla="*/ 399372213 h 343"/>
                <a:gd name="T30" fmla="*/ 44851600 w 291"/>
                <a:gd name="T31" fmla="*/ 370845727 h 343"/>
                <a:gd name="T32" fmla="*/ 33638062 w 291"/>
                <a:gd name="T33" fmla="*/ 340734297 h 343"/>
                <a:gd name="T34" fmla="*/ 24028094 w 291"/>
                <a:gd name="T35" fmla="*/ 323301087 h 343"/>
                <a:gd name="T36" fmla="*/ 24028094 w 291"/>
                <a:gd name="T37" fmla="*/ 305867955 h 343"/>
                <a:gd name="T38" fmla="*/ 40045974 w 291"/>
                <a:gd name="T39" fmla="*/ 272586635 h 343"/>
                <a:gd name="T40" fmla="*/ 28832446 w 291"/>
                <a:gd name="T41" fmla="*/ 267833060 h 343"/>
                <a:gd name="T42" fmla="*/ 24028094 w 291"/>
                <a:gd name="T43" fmla="*/ 232966796 h 343"/>
                <a:gd name="T44" fmla="*/ 25629123 w 291"/>
                <a:gd name="T45" fmla="*/ 198100532 h 343"/>
                <a:gd name="T46" fmla="*/ 30434740 w 291"/>
                <a:gd name="T47" fmla="*/ 175913825 h 343"/>
                <a:gd name="T48" fmla="*/ 30434740 w 291"/>
                <a:gd name="T49" fmla="*/ 125199335 h 343"/>
                <a:gd name="T50" fmla="*/ 38443679 w 291"/>
                <a:gd name="T51" fmla="*/ 112521037 h 343"/>
                <a:gd name="T52" fmla="*/ 19222472 w 291"/>
                <a:gd name="T53" fmla="*/ 80824642 h 343"/>
                <a:gd name="T54" fmla="*/ 0 w 291"/>
                <a:gd name="T55" fmla="*/ 49129526 h 343"/>
                <a:gd name="T56" fmla="*/ 46452629 w 291"/>
                <a:gd name="T57" fmla="*/ 50714471 h 343"/>
                <a:gd name="T58" fmla="*/ 64072802 w 291"/>
                <a:gd name="T59" fmla="*/ 39619849 h 343"/>
                <a:gd name="T60" fmla="*/ 96109846 w 291"/>
                <a:gd name="T61" fmla="*/ 19018082 h 343"/>
                <a:gd name="T62" fmla="*/ 126544576 w 291"/>
                <a:gd name="T63" fmla="*/ 0 h 343"/>
                <a:gd name="T64" fmla="*/ 153775983 w 291"/>
                <a:gd name="T65" fmla="*/ 3169890 h 343"/>
                <a:gd name="T66" fmla="*/ 158581600 w 291"/>
                <a:gd name="T67" fmla="*/ 39619849 h 343"/>
                <a:gd name="T68" fmla="*/ 161784923 w 291"/>
                <a:gd name="T69" fmla="*/ 74486123 h 343"/>
                <a:gd name="T70" fmla="*/ 192219692 w 291"/>
                <a:gd name="T71" fmla="*/ 104597572 h 343"/>
                <a:gd name="T72" fmla="*/ 217848805 w 291"/>
                <a:gd name="T73" fmla="*/ 112521037 h 343"/>
                <a:gd name="T74" fmla="*/ 249885829 w 291"/>
                <a:gd name="T75" fmla="*/ 129954169 h 343"/>
                <a:gd name="T76" fmla="*/ 291534087 w 291"/>
                <a:gd name="T77" fmla="*/ 156895709 h 343"/>
                <a:gd name="T78" fmla="*/ 333181158 w 291"/>
                <a:gd name="T79" fmla="*/ 163235488 h 343"/>
                <a:gd name="T80" fmla="*/ 344394686 w 291"/>
                <a:gd name="T81" fmla="*/ 180668659 h 343"/>
                <a:gd name="T82" fmla="*/ 349200303 w 291"/>
                <a:gd name="T83" fmla="*/ 223458387 h 343"/>
                <a:gd name="T84" fmla="*/ 342792392 w 291"/>
                <a:gd name="T85" fmla="*/ 223458387 h 343"/>
                <a:gd name="T86" fmla="*/ 357209242 w 291"/>
                <a:gd name="T87" fmla="*/ 239306575 h 343"/>
                <a:gd name="T88" fmla="*/ 362014859 w 291"/>
                <a:gd name="T89" fmla="*/ 272586635 h 343"/>
                <a:gd name="T90" fmla="*/ 395652912 w 291"/>
                <a:gd name="T91" fmla="*/ 274171580 h 343"/>
                <a:gd name="T92" fmla="*/ 429290964 w 291"/>
                <a:gd name="T93" fmla="*/ 278926414 h 343"/>
                <a:gd name="T94" fmla="*/ 434096581 w 291"/>
                <a:gd name="T95" fmla="*/ 313792678 h 343"/>
                <a:gd name="T96" fmla="*/ 456522372 w 291"/>
                <a:gd name="T97" fmla="*/ 335979463 h 343"/>
                <a:gd name="T98" fmla="*/ 466133605 w 291"/>
                <a:gd name="T99" fmla="*/ 353412595 h 343"/>
                <a:gd name="T100" fmla="*/ 456522372 w 291"/>
                <a:gd name="T101" fmla="*/ 385108970 h 343"/>
                <a:gd name="T102" fmla="*/ 450115726 w 291"/>
                <a:gd name="T103" fmla="*/ 415220400 h 343"/>
                <a:gd name="T104" fmla="*/ 454921343 w 291"/>
                <a:gd name="T105" fmla="*/ 427898698 h 343"/>
                <a:gd name="T106" fmla="*/ 450115726 w 291"/>
                <a:gd name="T107" fmla="*/ 432653532 h 343"/>
                <a:gd name="T108" fmla="*/ 450115726 w 291"/>
                <a:gd name="T109" fmla="*/ 426313754 h 343"/>
                <a:gd name="T110" fmla="*/ 413273085 w 291"/>
                <a:gd name="T111" fmla="*/ 400957158 h 343"/>
                <a:gd name="T112" fmla="*/ 363615888 w 291"/>
                <a:gd name="T113" fmla="*/ 405710733 h 343"/>
                <a:gd name="T114" fmla="*/ 317163200 w 291"/>
                <a:gd name="T115" fmla="*/ 412050511 h 343"/>
                <a:gd name="T116" fmla="*/ 312357583 w 291"/>
                <a:gd name="T117" fmla="*/ 431068588 h 343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91"/>
                <a:gd name="T178" fmla="*/ 0 h 343"/>
                <a:gd name="T179" fmla="*/ 291 w 291"/>
                <a:gd name="T180" fmla="*/ 343 h 343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91" h="343">
                  <a:moveTo>
                    <a:pt x="195" y="272"/>
                  </a:moveTo>
                  <a:lnTo>
                    <a:pt x="189" y="300"/>
                  </a:lnTo>
                  <a:lnTo>
                    <a:pt x="183" y="329"/>
                  </a:lnTo>
                  <a:lnTo>
                    <a:pt x="179" y="323"/>
                  </a:lnTo>
                  <a:lnTo>
                    <a:pt x="153" y="327"/>
                  </a:lnTo>
                  <a:lnTo>
                    <a:pt x="146" y="342"/>
                  </a:lnTo>
                  <a:lnTo>
                    <a:pt x="134" y="326"/>
                  </a:lnTo>
                  <a:lnTo>
                    <a:pt x="106" y="320"/>
                  </a:lnTo>
                  <a:lnTo>
                    <a:pt x="101" y="317"/>
                  </a:lnTo>
                  <a:lnTo>
                    <a:pt x="82" y="343"/>
                  </a:lnTo>
                  <a:lnTo>
                    <a:pt x="66" y="342"/>
                  </a:lnTo>
                  <a:lnTo>
                    <a:pt x="57" y="317"/>
                  </a:lnTo>
                  <a:lnTo>
                    <a:pt x="47" y="294"/>
                  </a:lnTo>
                  <a:lnTo>
                    <a:pt x="41" y="272"/>
                  </a:lnTo>
                  <a:lnTo>
                    <a:pt x="41" y="252"/>
                  </a:lnTo>
                  <a:lnTo>
                    <a:pt x="28" y="234"/>
                  </a:lnTo>
                  <a:lnTo>
                    <a:pt x="21" y="215"/>
                  </a:lnTo>
                  <a:lnTo>
                    <a:pt x="15" y="204"/>
                  </a:lnTo>
                  <a:lnTo>
                    <a:pt x="15" y="193"/>
                  </a:lnTo>
                  <a:lnTo>
                    <a:pt x="25" y="172"/>
                  </a:lnTo>
                  <a:lnTo>
                    <a:pt x="18" y="169"/>
                  </a:lnTo>
                  <a:lnTo>
                    <a:pt x="15" y="147"/>
                  </a:lnTo>
                  <a:lnTo>
                    <a:pt x="16" y="125"/>
                  </a:lnTo>
                  <a:lnTo>
                    <a:pt x="19" y="111"/>
                  </a:lnTo>
                  <a:lnTo>
                    <a:pt x="19" y="79"/>
                  </a:lnTo>
                  <a:lnTo>
                    <a:pt x="24" y="71"/>
                  </a:lnTo>
                  <a:lnTo>
                    <a:pt x="12" y="51"/>
                  </a:lnTo>
                  <a:lnTo>
                    <a:pt x="0" y="31"/>
                  </a:lnTo>
                  <a:lnTo>
                    <a:pt x="29" y="32"/>
                  </a:lnTo>
                  <a:lnTo>
                    <a:pt x="40" y="25"/>
                  </a:lnTo>
                  <a:lnTo>
                    <a:pt x="60" y="12"/>
                  </a:lnTo>
                  <a:lnTo>
                    <a:pt x="79" y="0"/>
                  </a:lnTo>
                  <a:lnTo>
                    <a:pt x="96" y="2"/>
                  </a:lnTo>
                  <a:lnTo>
                    <a:pt x="99" y="25"/>
                  </a:lnTo>
                  <a:lnTo>
                    <a:pt x="101" y="47"/>
                  </a:lnTo>
                  <a:lnTo>
                    <a:pt x="120" y="66"/>
                  </a:lnTo>
                  <a:lnTo>
                    <a:pt x="136" y="71"/>
                  </a:lnTo>
                  <a:lnTo>
                    <a:pt x="156" y="82"/>
                  </a:lnTo>
                  <a:lnTo>
                    <a:pt x="182" y="99"/>
                  </a:lnTo>
                  <a:lnTo>
                    <a:pt x="208" y="103"/>
                  </a:lnTo>
                  <a:lnTo>
                    <a:pt x="215" y="114"/>
                  </a:lnTo>
                  <a:lnTo>
                    <a:pt x="218" y="141"/>
                  </a:lnTo>
                  <a:lnTo>
                    <a:pt x="214" y="141"/>
                  </a:lnTo>
                  <a:lnTo>
                    <a:pt x="223" y="151"/>
                  </a:lnTo>
                  <a:lnTo>
                    <a:pt x="226" y="172"/>
                  </a:lnTo>
                  <a:lnTo>
                    <a:pt x="247" y="173"/>
                  </a:lnTo>
                  <a:lnTo>
                    <a:pt x="268" y="176"/>
                  </a:lnTo>
                  <a:lnTo>
                    <a:pt x="271" y="198"/>
                  </a:lnTo>
                  <a:lnTo>
                    <a:pt x="285" y="212"/>
                  </a:lnTo>
                  <a:lnTo>
                    <a:pt x="291" y="223"/>
                  </a:lnTo>
                  <a:lnTo>
                    <a:pt x="285" y="243"/>
                  </a:lnTo>
                  <a:lnTo>
                    <a:pt x="281" y="262"/>
                  </a:lnTo>
                  <a:lnTo>
                    <a:pt x="284" y="270"/>
                  </a:lnTo>
                  <a:lnTo>
                    <a:pt x="281" y="273"/>
                  </a:lnTo>
                  <a:lnTo>
                    <a:pt x="281" y="269"/>
                  </a:lnTo>
                  <a:lnTo>
                    <a:pt x="258" y="253"/>
                  </a:lnTo>
                  <a:lnTo>
                    <a:pt x="227" y="256"/>
                  </a:lnTo>
                  <a:lnTo>
                    <a:pt x="198" y="260"/>
                  </a:lnTo>
                  <a:lnTo>
                    <a:pt x="195" y="27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="" xmlns:a16="http://schemas.microsoft.com/office/drawing/2014/main" id="{F5882971-44FF-4151-B32E-49AFAFED6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2381" y="4446588"/>
              <a:ext cx="269875" cy="301625"/>
            </a:xfrm>
            <a:custGeom>
              <a:avLst/>
              <a:gdLst>
                <a:gd name="T0" fmla="*/ 0 w 214"/>
                <a:gd name="T1" fmla="*/ 295527869 h 238"/>
                <a:gd name="T2" fmla="*/ 0 w 214"/>
                <a:gd name="T3" fmla="*/ 237707132 h 238"/>
                <a:gd name="T4" fmla="*/ 3180490 w 214"/>
                <a:gd name="T5" fmla="*/ 179886395 h 238"/>
                <a:gd name="T6" fmla="*/ 39758639 w 214"/>
                <a:gd name="T7" fmla="*/ 179886395 h 238"/>
                <a:gd name="T8" fmla="*/ 39758639 w 214"/>
                <a:gd name="T9" fmla="*/ 139733488 h 238"/>
                <a:gd name="T10" fmla="*/ 42940399 w 214"/>
                <a:gd name="T11" fmla="*/ 99580621 h 238"/>
                <a:gd name="T12" fmla="*/ 44530643 w 214"/>
                <a:gd name="T13" fmla="*/ 62639152 h 238"/>
                <a:gd name="T14" fmla="*/ 44530643 w 214"/>
                <a:gd name="T15" fmla="*/ 22486275 h 238"/>
                <a:gd name="T16" fmla="*/ 89060025 w 214"/>
                <a:gd name="T17" fmla="*/ 19273584 h 238"/>
                <a:gd name="T18" fmla="*/ 130410160 w 214"/>
                <a:gd name="T19" fmla="*/ 14455189 h 238"/>
                <a:gd name="T20" fmla="*/ 143133375 w 214"/>
                <a:gd name="T21" fmla="*/ 27304669 h 238"/>
                <a:gd name="T22" fmla="*/ 171760334 w 214"/>
                <a:gd name="T23" fmla="*/ 11242504 h 238"/>
                <a:gd name="T24" fmla="*/ 201976237 w 214"/>
                <a:gd name="T25" fmla="*/ 0 h 238"/>
                <a:gd name="T26" fmla="*/ 222651935 w 214"/>
                <a:gd name="T27" fmla="*/ 41759864 h 238"/>
                <a:gd name="T28" fmla="*/ 243326372 w 214"/>
                <a:gd name="T29" fmla="*/ 83518460 h 238"/>
                <a:gd name="T30" fmla="*/ 270363047 w 214"/>
                <a:gd name="T31" fmla="*/ 104399015 h 238"/>
                <a:gd name="T32" fmla="*/ 275133780 w 214"/>
                <a:gd name="T33" fmla="*/ 114035805 h 238"/>
                <a:gd name="T34" fmla="*/ 284676506 w 214"/>
                <a:gd name="T35" fmla="*/ 125278304 h 238"/>
                <a:gd name="T36" fmla="*/ 298988705 w 214"/>
                <a:gd name="T37" fmla="*/ 160612776 h 238"/>
                <a:gd name="T38" fmla="*/ 330796192 w 214"/>
                <a:gd name="T39" fmla="*/ 175068000 h 238"/>
                <a:gd name="T40" fmla="*/ 340338919 w 214"/>
                <a:gd name="T41" fmla="*/ 184704790 h 238"/>
                <a:gd name="T42" fmla="*/ 338748674 w 214"/>
                <a:gd name="T43" fmla="*/ 186311766 h 238"/>
                <a:gd name="T44" fmla="*/ 289447239 w 214"/>
                <a:gd name="T45" fmla="*/ 218433553 h 238"/>
                <a:gd name="T46" fmla="*/ 252869098 w 214"/>
                <a:gd name="T47" fmla="*/ 248949631 h 238"/>
                <a:gd name="T48" fmla="*/ 233783645 w 214"/>
                <a:gd name="T49" fmla="*/ 287496789 h 238"/>
                <a:gd name="T50" fmla="*/ 211518964 w 214"/>
                <a:gd name="T51" fmla="*/ 300346264 h 238"/>
                <a:gd name="T52" fmla="*/ 190844527 w 214"/>
                <a:gd name="T53" fmla="*/ 335680816 h 238"/>
                <a:gd name="T54" fmla="*/ 136771137 w 214"/>
                <a:gd name="T55" fmla="*/ 329256633 h 238"/>
                <a:gd name="T56" fmla="*/ 106555234 w 214"/>
                <a:gd name="T57" fmla="*/ 319619843 h 238"/>
                <a:gd name="T58" fmla="*/ 89060025 w 214"/>
                <a:gd name="T59" fmla="*/ 346924582 h 238"/>
                <a:gd name="T60" fmla="*/ 69975813 w 214"/>
                <a:gd name="T61" fmla="*/ 375834951 h 238"/>
                <a:gd name="T62" fmla="*/ 30217174 w 214"/>
                <a:gd name="T63" fmla="*/ 382259055 h 238"/>
                <a:gd name="T64" fmla="*/ 17493953 w 214"/>
                <a:gd name="T65" fmla="*/ 375834951 h 238"/>
                <a:gd name="T66" fmla="*/ 23854935 w 214"/>
                <a:gd name="T67" fmla="*/ 335680816 h 238"/>
                <a:gd name="T68" fmla="*/ 0 w 214"/>
                <a:gd name="T69" fmla="*/ 295527869 h 23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14"/>
                <a:gd name="T106" fmla="*/ 0 h 238"/>
                <a:gd name="T107" fmla="*/ 214 w 214"/>
                <a:gd name="T108" fmla="*/ 238 h 23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14" h="238">
                  <a:moveTo>
                    <a:pt x="0" y="184"/>
                  </a:moveTo>
                  <a:lnTo>
                    <a:pt x="0" y="148"/>
                  </a:lnTo>
                  <a:lnTo>
                    <a:pt x="2" y="112"/>
                  </a:lnTo>
                  <a:lnTo>
                    <a:pt x="25" y="112"/>
                  </a:lnTo>
                  <a:lnTo>
                    <a:pt x="25" y="87"/>
                  </a:lnTo>
                  <a:lnTo>
                    <a:pt x="27" y="62"/>
                  </a:lnTo>
                  <a:lnTo>
                    <a:pt x="28" y="39"/>
                  </a:lnTo>
                  <a:lnTo>
                    <a:pt x="28" y="14"/>
                  </a:lnTo>
                  <a:lnTo>
                    <a:pt x="56" y="12"/>
                  </a:lnTo>
                  <a:lnTo>
                    <a:pt x="82" y="9"/>
                  </a:lnTo>
                  <a:lnTo>
                    <a:pt x="90" y="17"/>
                  </a:lnTo>
                  <a:lnTo>
                    <a:pt x="108" y="7"/>
                  </a:lnTo>
                  <a:lnTo>
                    <a:pt x="127" y="0"/>
                  </a:lnTo>
                  <a:lnTo>
                    <a:pt x="140" y="26"/>
                  </a:lnTo>
                  <a:lnTo>
                    <a:pt x="153" y="52"/>
                  </a:lnTo>
                  <a:lnTo>
                    <a:pt x="170" y="65"/>
                  </a:lnTo>
                  <a:lnTo>
                    <a:pt x="173" y="71"/>
                  </a:lnTo>
                  <a:lnTo>
                    <a:pt x="179" y="78"/>
                  </a:lnTo>
                  <a:lnTo>
                    <a:pt x="188" y="100"/>
                  </a:lnTo>
                  <a:lnTo>
                    <a:pt x="208" y="109"/>
                  </a:lnTo>
                  <a:lnTo>
                    <a:pt x="214" y="115"/>
                  </a:lnTo>
                  <a:lnTo>
                    <a:pt x="213" y="116"/>
                  </a:lnTo>
                  <a:lnTo>
                    <a:pt x="182" y="136"/>
                  </a:lnTo>
                  <a:lnTo>
                    <a:pt x="159" y="155"/>
                  </a:lnTo>
                  <a:lnTo>
                    <a:pt x="147" y="179"/>
                  </a:lnTo>
                  <a:lnTo>
                    <a:pt x="133" y="187"/>
                  </a:lnTo>
                  <a:lnTo>
                    <a:pt x="120" y="209"/>
                  </a:lnTo>
                  <a:lnTo>
                    <a:pt x="86" y="205"/>
                  </a:lnTo>
                  <a:lnTo>
                    <a:pt x="67" y="199"/>
                  </a:lnTo>
                  <a:lnTo>
                    <a:pt x="56" y="216"/>
                  </a:lnTo>
                  <a:lnTo>
                    <a:pt x="44" y="234"/>
                  </a:lnTo>
                  <a:lnTo>
                    <a:pt x="19" y="238"/>
                  </a:lnTo>
                  <a:lnTo>
                    <a:pt x="11" y="234"/>
                  </a:lnTo>
                  <a:lnTo>
                    <a:pt x="15" y="209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="" xmlns:a16="http://schemas.microsoft.com/office/drawing/2014/main" id="{6C83B844-5C3C-4221-8C4C-256476A3F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769" y="4237038"/>
              <a:ext cx="9525" cy="17462"/>
            </a:xfrm>
            <a:custGeom>
              <a:avLst/>
              <a:gdLst>
                <a:gd name="T0" fmla="*/ 22681405 w 4"/>
                <a:gd name="T1" fmla="*/ 23455499 h 13"/>
                <a:gd name="T2" fmla="*/ 22681405 w 4"/>
                <a:gd name="T3" fmla="*/ 18042276 h 13"/>
                <a:gd name="T4" fmla="*/ 0 w 4"/>
                <a:gd name="T5" fmla="*/ 0 h 13"/>
                <a:gd name="T6" fmla="*/ 22681405 w 4"/>
                <a:gd name="T7" fmla="*/ 23455499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13"/>
                <a:gd name="T14" fmla="*/ 4 w 4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13">
                  <a:moveTo>
                    <a:pt x="4" y="13"/>
                  </a:moveTo>
                  <a:lnTo>
                    <a:pt x="4" y="10"/>
                  </a:lnTo>
                  <a:lnTo>
                    <a:pt x="0" y="0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="" xmlns:a16="http://schemas.microsoft.com/office/drawing/2014/main" id="{CB3CC660-7A95-4B5E-A719-1264F6F33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056" y="4808538"/>
              <a:ext cx="65088" cy="61912"/>
            </a:xfrm>
            <a:custGeom>
              <a:avLst/>
              <a:gdLst>
                <a:gd name="T0" fmla="*/ 35832858 w 51"/>
                <a:gd name="T1" fmla="*/ 8842490 h 51"/>
                <a:gd name="T2" fmla="*/ 0 w 51"/>
                <a:gd name="T3" fmla="*/ 42737496 h 51"/>
                <a:gd name="T4" fmla="*/ 26060727 w 51"/>
                <a:gd name="T5" fmla="*/ 75158737 h 51"/>
                <a:gd name="T6" fmla="*/ 40719561 w 51"/>
                <a:gd name="T7" fmla="*/ 66316249 h 51"/>
                <a:gd name="T8" fmla="*/ 74923943 w 51"/>
                <a:gd name="T9" fmla="*/ 41263748 h 51"/>
                <a:gd name="T10" fmla="*/ 83067598 w 51"/>
                <a:gd name="T11" fmla="*/ 17684980 h 51"/>
                <a:gd name="T12" fmla="*/ 48863226 w 51"/>
                <a:gd name="T13" fmla="*/ 0 h 51"/>
                <a:gd name="T14" fmla="*/ 35832858 w 51"/>
                <a:gd name="T15" fmla="*/ 88424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51"/>
                <a:gd name="T26" fmla="*/ 51 w 51"/>
                <a:gd name="T27" fmla="*/ 51 h 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51">
                  <a:moveTo>
                    <a:pt x="22" y="6"/>
                  </a:moveTo>
                  <a:lnTo>
                    <a:pt x="0" y="29"/>
                  </a:lnTo>
                  <a:lnTo>
                    <a:pt x="16" y="51"/>
                  </a:lnTo>
                  <a:lnTo>
                    <a:pt x="25" y="45"/>
                  </a:lnTo>
                  <a:lnTo>
                    <a:pt x="46" y="28"/>
                  </a:lnTo>
                  <a:lnTo>
                    <a:pt x="51" y="12"/>
                  </a:lnTo>
                  <a:lnTo>
                    <a:pt x="30" y="0"/>
                  </a:lnTo>
                  <a:lnTo>
                    <a:pt x="22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="" xmlns:a16="http://schemas.microsoft.com/office/drawing/2014/main" id="{64B5B7A2-3089-49BE-8FF7-02D25E4CC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894" y="4257675"/>
              <a:ext cx="223837" cy="446088"/>
            </a:xfrm>
            <a:custGeom>
              <a:avLst/>
              <a:gdLst>
                <a:gd name="T0" fmla="*/ 101205766 w 178"/>
                <a:gd name="T1" fmla="*/ 157901315 h 355"/>
                <a:gd name="T2" fmla="*/ 90135899 w 178"/>
                <a:gd name="T3" fmla="*/ 161059114 h 355"/>
                <a:gd name="T4" fmla="*/ 55346843 w 178"/>
                <a:gd name="T5" fmla="*/ 176849406 h 355"/>
                <a:gd name="T6" fmla="*/ 45858924 w 178"/>
                <a:gd name="T7" fmla="*/ 211587712 h 355"/>
                <a:gd name="T8" fmla="*/ 36370995 w 178"/>
                <a:gd name="T9" fmla="*/ 243166962 h 355"/>
                <a:gd name="T10" fmla="*/ 44276975 w 178"/>
                <a:gd name="T11" fmla="*/ 287379922 h 355"/>
                <a:gd name="T12" fmla="*/ 49021563 w 178"/>
                <a:gd name="T13" fmla="*/ 328433826 h 355"/>
                <a:gd name="T14" fmla="*/ 30045715 w 178"/>
                <a:gd name="T15" fmla="*/ 355277084 h 355"/>
                <a:gd name="T16" fmla="*/ 9487921 w 178"/>
                <a:gd name="T17" fmla="*/ 383698534 h 355"/>
                <a:gd name="T18" fmla="*/ 0 w 178"/>
                <a:gd name="T19" fmla="*/ 440543949 h 355"/>
                <a:gd name="T20" fmla="*/ 9487921 w 178"/>
                <a:gd name="T21" fmla="*/ 486333924 h 355"/>
                <a:gd name="T22" fmla="*/ 20557792 w 178"/>
                <a:gd name="T23" fmla="*/ 540020282 h 355"/>
                <a:gd name="T24" fmla="*/ 69578092 w 178"/>
                <a:gd name="T25" fmla="*/ 560547862 h 355"/>
                <a:gd name="T26" fmla="*/ 101205766 w 178"/>
                <a:gd name="T27" fmla="*/ 544757609 h 355"/>
                <a:gd name="T28" fmla="*/ 134412854 w 178"/>
                <a:gd name="T29" fmla="*/ 527389084 h 355"/>
                <a:gd name="T30" fmla="*/ 145482722 w 178"/>
                <a:gd name="T31" fmla="*/ 489492979 h 355"/>
                <a:gd name="T32" fmla="*/ 158133281 w 178"/>
                <a:gd name="T33" fmla="*/ 451596874 h 355"/>
                <a:gd name="T34" fmla="*/ 172365827 w 178"/>
                <a:gd name="T35" fmla="*/ 413700769 h 355"/>
                <a:gd name="T36" fmla="*/ 186597077 w 178"/>
                <a:gd name="T37" fmla="*/ 377382936 h 355"/>
                <a:gd name="T38" fmla="*/ 197666944 w 178"/>
                <a:gd name="T39" fmla="*/ 337907303 h 355"/>
                <a:gd name="T40" fmla="*/ 211899452 w 178"/>
                <a:gd name="T41" fmla="*/ 301590647 h 355"/>
                <a:gd name="T42" fmla="*/ 226130702 w 178"/>
                <a:gd name="T43" fmla="*/ 262115014 h 355"/>
                <a:gd name="T44" fmla="*/ 237200569 w 178"/>
                <a:gd name="T45" fmla="*/ 225798437 h 355"/>
                <a:gd name="T46" fmla="*/ 251431819 w 178"/>
                <a:gd name="T47" fmla="*/ 197375730 h 355"/>
                <a:gd name="T48" fmla="*/ 251431819 w 178"/>
                <a:gd name="T49" fmla="*/ 140531533 h 355"/>
                <a:gd name="T50" fmla="*/ 271989606 w 178"/>
                <a:gd name="T51" fmla="*/ 156321787 h 355"/>
                <a:gd name="T52" fmla="*/ 281477525 w 178"/>
                <a:gd name="T53" fmla="*/ 132636407 h 355"/>
                <a:gd name="T54" fmla="*/ 268826966 w 178"/>
                <a:gd name="T55" fmla="*/ 83687376 h 355"/>
                <a:gd name="T56" fmla="*/ 257757098 w 178"/>
                <a:gd name="T57" fmla="*/ 30000988 h 355"/>
                <a:gd name="T58" fmla="*/ 246688488 w 178"/>
                <a:gd name="T59" fmla="*/ 3157801 h 355"/>
                <a:gd name="T60" fmla="*/ 237200569 w 178"/>
                <a:gd name="T61" fmla="*/ 0 h 355"/>
                <a:gd name="T62" fmla="*/ 227712650 w 178"/>
                <a:gd name="T63" fmla="*/ 14210730 h 355"/>
                <a:gd name="T64" fmla="*/ 221387371 w 178"/>
                <a:gd name="T65" fmla="*/ 55265906 h 355"/>
                <a:gd name="T66" fmla="*/ 205572915 w 178"/>
                <a:gd name="T67" fmla="*/ 61581504 h 355"/>
                <a:gd name="T68" fmla="*/ 200829584 w 178"/>
                <a:gd name="T69" fmla="*/ 69476631 h 355"/>
                <a:gd name="T70" fmla="*/ 188179025 w 178"/>
                <a:gd name="T71" fmla="*/ 61581504 h 355"/>
                <a:gd name="T72" fmla="*/ 192922356 w 178"/>
                <a:gd name="T73" fmla="*/ 85266904 h 355"/>
                <a:gd name="T74" fmla="*/ 183434437 w 178"/>
                <a:gd name="T75" fmla="*/ 104214956 h 355"/>
                <a:gd name="T76" fmla="*/ 188179025 w 178"/>
                <a:gd name="T77" fmla="*/ 108951027 h 355"/>
                <a:gd name="T78" fmla="*/ 167621239 w 178"/>
                <a:gd name="T79" fmla="*/ 120005210 h 355"/>
                <a:gd name="T80" fmla="*/ 170783878 w 178"/>
                <a:gd name="T81" fmla="*/ 108951027 h 355"/>
                <a:gd name="T82" fmla="*/ 158133281 w 178"/>
                <a:gd name="T83" fmla="*/ 135794206 h 355"/>
                <a:gd name="T84" fmla="*/ 151808001 w 178"/>
                <a:gd name="T85" fmla="*/ 137373734 h 355"/>
                <a:gd name="T86" fmla="*/ 145482722 w 178"/>
                <a:gd name="T87" fmla="*/ 132636407 h 355"/>
                <a:gd name="T88" fmla="*/ 131250215 w 178"/>
                <a:gd name="T89" fmla="*/ 156321787 h 355"/>
                <a:gd name="T90" fmla="*/ 101205766 w 178"/>
                <a:gd name="T91" fmla="*/ 157901315 h 35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78"/>
                <a:gd name="T139" fmla="*/ 0 h 355"/>
                <a:gd name="T140" fmla="*/ 178 w 178"/>
                <a:gd name="T141" fmla="*/ 355 h 35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78" h="355">
                  <a:moveTo>
                    <a:pt x="64" y="100"/>
                  </a:moveTo>
                  <a:lnTo>
                    <a:pt x="57" y="102"/>
                  </a:lnTo>
                  <a:lnTo>
                    <a:pt x="35" y="112"/>
                  </a:lnTo>
                  <a:lnTo>
                    <a:pt x="29" y="134"/>
                  </a:lnTo>
                  <a:lnTo>
                    <a:pt x="23" y="154"/>
                  </a:lnTo>
                  <a:lnTo>
                    <a:pt x="28" y="182"/>
                  </a:lnTo>
                  <a:lnTo>
                    <a:pt x="31" y="208"/>
                  </a:lnTo>
                  <a:lnTo>
                    <a:pt x="19" y="225"/>
                  </a:lnTo>
                  <a:lnTo>
                    <a:pt x="6" y="243"/>
                  </a:lnTo>
                  <a:lnTo>
                    <a:pt x="0" y="279"/>
                  </a:lnTo>
                  <a:lnTo>
                    <a:pt x="6" y="308"/>
                  </a:lnTo>
                  <a:lnTo>
                    <a:pt x="13" y="342"/>
                  </a:lnTo>
                  <a:lnTo>
                    <a:pt x="44" y="355"/>
                  </a:lnTo>
                  <a:lnTo>
                    <a:pt x="64" y="345"/>
                  </a:lnTo>
                  <a:lnTo>
                    <a:pt x="85" y="334"/>
                  </a:lnTo>
                  <a:lnTo>
                    <a:pt x="92" y="310"/>
                  </a:lnTo>
                  <a:lnTo>
                    <a:pt x="100" y="286"/>
                  </a:lnTo>
                  <a:lnTo>
                    <a:pt x="109" y="262"/>
                  </a:lnTo>
                  <a:lnTo>
                    <a:pt x="118" y="239"/>
                  </a:lnTo>
                  <a:lnTo>
                    <a:pt x="125" y="214"/>
                  </a:lnTo>
                  <a:lnTo>
                    <a:pt x="134" y="191"/>
                  </a:lnTo>
                  <a:lnTo>
                    <a:pt x="143" y="166"/>
                  </a:lnTo>
                  <a:lnTo>
                    <a:pt x="150" y="143"/>
                  </a:lnTo>
                  <a:lnTo>
                    <a:pt x="159" y="125"/>
                  </a:lnTo>
                  <a:lnTo>
                    <a:pt x="159" y="89"/>
                  </a:lnTo>
                  <a:lnTo>
                    <a:pt x="172" y="99"/>
                  </a:lnTo>
                  <a:lnTo>
                    <a:pt x="178" y="84"/>
                  </a:lnTo>
                  <a:lnTo>
                    <a:pt x="170" y="53"/>
                  </a:lnTo>
                  <a:lnTo>
                    <a:pt x="163" y="19"/>
                  </a:lnTo>
                  <a:lnTo>
                    <a:pt x="156" y="2"/>
                  </a:lnTo>
                  <a:lnTo>
                    <a:pt x="150" y="0"/>
                  </a:lnTo>
                  <a:lnTo>
                    <a:pt x="144" y="9"/>
                  </a:lnTo>
                  <a:lnTo>
                    <a:pt x="140" y="35"/>
                  </a:lnTo>
                  <a:lnTo>
                    <a:pt x="130" y="39"/>
                  </a:lnTo>
                  <a:lnTo>
                    <a:pt x="127" y="44"/>
                  </a:lnTo>
                  <a:lnTo>
                    <a:pt x="119" y="39"/>
                  </a:lnTo>
                  <a:lnTo>
                    <a:pt x="122" y="54"/>
                  </a:lnTo>
                  <a:lnTo>
                    <a:pt x="116" y="66"/>
                  </a:lnTo>
                  <a:lnTo>
                    <a:pt x="119" y="69"/>
                  </a:lnTo>
                  <a:lnTo>
                    <a:pt x="106" y="76"/>
                  </a:lnTo>
                  <a:lnTo>
                    <a:pt x="108" y="69"/>
                  </a:lnTo>
                  <a:lnTo>
                    <a:pt x="100" y="86"/>
                  </a:lnTo>
                  <a:lnTo>
                    <a:pt x="96" y="87"/>
                  </a:lnTo>
                  <a:lnTo>
                    <a:pt x="92" y="84"/>
                  </a:lnTo>
                  <a:lnTo>
                    <a:pt x="83" y="99"/>
                  </a:lnTo>
                  <a:lnTo>
                    <a:pt x="64" y="10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="" xmlns:a16="http://schemas.microsoft.com/office/drawing/2014/main" id="{BF63B5F0-085C-42C0-B4AD-6745F8B54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969" y="4170363"/>
              <a:ext cx="87312" cy="254000"/>
            </a:xfrm>
            <a:custGeom>
              <a:avLst/>
              <a:gdLst>
                <a:gd name="T0" fmla="*/ 60491223 w 71"/>
                <a:gd name="T1" fmla="*/ 222312573 h 203"/>
                <a:gd name="T2" fmla="*/ 48392982 w 71"/>
                <a:gd name="T3" fmla="*/ 266148205 h 203"/>
                <a:gd name="T4" fmla="*/ 65027755 w 71"/>
                <a:gd name="T5" fmla="*/ 292763143 h 203"/>
                <a:gd name="T6" fmla="*/ 80151171 w 71"/>
                <a:gd name="T7" fmla="*/ 317812791 h 203"/>
                <a:gd name="T8" fmla="*/ 75613408 w 71"/>
                <a:gd name="T9" fmla="*/ 295894974 h 203"/>
                <a:gd name="T10" fmla="*/ 96785964 w 71"/>
                <a:gd name="T11" fmla="*/ 277107739 h 203"/>
                <a:gd name="T12" fmla="*/ 102835084 w 71"/>
                <a:gd name="T13" fmla="*/ 247362221 h 203"/>
                <a:gd name="T14" fmla="*/ 107371617 w 71"/>
                <a:gd name="T15" fmla="*/ 216050161 h 203"/>
                <a:gd name="T16" fmla="*/ 84687723 w 71"/>
                <a:gd name="T17" fmla="*/ 194132345 h 203"/>
                <a:gd name="T18" fmla="*/ 65027755 w 71"/>
                <a:gd name="T19" fmla="*/ 170647987 h 203"/>
                <a:gd name="T20" fmla="*/ 58978635 w 71"/>
                <a:gd name="T21" fmla="*/ 126812316 h 203"/>
                <a:gd name="T22" fmla="*/ 68052930 w 71"/>
                <a:gd name="T23" fmla="*/ 98632088 h 203"/>
                <a:gd name="T24" fmla="*/ 78638583 w 71"/>
                <a:gd name="T25" fmla="*/ 90803135 h 203"/>
                <a:gd name="T26" fmla="*/ 69564288 w 71"/>
                <a:gd name="T27" fmla="*/ 56360476 h 203"/>
                <a:gd name="T28" fmla="*/ 58978635 w 71"/>
                <a:gd name="T29" fmla="*/ 14090119 h 203"/>
                <a:gd name="T30" fmla="*/ 45367807 w 71"/>
                <a:gd name="T31" fmla="*/ 6262414 h 203"/>
                <a:gd name="T32" fmla="*/ 10585658 w 71"/>
                <a:gd name="T33" fmla="*/ 0 h 203"/>
                <a:gd name="T34" fmla="*/ 12098245 w 71"/>
                <a:gd name="T35" fmla="*/ 10959539 h 203"/>
                <a:gd name="T36" fmla="*/ 34782144 w 71"/>
                <a:gd name="T37" fmla="*/ 43835652 h 203"/>
                <a:gd name="T38" fmla="*/ 25709078 w 71"/>
                <a:gd name="T39" fmla="*/ 59492307 h 203"/>
                <a:gd name="T40" fmla="*/ 24196491 w 71"/>
                <a:gd name="T41" fmla="*/ 90803135 h 203"/>
                <a:gd name="T42" fmla="*/ 24196491 w 71"/>
                <a:gd name="T43" fmla="*/ 122115195 h 203"/>
                <a:gd name="T44" fmla="*/ 16634778 w 71"/>
                <a:gd name="T45" fmla="*/ 131508187 h 203"/>
                <a:gd name="T46" fmla="*/ 0 w 71"/>
                <a:gd name="T47" fmla="*/ 172213278 h 203"/>
                <a:gd name="T48" fmla="*/ 15122191 w 71"/>
                <a:gd name="T49" fmla="*/ 191000513 h 203"/>
                <a:gd name="T50" fmla="*/ 25709078 w 71"/>
                <a:gd name="T51" fmla="*/ 206657169 h 203"/>
                <a:gd name="T52" fmla="*/ 48392982 w 71"/>
                <a:gd name="T53" fmla="*/ 209787749 h 203"/>
                <a:gd name="T54" fmla="*/ 60491223 w 71"/>
                <a:gd name="T55" fmla="*/ 222312573 h 20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1"/>
                <a:gd name="T85" fmla="*/ 0 h 203"/>
                <a:gd name="T86" fmla="*/ 71 w 71"/>
                <a:gd name="T87" fmla="*/ 203 h 20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1" h="203">
                  <a:moveTo>
                    <a:pt x="40" y="142"/>
                  </a:moveTo>
                  <a:lnTo>
                    <a:pt x="32" y="170"/>
                  </a:lnTo>
                  <a:lnTo>
                    <a:pt x="43" y="187"/>
                  </a:lnTo>
                  <a:lnTo>
                    <a:pt x="53" y="203"/>
                  </a:lnTo>
                  <a:lnTo>
                    <a:pt x="50" y="189"/>
                  </a:lnTo>
                  <a:lnTo>
                    <a:pt x="64" y="177"/>
                  </a:lnTo>
                  <a:lnTo>
                    <a:pt x="68" y="158"/>
                  </a:lnTo>
                  <a:lnTo>
                    <a:pt x="71" y="138"/>
                  </a:lnTo>
                  <a:lnTo>
                    <a:pt x="56" y="124"/>
                  </a:lnTo>
                  <a:lnTo>
                    <a:pt x="43" y="109"/>
                  </a:lnTo>
                  <a:lnTo>
                    <a:pt x="39" y="81"/>
                  </a:lnTo>
                  <a:lnTo>
                    <a:pt x="45" y="63"/>
                  </a:lnTo>
                  <a:lnTo>
                    <a:pt x="52" y="58"/>
                  </a:lnTo>
                  <a:lnTo>
                    <a:pt x="46" y="36"/>
                  </a:lnTo>
                  <a:lnTo>
                    <a:pt x="39" y="9"/>
                  </a:lnTo>
                  <a:lnTo>
                    <a:pt x="30" y="4"/>
                  </a:lnTo>
                  <a:lnTo>
                    <a:pt x="7" y="0"/>
                  </a:lnTo>
                  <a:lnTo>
                    <a:pt x="8" y="7"/>
                  </a:lnTo>
                  <a:lnTo>
                    <a:pt x="23" y="28"/>
                  </a:lnTo>
                  <a:lnTo>
                    <a:pt x="17" y="38"/>
                  </a:lnTo>
                  <a:lnTo>
                    <a:pt x="16" y="58"/>
                  </a:lnTo>
                  <a:lnTo>
                    <a:pt x="16" y="78"/>
                  </a:lnTo>
                  <a:lnTo>
                    <a:pt x="11" y="84"/>
                  </a:lnTo>
                  <a:lnTo>
                    <a:pt x="0" y="110"/>
                  </a:lnTo>
                  <a:lnTo>
                    <a:pt x="10" y="122"/>
                  </a:lnTo>
                  <a:lnTo>
                    <a:pt x="17" y="132"/>
                  </a:lnTo>
                  <a:lnTo>
                    <a:pt x="32" y="134"/>
                  </a:lnTo>
                  <a:lnTo>
                    <a:pt x="40" y="14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="" xmlns:a16="http://schemas.microsoft.com/office/drawing/2014/main" id="{0B3032B8-D0FB-44E1-B4E1-4E5C3B84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31" y="4205288"/>
              <a:ext cx="301625" cy="542925"/>
            </a:xfrm>
            <a:custGeom>
              <a:avLst/>
              <a:gdLst>
                <a:gd name="T0" fmla="*/ 149449603 w 243"/>
                <a:gd name="T1" fmla="*/ 400144608 h 430"/>
                <a:gd name="T2" fmla="*/ 163315700 w 243"/>
                <a:gd name="T3" fmla="*/ 387390924 h 430"/>
                <a:gd name="T4" fmla="*/ 231106832 w 243"/>
                <a:gd name="T5" fmla="*/ 315651534 h 430"/>
                <a:gd name="T6" fmla="*/ 292735135 w 243"/>
                <a:gd name="T7" fmla="*/ 277390484 h 430"/>
                <a:gd name="T8" fmla="*/ 366690416 w 243"/>
                <a:gd name="T9" fmla="*/ 197680278 h 430"/>
                <a:gd name="T10" fmla="*/ 371311608 w 243"/>
                <a:gd name="T11" fmla="*/ 167391385 h 430"/>
                <a:gd name="T12" fmla="*/ 371311608 w 243"/>
                <a:gd name="T13" fmla="*/ 86086456 h 430"/>
                <a:gd name="T14" fmla="*/ 371311608 w 243"/>
                <a:gd name="T15" fmla="*/ 0 h 430"/>
                <a:gd name="T16" fmla="*/ 331253832 w 243"/>
                <a:gd name="T17" fmla="*/ 19129899 h 430"/>
                <a:gd name="T18" fmla="*/ 275788282 w 243"/>
                <a:gd name="T19" fmla="*/ 39854481 h 430"/>
                <a:gd name="T20" fmla="*/ 207995909 w 243"/>
                <a:gd name="T21" fmla="*/ 41449175 h 430"/>
                <a:gd name="T22" fmla="*/ 172560566 w 243"/>
                <a:gd name="T23" fmla="*/ 46231964 h 430"/>
                <a:gd name="T24" fmla="*/ 152530398 w 243"/>
                <a:gd name="T25" fmla="*/ 82898350 h 430"/>
                <a:gd name="T26" fmla="*/ 178723396 w 243"/>
                <a:gd name="T27" fmla="*/ 151449557 h 430"/>
                <a:gd name="T28" fmla="*/ 197211887 w 243"/>
                <a:gd name="T29" fmla="*/ 205652435 h 430"/>
                <a:gd name="T30" fmla="*/ 169478530 w 243"/>
                <a:gd name="T31" fmla="*/ 255072485 h 430"/>
                <a:gd name="T32" fmla="*/ 158693228 w 243"/>
                <a:gd name="T33" fmla="*/ 251883117 h 430"/>
                <a:gd name="T34" fmla="*/ 154072036 w 243"/>
                <a:gd name="T35" fmla="*/ 180145068 h 430"/>
                <a:gd name="T36" fmla="*/ 118635452 w 243"/>
                <a:gd name="T37" fmla="*/ 164201977 h 430"/>
                <a:gd name="T38" fmla="*/ 80116813 w 243"/>
                <a:gd name="T39" fmla="*/ 159420451 h 430"/>
                <a:gd name="T40" fmla="*/ 26191728 w 243"/>
                <a:gd name="T41" fmla="*/ 183333173 h 430"/>
                <a:gd name="T42" fmla="*/ 6162833 w 243"/>
                <a:gd name="T43" fmla="*/ 215216750 h 430"/>
                <a:gd name="T44" fmla="*/ 23110933 w 243"/>
                <a:gd name="T45" fmla="*/ 231158539 h 430"/>
                <a:gd name="T46" fmla="*/ 92442492 w 243"/>
                <a:gd name="T47" fmla="*/ 261448695 h 430"/>
                <a:gd name="T48" fmla="*/ 84739265 w 243"/>
                <a:gd name="T49" fmla="*/ 347535190 h 430"/>
                <a:gd name="T50" fmla="*/ 75495621 w 243"/>
                <a:gd name="T51" fmla="*/ 422462607 h 430"/>
                <a:gd name="T52" fmla="*/ 47762264 w 243"/>
                <a:gd name="T53" fmla="*/ 476665445 h 430"/>
                <a:gd name="T54" fmla="*/ 30814161 w 243"/>
                <a:gd name="T55" fmla="*/ 530868284 h 430"/>
                <a:gd name="T56" fmla="*/ 38517388 w 243"/>
                <a:gd name="T57" fmla="*/ 604202280 h 430"/>
                <a:gd name="T58" fmla="*/ 43139831 w 243"/>
                <a:gd name="T59" fmla="*/ 685506064 h 430"/>
                <a:gd name="T60" fmla="*/ 69331549 w 243"/>
                <a:gd name="T61" fmla="*/ 659998540 h 430"/>
                <a:gd name="T62" fmla="*/ 103227756 w 243"/>
                <a:gd name="T63" fmla="*/ 613766595 h 430"/>
                <a:gd name="T64" fmla="*/ 163315700 w 243"/>
                <a:gd name="T65" fmla="*/ 578694913 h 430"/>
                <a:gd name="T66" fmla="*/ 167938133 w 243"/>
                <a:gd name="T67" fmla="*/ 522897390 h 430"/>
                <a:gd name="T68" fmla="*/ 163315700 w 243"/>
                <a:gd name="T69" fmla="*/ 500579391 h 430"/>
                <a:gd name="T70" fmla="*/ 154072036 w 243"/>
                <a:gd name="T71" fmla="*/ 428840080 h 43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43"/>
                <a:gd name="T109" fmla="*/ 0 h 430"/>
                <a:gd name="T110" fmla="*/ 243 w 243"/>
                <a:gd name="T111" fmla="*/ 430 h 43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43" h="430">
                  <a:moveTo>
                    <a:pt x="100" y="269"/>
                  </a:moveTo>
                  <a:lnTo>
                    <a:pt x="97" y="251"/>
                  </a:lnTo>
                  <a:lnTo>
                    <a:pt x="97" y="243"/>
                  </a:lnTo>
                  <a:lnTo>
                    <a:pt x="106" y="243"/>
                  </a:lnTo>
                  <a:lnTo>
                    <a:pt x="132" y="221"/>
                  </a:lnTo>
                  <a:lnTo>
                    <a:pt x="150" y="198"/>
                  </a:lnTo>
                  <a:lnTo>
                    <a:pt x="170" y="186"/>
                  </a:lnTo>
                  <a:lnTo>
                    <a:pt x="190" y="174"/>
                  </a:lnTo>
                  <a:lnTo>
                    <a:pt x="219" y="156"/>
                  </a:lnTo>
                  <a:lnTo>
                    <a:pt x="238" y="124"/>
                  </a:lnTo>
                  <a:lnTo>
                    <a:pt x="243" y="103"/>
                  </a:lnTo>
                  <a:lnTo>
                    <a:pt x="241" y="105"/>
                  </a:lnTo>
                  <a:lnTo>
                    <a:pt x="238" y="67"/>
                  </a:lnTo>
                  <a:lnTo>
                    <a:pt x="241" y="54"/>
                  </a:lnTo>
                  <a:lnTo>
                    <a:pt x="241" y="18"/>
                  </a:lnTo>
                  <a:lnTo>
                    <a:pt x="241" y="0"/>
                  </a:lnTo>
                  <a:lnTo>
                    <a:pt x="240" y="0"/>
                  </a:lnTo>
                  <a:lnTo>
                    <a:pt x="215" y="12"/>
                  </a:lnTo>
                  <a:lnTo>
                    <a:pt x="192" y="23"/>
                  </a:lnTo>
                  <a:lnTo>
                    <a:pt x="179" y="25"/>
                  </a:lnTo>
                  <a:lnTo>
                    <a:pt x="163" y="31"/>
                  </a:lnTo>
                  <a:lnTo>
                    <a:pt x="135" y="26"/>
                  </a:lnTo>
                  <a:lnTo>
                    <a:pt x="122" y="29"/>
                  </a:lnTo>
                  <a:lnTo>
                    <a:pt x="112" y="29"/>
                  </a:lnTo>
                  <a:lnTo>
                    <a:pt x="105" y="34"/>
                  </a:lnTo>
                  <a:lnTo>
                    <a:pt x="99" y="52"/>
                  </a:lnTo>
                  <a:lnTo>
                    <a:pt x="103" y="80"/>
                  </a:lnTo>
                  <a:lnTo>
                    <a:pt x="116" y="95"/>
                  </a:lnTo>
                  <a:lnTo>
                    <a:pt x="131" y="109"/>
                  </a:lnTo>
                  <a:lnTo>
                    <a:pt x="128" y="129"/>
                  </a:lnTo>
                  <a:lnTo>
                    <a:pt x="124" y="148"/>
                  </a:lnTo>
                  <a:lnTo>
                    <a:pt x="110" y="160"/>
                  </a:lnTo>
                  <a:lnTo>
                    <a:pt x="113" y="174"/>
                  </a:lnTo>
                  <a:lnTo>
                    <a:pt x="103" y="158"/>
                  </a:lnTo>
                  <a:lnTo>
                    <a:pt x="92" y="141"/>
                  </a:lnTo>
                  <a:lnTo>
                    <a:pt x="100" y="113"/>
                  </a:lnTo>
                  <a:lnTo>
                    <a:pt x="92" y="105"/>
                  </a:lnTo>
                  <a:lnTo>
                    <a:pt x="77" y="103"/>
                  </a:lnTo>
                  <a:lnTo>
                    <a:pt x="70" y="93"/>
                  </a:lnTo>
                  <a:lnTo>
                    <a:pt x="52" y="100"/>
                  </a:lnTo>
                  <a:lnTo>
                    <a:pt x="35" y="108"/>
                  </a:lnTo>
                  <a:lnTo>
                    <a:pt x="17" y="115"/>
                  </a:lnTo>
                  <a:lnTo>
                    <a:pt x="0" y="122"/>
                  </a:lnTo>
                  <a:lnTo>
                    <a:pt x="4" y="135"/>
                  </a:lnTo>
                  <a:lnTo>
                    <a:pt x="3" y="145"/>
                  </a:lnTo>
                  <a:lnTo>
                    <a:pt x="15" y="145"/>
                  </a:lnTo>
                  <a:lnTo>
                    <a:pt x="38" y="154"/>
                  </a:lnTo>
                  <a:lnTo>
                    <a:pt x="60" y="164"/>
                  </a:lnTo>
                  <a:lnTo>
                    <a:pt x="60" y="196"/>
                  </a:lnTo>
                  <a:lnTo>
                    <a:pt x="55" y="218"/>
                  </a:lnTo>
                  <a:lnTo>
                    <a:pt x="58" y="243"/>
                  </a:lnTo>
                  <a:lnTo>
                    <a:pt x="49" y="265"/>
                  </a:lnTo>
                  <a:lnTo>
                    <a:pt x="45" y="286"/>
                  </a:lnTo>
                  <a:lnTo>
                    <a:pt x="31" y="299"/>
                  </a:lnTo>
                  <a:lnTo>
                    <a:pt x="16" y="314"/>
                  </a:lnTo>
                  <a:lnTo>
                    <a:pt x="20" y="333"/>
                  </a:lnTo>
                  <a:lnTo>
                    <a:pt x="25" y="352"/>
                  </a:lnTo>
                  <a:lnTo>
                    <a:pt x="25" y="379"/>
                  </a:lnTo>
                  <a:lnTo>
                    <a:pt x="26" y="407"/>
                  </a:lnTo>
                  <a:lnTo>
                    <a:pt x="28" y="430"/>
                  </a:lnTo>
                  <a:lnTo>
                    <a:pt x="45" y="430"/>
                  </a:lnTo>
                  <a:lnTo>
                    <a:pt x="45" y="414"/>
                  </a:lnTo>
                  <a:lnTo>
                    <a:pt x="39" y="407"/>
                  </a:lnTo>
                  <a:lnTo>
                    <a:pt x="67" y="385"/>
                  </a:lnTo>
                  <a:lnTo>
                    <a:pt x="86" y="374"/>
                  </a:lnTo>
                  <a:lnTo>
                    <a:pt x="106" y="363"/>
                  </a:lnTo>
                  <a:lnTo>
                    <a:pt x="106" y="352"/>
                  </a:lnTo>
                  <a:lnTo>
                    <a:pt x="109" y="328"/>
                  </a:lnTo>
                  <a:lnTo>
                    <a:pt x="112" y="305"/>
                  </a:lnTo>
                  <a:lnTo>
                    <a:pt x="106" y="314"/>
                  </a:lnTo>
                  <a:lnTo>
                    <a:pt x="103" y="291"/>
                  </a:lnTo>
                  <a:lnTo>
                    <a:pt x="100" y="26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="" xmlns:a16="http://schemas.microsoft.com/office/drawing/2014/main" id="{FA9E4E2E-CF86-4895-B92C-D465DD84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606" y="4592638"/>
              <a:ext cx="468313" cy="420687"/>
            </a:xfrm>
            <a:custGeom>
              <a:avLst/>
              <a:gdLst>
                <a:gd name="T0" fmla="*/ 128371892 w 372"/>
                <a:gd name="T1" fmla="*/ 150225914 h 331"/>
                <a:gd name="T2" fmla="*/ 122033303 w 372"/>
                <a:gd name="T3" fmla="*/ 227761971 h 331"/>
                <a:gd name="T4" fmla="*/ 87166656 w 372"/>
                <a:gd name="T5" fmla="*/ 284299232 h 331"/>
                <a:gd name="T6" fmla="*/ 20603252 w 372"/>
                <a:gd name="T7" fmla="*/ 248760726 h 331"/>
                <a:gd name="T8" fmla="*/ 15848366 w 372"/>
                <a:gd name="T9" fmla="*/ 311759534 h 331"/>
                <a:gd name="T10" fmla="*/ 44375180 w 372"/>
                <a:gd name="T11" fmla="*/ 389295631 h 331"/>
                <a:gd name="T12" fmla="*/ 45960142 w 372"/>
                <a:gd name="T13" fmla="*/ 449062395 h 331"/>
                <a:gd name="T14" fmla="*/ 60223541 w 372"/>
                <a:gd name="T15" fmla="*/ 512061203 h 331"/>
                <a:gd name="T16" fmla="*/ 87166656 w 372"/>
                <a:gd name="T17" fmla="*/ 521752252 h 331"/>
                <a:gd name="T18" fmla="*/ 150560102 w 372"/>
                <a:gd name="T19" fmla="*/ 521752252 h 331"/>
                <a:gd name="T20" fmla="*/ 223463359 w 372"/>
                <a:gd name="T21" fmla="*/ 507215043 h 331"/>
                <a:gd name="T22" fmla="*/ 309045013 w 372"/>
                <a:gd name="T23" fmla="*/ 500753497 h 331"/>
                <a:gd name="T24" fmla="*/ 370853575 w 372"/>
                <a:gd name="T25" fmla="*/ 470062421 h 331"/>
                <a:gd name="T26" fmla="*/ 432662059 w 372"/>
                <a:gd name="T27" fmla="*/ 423217480 h 331"/>
                <a:gd name="T28" fmla="*/ 478623440 w 372"/>
                <a:gd name="T29" fmla="*/ 371526378 h 331"/>
                <a:gd name="T30" fmla="*/ 527753486 w 372"/>
                <a:gd name="T31" fmla="*/ 314990308 h 331"/>
                <a:gd name="T32" fmla="*/ 570543684 w 372"/>
                <a:gd name="T33" fmla="*/ 239069677 h 331"/>
                <a:gd name="T34" fmla="*/ 562620133 w 372"/>
                <a:gd name="T35" fmla="*/ 197070895 h 331"/>
                <a:gd name="T36" fmla="*/ 521413638 w 372"/>
                <a:gd name="T37" fmla="*/ 205147829 h 331"/>
                <a:gd name="T38" fmla="*/ 538846961 w 372"/>
                <a:gd name="T39" fmla="*/ 150225914 h 331"/>
                <a:gd name="T40" fmla="*/ 557865246 w 372"/>
                <a:gd name="T41" fmla="*/ 114688679 h 331"/>
                <a:gd name="T42" fmla="*/ 549940436 w 372"/>
                <a:gd name="T43" fmla="*/ 40383405 h 331"/>
                <a:gd name="T44" fmla="*/ 508735200 w 372"/>
                <a:gd name="T45" fmla="*/ 4846161 h 331"/>
                <a:gd name="T46" fmla="*/ 470698630 w 372"/>
                <a:gd name="T47" fmla="*/ 0 h 331"/>
                <a:gd name="T48" fmla="*/ 385116975 w 372"/>
                <a:gd name="T49" fmla="*/ 62997557 h 331"/>
                <a:gd name="T50" fmla="*/ 343911739 w 372"/>
                <a:gd name="T51" fmla="*/ 114688679 h 331"/>
                <a:gd name="T52" fmla="*/ 269423481 w 372"/>
                <a:gd name="T53" fmla="*/ 143764367 h 331"/>
                <a:gd name="T54" fmla="*/ 221878396 w 372"/>
                <a:gd name="T55" fmla="*/ 161533620 h 331"/>
                <a:gd name="T56" fmla="*/ 163238539 w 372"/>
                <a:gd name="T57" fmla="*/ 197070895 h 331"/>
                <a:gd name="T58" fmla="*/ 156899950 w 372"/>
                <a:gd name="T59" fmla="*/ 150225914 h 331"/>
                <a:gd name="T60" fmla="*/ 410475108 w 372"/>
                <a:gd name="T61" fmla="*/ 284299232 h 331"/>
                <a:gd name="T62" fmla="*/ 400965336 w 372"/>
                <a:gd name="T63" fmla="*/ 356989169 h 331"/>
                <a:gd name="T64" fmla="*/ 448510420 w 372"/>
                <a:gd name="T65" fmla="*/ 319836468 h 331"/>
                <a:gd name="T66" fmla="*/ 423153546 w 372"/>
                <a:gd name="T67" fmla="*/ 274606913 h 331"/>
                <a:gd name="T68" fmla="*/ 133126778 w 372"/>
                <a:gd name="T69" fmla="*/ 109842519 h 3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72"/>
                <a:gd name="T106" fmla="*/ 0 h 331"/>
                <a:gd name="T107" fmla="*/ 372 w 372"/>
                <a:gd name="T108" fmla="*/ 331 h 33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72" h="331">
                  <a:moveTo>
                    <a:pt x="84" y="68"/>
                  </a:moveTo>
                  <a:lnTo>
                    <a:pt x="81" y="93"/>
                  </a:lnTo>
                  <a:lnTo>
                    <a:pt x="80" y="118"/>
                  </a:lnTo>
                  <a:lnTo>
                    <a:pt x="77" y="141"/>
                  </a:lnTo>
                  <a:lnTo>
                    <a:pt x="76" y="166"/>
                  </a:lnTo>
                  <a:lnTo>
                    <a:pt x="55" y="176"/>
                  </a:lnTo>
                  <a:lnTo>
                    <a:pt x="20" y="172"/>
                  </a:lnTo>
                  <a:lnTo>
                    <a:pt x="13" y="154"/>
                  </a:lnTo>
                  <a:lnTo>
                    <a:pt x="0" y="169"/>
                  </a:lnTo>
                  <a:lnTo>
                    <a:pt x="10" y="193"/>
                  </a:lnTo>
                  <a:lnTo>
                    <a:pt x="19" y="217"/>
                  </a:lnTo>
                  <a:lnTo>
                    <a:pt x="28" y="241"/>
                  </a:lnTo>
                  <a:lnTo>
                    <a:pt x="38" y="266"/>
                  </a:lnTo>
                  <a:lnTo>
                    <a:pt x="29" y="278"/>
                  </a:lnTo>
                  <a:lnTo>
                    <a:pt x="31" y="289"/>
                  </a:lnTo>
                  <a:lnTo>
                    <a:pt x="38" y="317"/>
                  </a:lnTo>
                  <a:lnTo>
                    <a:pt x="45" y="315"/>
                  </a:lnTo>
                  <a:lnTo>
                    <a:pt x="55" y="323"/>
                  </a:lnTo>
                  <a:lnTo>
                    <a:pt x="71" y="331"/>
                  </a:lnTo>
                  <a:lnTo>
                    <a:pt x="95" y="323"/>
                  </a:lnTo>
                  <a:lnTo>
                    <a:pt x="118" y="315"/>
                  </a:lnTo>
                  <a:lnTo>
                    <a:pt x="141" y="314"/>
                  </a:lnTo>
                  <a:lnTo>
                    <a:pt x="164" y="314"/>
                  </a:lnTo>
                  <a:lnTo>
                    <a:pt x="195" y="310"/>
                  </a:lnTo>
                  <a:lnTo>
                    <a:pt x="209" y="305"/>
                  </a:lnTo>
                  <a:lnTo>
                    <a:pt x="234" y="291"/>
                  </a:lnTo>
                  <a:lnTo>
                    <a:pt x="259" y="276"/>
                  </a:lnTo>
                  <a:lnTo>
                    <a:pt x="273" y="262"/>
                  </a:lnTo>
                  <a:lnTo>
                    <a:pt x="288" y="246"/>
                  </a:lnTo>
                  <a:lnTo>
                    <a:pt x="302" y="230"/>
                  </a:lnTo>
                  <a:lnTo>
                    <a:pt x="317" y="215"/>
                  </a:lnTo>
                  <a:lnTo>
                    <a:pt x="333" y="195"/>
                  </a:lnTo>
                  <a:lnTo>
                    <a:pt x="350" y="174"/>
                  </a:lnTo>
                  <a:lnTo>
                    <a:pt x="360" y="148"/>
                  </a:lnTo>
                  <a:lnTo>
                    <a:pt x="372" y="122"/>
                  </a:lnTo>
                  <a:lnTo>
                    <a:pt x="355" y="122"/>
                  </a:lnTo>
                  <a:lnTo>
                    <a:pt x="350" y="134"/>
                  </a:lnTo>
                  <a:lnTo>
                    <a:pt x="329" y="127"/>
                  </a:lnTo>
                  <a:lnTo>
                    <a:pt x="330" y="106"/>
                  </a:lnTo>
                  <a:lnTo>
                    <a:pt x="340" y="93"/>
                  </a:lnTo>
                  <a:lnTo>
                    <a:pt x="353" y="99"/>
                  </a:lnTo>
                  <a:lnTo>
                    <a:pt x="352" y="71"/>
                  </a:lnTo>
                  <a:lnTo>
                    <a:pt x="352" y="44"/>
                  </a:lnTo>
                  <a:lnTo>
                    <a:pt x="347" y="25"/>
                  </a:lnTo>
                  <a:lnTo>
                    <a:pt x="343" y="6"/>
                  </a:lnTo>
                  <a:lnTo>
                    <a:pt x="321" y="3"/>
                  </a:lnTo>
                  <a:lnTo>
                    <a:pt x="299" y="0"/>
                  </a:lnTo>
                  <a:lnTo>
                    <a:pt x="297" y="0"/>
                  </a:lnTo>
                  <a:lnTo>
                    <a:pt x="266" y="20"/>
                  </a:lnTo>
                  <a:lnTo>
                    <a:pt x="243" y="39"/>
                  </a:lnTo>
                  <a:lnTo>
                    <a:pt x="231" y="63"/>
                  </a:lnTo>
                  <a:lnTo>
                    <a:pt x="217" y="71"/>
                  </a:lnTo>
                  <a:lnTo>
                    <a:pt x="204" y="93"/>
                  </a:lnTo>
                  <a:lnTo>
                    <a:pt x="170" y="89"/>
                  </a:lnTo>
                  <a:lnTo>
                    <a:pt x="151" y="83"/>
                  </a:lnTo>
                  <a:lnTo>
                    <a:pt x="140" y="100"/>
                  </a:lnTo>
                  <a:lnTo>
                    <a:pt x="128" y="118"/>
                  </a:lnTo>
                  <a:lnTo>
                    <a:pt x="103" y="122"/>
                  </a:lnTo>
                  <a:lnTo>
                    <a:pt x="95" y="118"/>
                  </a:lnTo>
                  <a:lnTo>
                    <a:pt x="99" y="93"/>
                  </a:lnTo>
                  <a:lnTo>
                    <a:pt x="84" y="68"/>
                  </a:lnTo>
                  <a:lnTo>
                    <a:pt x="259" y="176"/>
                  </a:lnTo>
                  <a:lnTo>
                    <a:pt x="237" y="199"/>
                  </a:lnTo>
                  <a:lnTo>
                    <a:pt x="253" y="221"/>
                  </a:lnTo>
                  <a:lnTo>
                    <a:pt x="262" y="215"/>
                  </a:lnTo>
                  <a:lnTo>
                    <a:pt x="283" y="198"/>
                  </a:lnTo>
                  <a:lnTo>
                    <a:pt x="288" y="182"/>
                  </a:lnTo>
                  <a:lnTo>
                    <a:pt x="267" y="170"/>
                  </a:lnTo>
                  <a:lnTo>
                    <a:pt x="259" y="176"/>
                  </a:lnTo>
                  <a:lnTo>
                    <a:pt x="84" y="6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="" xmlns:a16="http://schemas.microsoft.com/office/drawing/2014/main" id="{B39BC892-C0AD-419F-8785-F1C79F097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7606" y="4592638"/>
              <a:ext cx="468313" cy="420687"/>
            </a:xfrm>
            <a:custGeom>
              <a:avLst/>
              <a:gdLst>
                <a:gd name="T0" fmla="*/ 133126778 w 372"/>
                <a:gd name="T1" fmla="*/ 109842519 h 331"/>
                <a:gd name="T2" fmla="*/ 128371892 w 372"/>
                <a:gd name="T3" fmla="*/ 150225914 h 331"/>
                <a:gd name="T4" fmla="*/ 126786930 w 372"/>
                <a:gd name="T5" fmla="*/ 190609349 h 331"/>
                <a:gd name="T6" fmla="*/ 122033303 w 372"/>
                <a:gd name="T7" fmla="*/ 227761971 h 331"/>
                <a:gd name="T8" fmla="*/ 120448341 w 372"/>
                <a:gd name="T9" fmla="*/ 268145366 h 331"/>
                <a:gd name="T10" fmla="*/ 87166656 w 372"/>
                <a:gd name="T11" fmla="*/ 284299232 h 331"/>
                <a:gd name="T12" fmla="*/ 31696733 w 372"/>
                <a:gd name="T13" fmla="*/ 277837686 h 331"/>
                <a:gd name="T14" fmla="*/ 20603252 w 372"/>
                <a:gd name="T15" fmla="*/ 248760726 h 331"/>
                <a:gd name="T16" fmla="*/ 0 w 372"/>
                <a:gd name="T17" fmla="*/ 272991526 h 331"/>
                <a:gd name="T18" fmla="*/ 15848366 w 372"/>
                <a:gd name="T19" fmla="*/ 311759534 h 331"/>
                <a:gd name="T20" fmla="*/ 30111771 w 372"/>
                <a:gd name="T21" fmla="*/ 350527622 h 331"/>
                <a:gd name="T22" fmla="*/ 44375180 w 372"/>
                <a:gd name="T23" fmla="*/ 389295631 h 331"/>
                <a:gd name="T24" fmla="*/ 60223541 w 372"/>
                <a:gd name="T25" fmla="*/ 429679026 h 331"/>
                <a:gd name="T26" fmla="*/ 45960142 w 372"/>
                <a:gd name="T27" fmla="*/ 449062395 h 331"/>
                <a:gd name="T28" fmla="*/ 49130066 w 372"/>
                <a:gd name="T29" fmla="*/ 466831648 h 331"/>
                <a:gd name="T30" fmla="*/ 60223541 w 372"/>
                <a:gd name="T31" fmla="*/ 512061203 h 331"/>
                <a:gd name="T32" fmla="*/ 71318275 w 372"/>
                <a:gd name="T33" fmla="*/ 508830430 h 331"/>
                <a:gd name="T34" fmla="*/ 87166656 w 372"/>
                <a:gd name="T35" fmla="*/ 521752252 h 331"/>
                <a:gd name="T36" fmla="*/ 112523531 w 372"/>
                <a:gd name="T37" fmla="*/ 534675345 h 331"/>
                <a:gd name="T38" fmla="*/ 150560102 w 372"/>
                <a:gd name="T39" fmla="*/ 521752252 h 331"/>
                <a:gd name="T40" fmla="*/ 187011750 w 372"/>
                <a:gd name="T41" fmla="*/ 508830430 h 331"/>
                <a:gd name="T42" fmla="*/ 223463359 w 372"/>
                <a:gd name="T43" fmla="*/ 507215043 h 331"/>
                <a:gd name="T44" fmla="*/ 259914967 w 372"/>
                <a:gd name="T45" fmla="*/ 507215043 h 331"/>
                <a:gd name="T46" fmla="*/ 309045013 w 372"/>
                <a:gd name="T47" fmla="*/ 500753497 h 331"/>
                <a:gd name="T48" fmla="*/ 331232043 w 372"/>
                <a:gd name="T49" fmla="*/ 492676563 h 331"/>
                <a:gd name="T50" fmla="*/ 370853575 w 372"/>
                <a:gd name="T51" fmla="*/ 470062421 h 331"/>
                <a:gd name="T52" fmla="*/ 410475108 w 372"/>
                <a:gd name="T53" fmla="*/ 445831622 h 331"/>
                <a:gd name="T54" fmla="*/ 432662059 w 372"/>
                <a:gd name="T55" fmla="*/ 423217480 h 331"/>
                <a:gd name="T56" fmla="*/ 456435230 w 372"/>
                <a:gd name="T57" fmla="*/ 397372564 h 331"/>
                <a:gd name="T58" fmla="*/ 478623440 w 372"/>
                <a:gd name="T59" fmla="*/ 371526378 h 331"/>
                <a:gd name="T60" fmla="*/ 502395352 w 372"/>
                <a:gd name="T61" fmla="*/ 347296849 h 331"/>
                <a:gd name="T62" fmla="*/ 527753486 w 372"/>
                <a:gd name="T63" fmla="*/ 314990308 h 331"/>
                <a:gd name="T64" fmla="*/ 554695322 w 372"/>
                <a:gd name="T65" fmla="*/ 281068459 h 331"/>
                <a:gd name="T66" fmla="*/ 570543684 w 372"/>
                <a:gd name="T67" fmla="*/ 239069677 h 331"/>
                <a:gd name="T68" fmla="*/ 589561969 w 372"/>
                <a:gd name="T69" fmla="*/ 197070895 h 331"/>
                <a:gd name="T70" fmla="*/ 562620133 w 372"/>
                <a:gd name="T71" fmla="*/ 197070895 h 331"/>
                <a:gd name="T72" fmla="*/ 554695322 w 372"/>
                <a:gd name="T73" fmla="*/ 216454264 h 331"/>
                <a:gd name="T74" fmla="*/ 521413638 w 372"/>
                <a:gd name="T75" fmla="*/ 205147829 h 331"/>
                <a:gd name="T76" fmla="*/ 522998600 w 372"/>
                <a:gd name="T77" fmla="*/ 171225980 h 331"/>
                <a:gd name="T78" fmla="*/ 538846961 w 372"/>
                <a:gd name="T79" fmla="*/ 150225914 h 331"/>
                <a:gd name="T80" fmla="*/ 559450209 w 372"/>
                <a:gd name="T81" fmla="*/ 159918234 h 331"/>
                <a:gd name="T82" fmla="*/ 557865246 w 372"/>
                <a:gd name="T83" fmla="*/ 114688679 h 331"/>
                <a:gd name="T84" fmla="*/ 557865246 w 372"/>
                <a:gd name="T85" fmla="*/ 71074490 h 331"/>
                <a:gd name="T86" fmla="*/ 549940436 w 372"/>
                <a:gd name="T87" fmla="*/ 40383405 h 331"/>
                <a:gd name="T88" fmla="*/ 543601847 w 372"/>
                <a:gd name="T89" fmla="*/ 9692322 h 331"/>
                <a:gd name="T90" fmla="*/ 508735200 w 372"/>
                <a:gd name="T91" fmla="*/ 4846161 h 331"/>
                <a:gd name="T92" fmla="*/ 473868554 w 372"/>
                <a:gd name="T93" fmla="*/ 0 h 331"/>
                <a:gd name="T94" fmla="*/ 470698630 w 372"/>
                <a:gd name="T95" fmla="*/ 0 h 331"/>
                <a:gd name="T96" fmla="*/ 421568584 w 372"/>
                <a:gd name="T97" fmla="*/ 32306472 h 331"/>
                <a:gd name="T98" fmla="*/ 385116975 w 372"/>
                <a:gd name="T99" fmla="*/ 62997557 h 331"/>
                <a:gd name="T100" fmla="*/ 366098689 w 372"/>
                <a:gd name="T101" fmla="*/ 101765586 h 331"/>
                <a:gd name="T102" fmla="*/ 343911739 w 372"/>
                <a:gd name="T103" fmla="*/ 114688679 h 331"/>
                <a:gd name="T104" fmla="*/ 323308413 w 372"/>
                <a:gd name="T105" fmla="*/ 150225914 h 331"/>
                <a:gd name="T106" fmla="*/ 269423481 w 372"/>
                <a:gd name="T107" fmla="*/ 143764367 h 331"/>
                <a:gd name="T108" fmla="*/ 239311720 w 372"/>
                <a:gd name="T109" fmla="*/ 134072048 h 331"/>
                <a:gd name="T110" fmla="*/ 221878396 w 372"/>
                <a:gd name="T111" fmla="*/ 161533620 h 331"/>
                <a:gd name="T112" fmla="*/ 202860111 w 372"/>
                <a:gd name="T113" fmla="*/ 190609349 h 331"/>
                <a:gd name="T114" fmla="*/ 163238539 w 372"/>
                <a:gd name="T115" fmla="*/ 197070895 h 331"/>
                <a:gd name="T116" fmla="*/ 150560102 w 372"/>
                <a:gd name="T117" fmla="*/ 190609349 h 331"/>
                <a:gd name="T118" fmla="*/ 156899950 w 372"/>
                <a:gd name="T119" fmla="*/ 150225914 h 331"/>
                <a:gd name="T120" fmla="*/ 133126778 w 372"/>
                <a:gd name="T121" fmla="*/ 109842519 h 33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72"/>
                <a:gd name="T184" fmla="*/ 0 h 331"/>
                <a:gd name="T185" fmla="*/ 372 w 372"/>
                <a:gd name="T186" fmla="*/ 331 h 33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72" h="331">
                  <a:moveTo>
                    <a:pt x="84" y="68"/>
                  </a:moveTo>
                  <a:lnTo>
                    <a:pt x="81" y="93"/>
                  </a:lnTo>
                  <a:lnTo>
                    <a:pt x="80" y="118"/>
                  </a:lnTo>
                  <a:lnTo>
                    <a:pt x="77" y="141"/>
                  </a:lnTo>
                  <a:lnTo>
                    <a:pt x="76" y="166"/>
                  </a:lnTo>
                  <a:lnTo>
                    <a:pt x="55" y="176"/>
                  </a:lnTo>
                  <a:lnTo>
                    <a:pt x="20" y="172"/>
                  </a:lnTo>
                  <a:lnTo>
                    <a:pt x="13" y="154"/>
                  </a:lnTo>
                  <a:lnTo>
                    <a:pt x="0" y="169"/>
                  </a:lnTo>
                  <a:lnTo>
                    <a:pt x="10" y="193"/>
                  </a:lnTo>
                  <a:lnTo>
                    <a:pt x="19" y="217"/>
                  </a:lnTo>
                  <a:lnTo>
                    <a:pt x="28" y="241"/>
                  </a:lnTo>
                  <a:lnTo>
                    <a:pt x="38" y="266"/>
                  </a:lnTo>
                  <a:lnTo>
                    <a:pt x="29" y="278"/>
                  </a:lnTo>
                  <a:lnTo>
                    <a:pt x="31" y="289"/>
                  </a:lnTo>
                  <a:lnTo>
                    <a:pt x="38" y="317"/>
                  </a:lnTo>
                  <a:lnTo>
                    <a:pt x="45" y="315"/>
                  </a:lnTo>
                  <a:lnTo>
                    <a:pt x="55" y="323"/>
                  </a:lnTo>
                  <a:lnTo>
                    <a:pt x="71" y="331"/>
                  </a:lnTo>
                  <a:lnTo>
                    <a:pt x="95" y="323"/>
                  </a:lnTo>
                  <a:lnTo>
                    <a:pt x="118" y="315"/>
                  </a:lnTo>
                  <a:lnTo>
                    <a:pt x="141" y="314"/>
                  </a:lnTo>
                  <a:lnTo>
                    <a:pt x="164" y="314"/>
                  </a:lnTo>
                  <a:lnTo>
                    <a:pt x="195" y="310"/>
                  </a:lnTo>
                  <a:lnTo>
                    <a:pt x="209" y="305"/>
                  </a:lnTo>
                  <a:lnTo>
                    <a:pt x="234" y="291"/>
                  </a:lnTo>
                  <a:lnTo>
                    <a:pt x="259" y="276"/>
                  </a:lnTo>
                  <a:lnTo>
                    <a:pt x="273" y="262"/>
                  </a:lnTo>
                  <a:lnTo>
                    <a:pt x="288" y="246"/>
                  </a:lnTo>
                  <a:lnTo>
                    <a:pt x="302" y="230"/>
                  </a:lnTo>
                  <a:lnTo>
                    <a:pt x="317" y="215"/>
                  </a:lnTo>
                  <a:lnTo>
                    <a:pt x="333" y="195"/>
                  </a:lnTo>
                  <a:lnTo>
                    <a:pt x="350" y="174"/>
                  </a:lnTo>
                  <a:lnTo>
                    <a:pt x="360" y="148"/>
                  </a:lnTo>
                  <a:lnTo>
                    <a:pt x="372" y="122"/>
                  </a:lnTo>
                  <a:lnTo>
                    <a:pt x="355" y="122"/>
                  </a:lnTo>
                  <a:lnTo>
                    <a:pt x="350" y="134"/>
                  </a:lnTo>
                  <a:lnTo>
                    <a:pt x="329" y="127"/>
                  </a:lnTo>
                  <a:lnTo>
                    <a:pt x="330" y="106"/>
                  </a:lnTo>
                  <a:lnTo>
                    <a:pt x="340" y="93"/>
                  </a:lnTo>
                  <a:lnTo>
                    <a:pt x="353" y="99"/>
                  </a:lnTo>
                  <a:lnTo>
                    <a:pt x="352" y="71"/>
                  </a:lnTo>
                  <a:lnTo>
                    <a:pt x="352" y="44"/>
                  </a:lnTo>
                  <a:lnTo>
                    <a:pt x="347" y="25"/>
                  </a:lnTo>
                  <a:lnTo>
                    <a:pt x="343" y="6"/>
                  </a:lnTo>
                  <a:lnTo>
                    <a:pt x="321" y="3"/>
                  </a:lnTo>
                  <a:lnTo>
                    <a:pt x="299" y="0"/>
                  </a:lnTo>
                  <a:lnTo>
                    <a:pt x="297" y="0"/>
                  </a:lnTo>
                  <a:lnTo>
                    <a:pt x="266" y="20"/>
                  </a:lnTo>
                  <a:lnTo>
                    <a:pt x="243" y="39"/>
                  </a:lnTo>
                  <a:lnTo>
                    <a:pt x="231" y="63"/>
                  </a:lnTo>
                  <a:lnTo>
                    <a:pt x="217" y="71"/>
                  </a:lnTo>
                  <a:lnTo>
                    <a:pt x="204" y="93"/>
                  </a:lnTo>
                  <a:lnTo>
                    <a:pt x="170" y="89"/>
                  </a:lnTo>
                  <a:lnTo>
                    <a:pt x="151" y="83"/>
                  </a:lnTo>
                  <a:lnTo>
                    <a:pt x="140" y="100"/>
                  </a:lnTo>
                  <a:lnTo>
                    <a:pt x="128" y="118"/>
                  </a:lnTo>
                  <a:lnTo>
                    <a:pt x="103" y="122"/>
                  </a:lnTo>
                  <a:lnTo>
                    <a:pt x="95" y="118"/>
                  </a:lnTo>
                  <a:lnTo>
                    <a:pt x="99" y="93"/>
                  </a:lnTo>
                  <a:lnTo>
                    <a:pt x="84" y="6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="" xmlns:a16="http://schemas.microsoft.com/office/drawing/2014/main" id="{4ADB397E-CCBD-4A4E-9B0B-7CE256294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6056" y="4808538"/>
              <a:ext cx="65088" cy="61912"/>
            </a:xfrm>
            <a:custGeom>
              <a:avLst/>
              <a:gdLst>
                <a:gd name="T0" fmla="*/ 35832858 w 51"/>
                <a:gd name="T1" fmla="*/ 8842490 h 51"/>
                <a:gd name="T2" fmla="*/ 0 w 51"/>
                <a:gd name="T3" fmla="*/ 42737496 h 51"/>
                <a:gd name="T4" fmla="*/ 26060727 w 51"/>
                <a:gd name="T5" fmla="*/ 75158737 h 51"/>
                <a:gd name="T6" fmla="*/ 40719561 w 51"/>
                <a:gd name="T7" fmla="*/ 66316249 h 51"/>
                <a:gd name="T8" fmla="*/ 74923943 w 51"/>
                <a:gd name="T9" fmla="*/ 41263748 h 51"/>
                <a:gd name="T10" fmla="*/ 83067598 w 51"/>
                <a:gd name="T11" fmla="*/ 17684980 h 51"/>
                <a:gd name="T12" fmla="*/ 48863226 w 51"/>
                <a:gd name="T13" fmla="*/ 0 h 51"/>
                <a:gd name="T14" fmla="*/ 35832858 w 51"/>
                <a:gd name="T15" fmla="*/ 88424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1"/>
                <a:gd name="T25" fmla="*/ 0 h 51"/>
                <a:gd name="T26" fmla="*/ 51 w 51"/>
                <a:gd name="T27" fmla="*/ 51 h 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1" h="51">
                  <a:moveTo>
                    <a:pt x="22" y="6"/>
                  </a:moveTo>
                  <a:lnTo>
                    <a:pt x="0" y="29"/>
                  </a:lnTo>
                  <a:lnTo>
                    <a:pt x="16" y="51"/>
                  </a:lnTo>
                  <a:lnTo>
                    <a:pt x="25" y="45"/>
                  </a:lnTo>
                  <a:lnTo>
                    <a:pt x="46" y="28"/>
                  </a:lnTo>
                  <a:lnTo>
                    <a:pt x="51" y="12"/>
                  </a:lnTo>
                  <a:lnTo>
                    <a:pt x="30" y="0"/>
                  </a:lnTo>
                  <a:lnTo>
                    <a:pt x="22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="" xmlns:a16="http://schemas.microsoft.com/office/drawing/2014/main" id="{85AA5A6F-EF4D-4170-B947-BA9A11DB2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806" y="4613275"/>
              <a:ext cx="6350" cy="11113"/>
            </a:xfrm>
            <a:custGeom>
              <a:avLst/>
              <a:gdLst>
                <a:gd name="T0" fmla="*/ 8064499 w 5"/>
                <a:gd name="T1" fmla="*/ 9499906 h 13"/>
                <a:gd name="T2" fmla="*/ 0 w 5"/>
                <a:gd name="T3" fmla="*/ 8769013 h 13"/>
                <a:gd name="T4" fmla="*/ 3225800 w 5"/>
                <a:gd name="T5" fmla="*/ 0 h 13"/>
                <a:gd name="T6" fmla="*/ 8064499 w 5"/>
                <a:gd name="T7" fmla="*/ 9499906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13"/>
                <a:gd name="T14" fmla="*/ 5 w 5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13">
                  <a:moveTo>
                    <a:pt x="5" y="13"/>
                  </a:moveTo>
                  <a:lnTo>
                    <a:pt x="0" y="12"/>
                  </a:lnTo>
                  <a:lnTo>
                    <a:pt x="2" y="0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="" xmlns:a16="http://schemas.microsoft.com/office/drawing/2014/main" id="{385923DD-D7AB-4879-9A1F-E14656CD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31" y="4711700"/>
              <a:ext cx="30163" cy="49213"/>
            </a:xfrm>
            <a:custGeom>
              <a:avLst/>
              <a:gdLst>
                <a:gd name="T0" fmla="*/ 14804233 w 26"/>
                <a:gd name="T1" fmla="*/ 0 h 41"/>
                <a:gd name="T2" fmla="*/ 1345734 w 26"/>
                <a:gd name="T3" fmla="*/ 18729745 h 41"/>
                <a:gd name="T4" fmla="*/ 0 w 26"/>
                <a:gd name="T5" fmla="*/ 48986141 h 41"/>
                <a:gd name="T6" fmla="*/ 28262732 w 26"/>
                <a:gd name="T7" fmla="*/ 59071201 h 41"/>
                <a:gd name="T8" fmla="*/ 34992559 w 26"/>
                <a:gd name="T9" fmla="*/ 41781840 h 41"/>
                <a:gd name="T10" fmla="*/ 32301092 w 26"/>
                <a:gd name="T11" fmla="*/ 8644683 h 41"/>
                <a:gd name="T12" fmla="*/ 14804233 w 26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"/>
                <a:gd name="T22" fmla="*/ 0 h 41"/>
                <a:gd name="T23" fmla="*/ 26 w 26"/>
                <a:gd name="T24" fmla="*/ 41 h 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" h="41">
                  <a:moveTo>
                    <a:pt x="11" y="0"/>
                  </a:moveTo>
                  <a:lnTo>
                    <a:pt x="1" y="13"/>
                  </a:lnTo>
                  <a:lnTo>
                    <a:pt x="0" y="34"/>
                  </a:lnTo>
                  <a:lnTo>
                    <a:pt x="21" y="41"/>
                  </a:lnTo>
                  <a:lnTo>
                    <a:pt x="26" y="29"/>
                  </a:lnTo>
                  <a:lnTo>
                    <a:pt x="24" y="6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="" xmlns:a16="http://schemas.microsoft.com/office/drawing/2014/main" id="{24ACB432-238D-4F53-871D-79026C4B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369" y="4048125"/>
              <a:ext cx="354012" cy="403225"/>
            </a:xfrm>
            <a:custGeom>
              <a:avLst/>
              <a:gdLst>
                <a:gd name="T0" fmla="*/ 438192295 w 285"/>
                <a:gd name="T1" fmla="*/ 299057238 h 318"/>
                <a:gd name="T2" fmla="*/ 401161413 w 285"/>
                <a:gd name="T3" fmla="*/ 300665065 h 318"/>
                <a:gd name="T4" fmla="*/ 365674520 w 285"/>
                <a:gd name="T5" fmla="*/ 303880720 h 318"/>
                <a:gd name="T6" fmla="*/ 365674520 w 285"/>
                <a:gd name="T7" fmla="*/ 336037347 h 318"/>
                <a:gd name="T8" fmla="*/ 365674520 w 285"/>
                <a:gd name="T9" fmla="*/ 369801722 h 318"/>
                <a:gd name="T10" fmla="*/ 364131774 w 285"/>
                <a:gd name="T11" fmla="*/ 403566096 h 318"/>
                <a:gd name="T12" fmla="*/ 364131774 w 285"/>
                <a:gd name="T13" fmla="*/ 437330471 h 318"/>
                <a:gd name="T14" fmla="*/ 388818200 w 285"/>
                <a:gd name="T15" fmla="*/ 467879191 h 318"/>
                <a:gd name="T16" fmla="*/ 415048615 w 285"/>
                <a:gd name="T17" fmla="*/ 498427911 h 318"/>
                <a:gd name="T18" fmla="*/ 361045039 w 285"/>
                <a:gd name="T19" fmla="*/ 504859221 h 318"/>
                <a:gd name="T20" fmla="*/ 307042628 w 285"/>
                <a:gd name="T21" fmla="*/ 511290530 h 318"/>
                <a:gd name="T22" fmla="*/ 274641227 w 285"/>
                <a:gd name="T23" fmla="*/ 504859221 h 318"/>
                <a:gd name="T24" fmla="*/ 240697081 w 285"/>
                <a:gd name="T25" fmla="*/ 498427911 h 318"/>
                <a:gd name="T26" fmla="*/ 232982107 w 285"/>
                <a:gd name="T27" fmla="*/ 488780947 h 318"/>
                <a:gd name="T28" fmla="*/ 192865733 w 285"/>
                <a:gd name="T29" fmla="*/ 485565292 h 318"/>
                <a:gd name="T30" fmla="*/ 152750562 w 285"/>
                <a:gd name="T31" fmla="*/ 485565292 h 318"/>
                <a:gd name="T32" fmla="*/ 109547453 w 285"/>
                <a:gd name="T33" fmla="*/ 483957465 h 318"/>
                <a:gd name="T34" fmla="*/ 69432301 w 285"/>
                <a:gd name="T35" fmla="*/ 483957465 h 318"/>
                <a:gd name="T36" fmla="*/ 43201886 w 285"/>
                <a:gd name="T37" fmla="*/ 472702673 h 318"/>
                <a:gd name="T38" fmla="*/ 0 w 285"/>
                <a:gd name="T39" fmla="*/ 483957465 h 318"/>
                <a:gd name="T40" fmla="*/ 3085494 w 285"/>
                <a:gd name="T41" fmla="*/ 448585263 h 318"/>
                <a:gd name="T42" fmla="*/ 7714976 w 285"/>
                <a:gd name="T43" fmla="*/ 416428715 h 318"/>
                <a:gd name="T44" fmla="*/ 23143690 w 285"/>
                <a:gd name="T45" fmla="*/ 361762585 h 318"/>
                <a:gd name="T46" fmla="*/ 38573638 w 285"/>
                <a:gd name="T47" fmla="*/ 308704202 h 318"/>
                <a:gd name="T48" fmla="*/ 57087846 w 285"/>
                <a:gd name="T49" fmla="*/ 279763310 h 318"/>
                <a:gd name="T50" fmla="*/ 74060540 w 285"/>
                <a:gd name="T51" fmla="*/ 252428976 h 318"/>
                <a:gd name="T52" fmla="*/ 69432301 w 285"/>
                <a:gd name="T53" fmla="*/ 196155018 h 318"/>
                <a:gd name="T54" fmla="*/ 58631834 w 285"/>
                <a:gd name="T55" fmla="*/ 163998431 h 318"/>
                <a:gd name="T56" fmla="*/ 49374114 w 285"/>
                <a:gd name="T57" fmla="*/ 130234057 h 318"/>
                <a:gd name="T58" fmla="*/ 61717327 w 285"/>
                <a:gd name="T59" fmla="*/ 109332301 h 318"/>
                <a:gd name="T60" fmla="*/ 43201886 w 285"/>
                <a:gd name="T61" fmla="*/ 61097460 h 318"/>
                <a:gd name="T62" fmla="*/ 24686436 w 285"/>
                <a:gd name="T63" fmla="*/ 9646967 h 318"/>
                <a:gd name="T64" fmla="*/ 57087846 w 285"/>
                <a:gd name="T65" fmla="*/ 0 h 318"/>
                <a:gd name="T66" fmla="*/ 86403773 w 285"/>
                <a:gd name="T67" fmla="*/ 1607828 h 318"/>
                <a:gd name="T68" fmla="*/ 117262427 w 285"/>
                <a:gd name="T69" fmla="*/ 1607828 h 318"/>
                <a:gd name="T70" fmla="*/ 148121080 w 285"/>
                <a:gd name="T71" fmla="*/ 4823483 h 318"/>
                <a:gd name="T72" fmla="*/ 177437027 w 285"/>
                <a:gd name="T73" fmla="*/ 4823483 h 318"/>
                <a:gd name="T74" fmla="*/ 192865733 w 285"/>
                <a:gd name="T75" fmla="*/ 45019186 h 318"/>
                <a:gd name="T76" fmla="*/ 206752934 w 285"/>
                <a:gd name="T77" fmla="*/ 86822718 h 318"/>
                <a:gd name="T78" fmla="*/ 231439360 w 285"/>
                <a:gd name="T79" fmla="*/ 96469682 h 318"/>
                <a:gd name="T80" fmla="*/ 276183974 w 285"/>
                <a:gd name="T81" fmla="*/ 86822718 h 318"/>
                <a:gd name="T82" fmla="*/ 282356201 w 285"/>
                <a:gd name="T83" fmla="*/ 49842668 h 318"/>
                <a:gd name="T84" fmla="*/ 319385841 w 285"/>
                <a:gd name="T85" fmla="*/ 51450496 h 318"/>
                <a:gd name="T86" fmla="*/ 319385841 w 285"/>
                <a:gd name="T87" fmla="*/ 61097460 h 318"/>
                <a:gd name="T88" fmla="*/ 365674520 w 285"/>
                <a:gd name="T89" fmla="*/ 67528769 h 318"/>
                <a:gd name="T90" fmla="*/ 365674520 w 285"/>
                <a:gd name="T91" fmla="*/ 117371438 h 318"/>
                <a:gd name="T92" fmla="*/ 368760013 w 285"/>
                <a:gd name="T93" fmla="*/ 165606259 h 318"/>
                <a:gd name="T94" fmla="*/ 379560480 w 285"/>
                <a:gd name="T95" fmla="*/ 207409810 h 318"/>
                <a:gd name="T96" fmla="*/ 379560480 w 285"/>
                <a:gd name="T97" fmla="*/ 226703738 h 318"/>
                <a:gd name="T98" fmla="*/ 410419134 w 285"/>
                <a:gd name="T99" fmla="*/ 220272429 h 318"/>
                <a:gd name="T100" fmla="*/ 439735041 w 285"/>
                <a:gd name="T101" fmla="*/ 212233292 h 318"/>
                <a:gd name="T102" fmla="*/ 438192295 w 285"/>
                <a:gd name="T103" fmla="*/ 257253726 h 318"/>
                <a:gd name="T104" fmla="*/ 438192295 w 285"/>
                <a:gd name="T105" fmla="*/ 299057238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85"/>
                <a:gd name="T160" fmla="*/ 0 h 318"/>
                <a:gd name="T161" fmla="*/ 285 w 285"/>
                <a:gd name="T162" fmla="*/ 318 h 318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85" h="318">
                  <a:moveTo>
                    <a:pt x="284" y="186"/>
                  </a:moveTo>
                  <a:lnTo>
                    <a:pt x="260" y="187"/>
                  </a:lnTo>
                  <a:lnTo>
                    <a:pt x="237" y="189"/>
                  </a:lnTo>
                  <a:lnTo>
                    <a:pt x="237" y="209"/>
                  </a:lnTo>
                  <a:lnTo>
                    <a:pt x="237" y="230"/>
                  </a:lnTo>
                  <a:lnTo>
                    <a:pt x="236" y="251"/>
                  </a:lnTo>
                  <a:lnTo>
                    <a:pt x="236" y="272"/>
                  </a:lnTo>
                  <a:lnTo>
                    <a:pt x="252" y="291"/>
                  </a:lnTo>
                  <a:lnTo>
                    <a:pt x="269" y="310"/>
                  </a:lnTo>
                  <a:lnTo>
                    <a:pt x="234" y="314"/>
                  </a:lnTo>
                  <a:lnTo>
                    <a:pt x="199" y="318"/>
                  </a:lnTo>
                  <a:lnTo>
                    <a:pt x="178" y="314"/>
                  </a:lnTo>
                  <a:lnTo>
                    <a:pt x="156" y="310"/>
                  </a:lnTo>
                  <a:lnTo>
                    <a:pt x="151" y="304"/>
                  </a:lnTo>
                  <a:lnTo>
                    <a:pt x="125" y="302"/>
                  </a:lnTo>
                  <a:lnTo>
                    <a:pt x="99" y="302"/>
                  </a:lnTo>
                  <a:lnTo>
                    <a:pt x="71" y="301"/>
                  </a:lnTo>
                  <a:lnTo>
                    <a:pt x="45" y="301"/>
                  </a:lnTo>
                  <a:lnTo>
                    <a:pt x="28" y="294"/>
                  </a:lnTo>
                  <a:lnTo>
                    <a:pt x="0" y="301"/>
                  </a:lnTo>
                  <a:lnTo>
                    <a:pt x="2" y="279"/>
                  </a:lnTo>
                  <a:lnTo>
                    <a:pt x="5" y="259"/>
                  </a:lnTo>
                  <a:lnTo>
                    <a:pt x="15" y="225"/>
                  </a:lnTo>
                  <a:lnTo>
                    <a:pt x="25" y="192"/>
                  </a:lnTo>
                  <a:lnTo>
                    <a:pt x="37" y="174"/>
                  </a:lnTo>
                  <a:lnTo>
                    <a:pt x="48" y="157"/>
                  </a:lnTo>
                  <a:lnTo>
                    <a:pt x="45" y="122"/>
                  </a:lnTo>
                  <a:lnTo>
                    <a:pt x="38" y="102"/>
                  </a:lnTo>
                  <a:lnTo>
                    <a:pt x="32" y="81"/>
                  </a:lnTo>
                  <a:lnTo>
                    <a:pt x="40" y="68"/>
                  </a:lnTo>
                  <a:lnTo>
                    <a:pt x="28" y="38"/>
                  </a:lnTo>
                  <a:lnTo>
                    <a:pt x="16" y="6"/>
                  </a:lnTo>
                  <a:lnTo>
                    <a:pt x="37" y="0"/>
                  </a:lnTo>
                  <a:lnTo>
                    <a:pt x="56" y="1"/>
                  </a:lnTo>
                  <a:lnTo>
                    <a:pt x="76" y="1"/>
                  </a:lnTo>
                  <a:lnTo>
                    <a:pt x="96" y="3"/>
                  </a:lnTo>
                  <a:lnTo>
                    <a:pt x="115" y="3"/>
                  </a:lnTo>
                  <a:lnTo>
                    <a:pt x="125" y="28"/>
                  </a:lnTo>
                  <a:lnTo>
                    <a:pt x="134" y="54"/>
                  </a:lnTo>
                  <a:lnTo>
                    <a:pt x="150" y="60"/>
                  </a:lnTo>
                  <a:lnTo>
                    <a:pt x="179" y="54"/>
                  </a:lnTo>
                  <a:lnTo>
                    <a:pt x="183" y="31"/>
                  </a:lnTo>
                  <a:lnTo>
                    <a:pt x="207" y="32"/>
                  </a:lnTo>
                  <a:lnTo>
                    <a:pt x="207" y="38"/>
                  </a:lnTo>
                  <a:lnTo>
                    <a:pt x="237" y="42"/>
                  </a:lnTo>
                  <a:lnTo>
                    <a:pt x="237" y="73"/>
                  </a:lnTo>
                  <a:lnTo>
                    <a:pt x="239" y="103"/>
                  </a:lnTo>
                  <a:lnTo>
                    <a:pt x="246" y="129"/>
                  </a:lnTo>
                  <a:lnTo>
                    <a:pt x="246" y="141"/>
                  </a:lnTo>
                  <a:lnTo>
                    <a:pt x="266" y="137"/>
                  </a:lnTo>
                  <a:lnTo>
                    <a:pt x="285" y="132"/>
                  </a:lnTo>
                  <a:lnTo>
                    <a:pt x="284" y="160"/>
                  </a:lnTo>
                  <a:lnTo>
                    <a:pt x="284" y="18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="" xmlns:a16="http://schemas.microsoft.com/office/drawing/2014/main" id="{DCE6D434-9DA7-4F27-BC6A-2F57564F3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3306" y="4005263"/>
              <a:ext cx="30163" cy="42862"/>
            </a:xfrm>
            <a:custGeom>
              <a:avLst/>
              <a:gdLst>
                <a:gd name="T0" fmla="*/ 5822666 w 25"/>
                <a:gd name="T1" fmla="*/ 52490026 h 35"/>
                <a:gd name="T2" fmla="*/ 0 w 25"/>
                <a:gd name="T3" fmla="*/ 20996257 h 35"/>
                <a:gd name="T4" fmla="*/ 23290664 w 25"/>
                <a:gd name="T5" fmla="*/ 0 h 35"/>
                <a:gd name="T6" fmla="*/ 36392261 w 25"/>
                <a:gd name="T7" fmla="*/ 5999455 h 35"/>
                <a:gd name="T8" fmla="*/ 21835602 w 25"/>
                <a:gd name="T9" fmla="*/ 16496969 h 35"/>
                <a:gd name="T10" fmla="*/ 17467996 w 25"/>
                <a:gd name="T11" fmla="*/ 49490912 h 35"/>
                <a:gd name="T12" fmla="*/ 5822666 w 25"/>
                <a:gd name="T13" fmla="*/ 52490026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"/>
                <a:gd name="T22" fmla="*/ 0 h 35"/>
                <a:gd name="T23" fmla="*/ 25 w 25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" h="35">
                  <a:moveTo>
                    <a:pt x="4" y="35"/>
                  </a:moveTo>
                  <a:lnTo>
                    <a:pt x="0" y="14"/>
                  </a:lnTo>
                  <a:lnTo>
                    <a:pt x="16" y="0"/>
                  </a:lnTo>
                  <a:lnTo>
                    <a:pt x="25" y="4"/>
                  </a:lnTo>
                  <a:lnTo>
                    <a:pt x="15" y="11"/>
                  </a:lnTo>
                  <a:lnTo>
                    <a:pt x="12" y="33"/>
                  </a:lnTo>
                  <a:lnTo>
                    <a:pt x="4" y="3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="" xmlns:a16="http://schemas.microsoft.com/office/drawing/2014/main" id="{B6B27A78-083F-4F91-B81C-E93541D59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881" y="3681413"/>
              <a:ext cx="1141413" cy="1295400"/>
            </a:xfrm>
            <a:custGeom>
              <a:avLst/>
              <a:gdLst>
                <a:gd name="T0" fmla="*/ 1076911235 w 907"/>
                <a:gd name="T1" fmla="*/ 322006569 h 1026"/>
                <a:gd name="T2" fmla="*/ 1057907406 w 907"/>
                <a:gd name="T3" fmla="*/ 285342726 h 1026"/>
                <a:gd name="T4" fmla="*/ 1010395945 w 907"/>
                <a:gd name="T5" fmla="*/ 264618861 h 1026"/>
                <a:gd name="T6" fmla="*/ 964468871 w 907"/>
                <a:gd name="T7" fmla="*/ 250272250 h 1026"/>
                <a:gd name="T8" fmla="*/ 910623640 w 907"/>
                <a:gd name="T9" fmla="*/ 293312084 h 1026"/>
                <a:gd name="T10" fmla="*/ 864696566 w 907"/>
                <a:gd name="T11" fmla="*/ 301282704 h 1026"/>
                <a:gd name="T12" fmla="*/ 788678732 w 907"/>
                <a:gd name="T13" fmla="*/ 286936093 h 1026"/>
                <a:gd name="T14" fmla="*/ 850443379 w 907"/>
                <a:gd name="T15" fmla="*/ 194479171 h 1026"/>
                <a:gd name="T16" fmla="*/ 839357707 w 907"/>
                <a:gd name="T17" fmla="*/ 95644957 h 1026"/>
                <a:gd name="T18" fmla="*/ 818769491 w 907"/>
                <a:gd name="T19" fmla="*/ 47822478 h 1026"/>
                <a:gd name="T20" fmla="*/ 763339873 w 907"/>
                <a:gd name="T21" fmla="*/ 129120804 h 1026"/>
                <a:gd name="T22" fmla="*/ 649314224 w 907"/>
                <a:gd name="T23" fmla="*/ 121151446 h 1026"/>
                <a:gd name="T24" fmla="*/ 559043204 w 907"/>
                <a:gd name="T25" fmla="*/ 164191280 h 1026"/>
                <a:gd name="T26" fmla="*/ 519451159 w 907"/>
                <a:gd name="T27" fmla="*/ 46229112 h 1026"/>
                <a:gd name="T28" fmla="*/ 483026629 w 907"/>
                <a:gd name="T29" fmla="*/ 1594630 h 1026"/>
                <a:gd name="T30" fmla="*/ 405425667 w 907"/>
                <a:gd name="T31" fmla="*/ 65357085 h 1026"/>
                <a:gd name="T32" fmla="*/ 356331078 w 907"/>
                <a:gd name="T33" fmla="*/ 111586197 h 1026"/>
                <a:gd name="T34" fmla="*/ 304068896 w 907"/>
                <a:gd name="T35" fmla="*/ 188103180 h 1026"/>
                <a:gd name="T36" fmla="*/ 243888636 w 907"/>
                <a:gd name="T37" fmla="*/ 167379315 h 1026"/>
                <a:gd name="T38" fmla="*/ 204296591 w 907"/>
                <a:gd name="T39" fmla="*/ 148250040 h 1026"/>
                <a:gd name="T40" fmla="*/ 164704507 w 907"/>
                <a:gd name="T41" fmla="*/ 184913922 h 1026"/>
                <a:gd name="T42" fmla="*/ 156785091 w 907"/>
                <a:gd name="T43" fmla="*/ 280560102 h 1026"/>
                <a:gd name="T44" fmla="*/ 93437316 w 907"/>
                <a:gd name="T45" fmla="*/ 403304954 h 1026"/>
                <a:gd name="T46" fmla="*/ 17420706 w 907"/>
                <a:gd name="T47" fmla="*/ 495761875 h 1026"/>
                <a:gd name="T48" fmla="*/ 30090769 w 907"/>
                <a:gd name="T49" fmla="*/ 612130657 h 1026"/>
                <a:gd name="T50" fmla="*/ 121944947 w 907"/>
                <a:gd name="T51" fmla="*/ 618506648 h 1026"/>
                <a:gd name="T52" fmla="*/ 210631620 w 907"/>
                <a:gd name="T53" fmla="*/ 680677138 h 1026"/>
                <a:gd name="T54" fmla="*/ 316738955 w 907"/>
                <a:gd name="T55" fmla="*/ 632853260 h 1026"/>
                <a:gd name="T56" fmla="*/ 380086809 w 907"/>
                <a:gd name="T57" fmla="*/ 742846208 h 1026"/>
                <a:gd name="T58" fmla="*/ 505197973 w 907"/>
                <a:gd name="T59" fmla="*/ 811392532 h 1026"/>
                <a:gd name="T60" fmla="*/ 522618674 w 907"/>
                <a:gd name="T61" fmla="*/ 903849453 h 1026"/>
                <a:gd name="T62" fmla="*/ 616057208 w 907"/>
                <a:gd name="T63" fmla="*/ 967613152 h 1026"/>
                <a:gd name="T64" fmla="*/ 614472822 w 907"/>
                <a:gd name="T65" fmla="*/ 1060070074 h 1026"/>
                <a:gd name="T66" fmla="*/ 674653240 w 907"/>
                <a:gd name="T67" fmla="*/ 1150933629 h 1026"/>
                <a:gd name="T68" fmla="*/ 741168530 w 907"/>
                <a:gd name="T69" fmla="*/ 1222666685 h 1026"/>
                <a:gd name="T70" fmla="*/ 782344961 w 907"/>
                <a:gd name="T71" fmla="*/ 1294401004 h 1026"/>
                <a:gd name="T72" fmla="*/ 733250372 w 907"/>
                <a:gd name="T73" fmla="*/ 1412364731 h 1026"/>
                <a:gd name="T74" fmla="*/ 676237626 w 907"/>
                <a:gd name="T75" fmla="*/ 1488880412 h 1026"/>
                <a:gd name="T76" fmla="*/ 771259289 w 907"/>
                <a:gd name="T77" fmla="*/ 1530326880 h 1026"/>
                <a:gd name="T78" fmla="*/ 850443379 w 907"/>
                <a:gd name="T79" fmla="*/ 1635537046 h 1026"/>
                <a:gd name="T80" fmla="*/ 890035424 w 907"/>
                <a:gd name="T81" fmla="*/ 1530326880 h 1026"/>
                <a:gd name="T82" fmla="*/ 918541797 w 907"/>
                <a:gd name="T83" fmla="*/ 1492068408 h 1026"/>
                <a:gd name="T84" fmla="*/ 885284781 w 907"/>
                <a:gd name="T85" fmla="*/ 1560614731 h 1026"/>
                <a:gd name="T86" fmla="*/ 951800071 w 907"/>
                <a:gd name="T87" fmla="*/ 1463375185 h 1026"/>
                <a:gd name="T88" fmla="*/ 980306444 w 907"/>
                <a:gd name="T89" fmla="*/ 1378888884 h 1026"/>
                <a:gd name="T90" fmla="*/ 975555801 w 907"/>
                <a:gd name="T91" fmla="*/ 1289618380 h 1026"/>
                <a:gd name="T92" fmla="*/ 1048404862 w 907"/>
                <a:gd name="T93" fmla="*/ 1222666685 h 1026"/>
                <a:gd name="T94" fmla="*/ 1143426525 w 907"/>
                <a:gd name="T95" fmla="*/ 1186002842 h 1026"/>
                <a:gd name="T96" fmla="*/ 1203606785 w 907"/>
                <a:gd name="T97" fmla="*/ 1176438856 h 1026"/>
                <a:gd name="T98" fmla="*/ 1259036403 w 907"/>
                <a:gd name="T99" fmla="*/ 1063258069 h 1026"/>
                <a:gd name="T100" fmla="*/ 1290710291 w 907"/>
                <a:gd name="T101" fmla="*/ 911820074 h 1026"/>
                <a:gd name="T102" fmla="*/ 1285958390 w 907"/>
                <a:gd name="T103" fmla="*/ 797044658 h 1026"/>
                <a:gd name="T104" fmla="*/ 1325552008 w 907"/>
                <a:gd name="T105" fmla="*/ 734875588 h 1026"/>
                <a:gd name="T106" fmla="*/ 1373062210 w 907"/>
                <a:gd name="T107" fmla="*/ 655170491 h 1026"/>
                <a:gd name="T108" fmla="*/ 1418989284 w 907"/>
                <a:gd name="T109" fmla="*/ 476632639 h 1026"/>
                <a:gd name="T110" fmla="*/ 1304963477 w 907"/>
                <a:gd name="T111" fmla="*/ 388958342 h 1026"/>
                <a:gd name="T112" fmla="*/ 1145009653 w 907"/>
                <a:gd name="T113" fmla="*/ 333165264 h 102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07"/>
                <a:gd name="T172" fmla="*/ 0 h 1026"/>
                <a:gd name="T173" fmla="*/ 907 w 907"/>
                <a:gd name="T174" fmla="*/ 1026 h 102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07" h="1026">
                  <a:moveTo>
                    <a:pt x="687" y="202"/>
                  </a:moveTo>
                  <a:lnTo>
                    <a:pt x="683" y="205"/>
                  </a:lnTo>
                  <a:lnTo>
                    <a:pt x="674" y="222"/>
                  </a:lnTo>
                  <a:lnTo>
                    <a:pt x="680" y="202"/>
                  </a:lnTo>
                  <a:lnTo>
                    <a:pt x="677" y="196"/>
                  </a:lnTo>
                  <a:lnTo>
                    <a:pt x="674" y="199"/>
                  </a:lnTo>
                  <a:lnTo>
                    <a:pt x="675" y="186"/>
                  </a:lnTo>
                  <a:lnTo>
                    <a:pt x="668" y="179"/>
                  </a:lnTo>
                  <a:lnTo>
                    <a:pt x="659" y="179"/>
                  </a:lnTo>
                  <a:lnTo>
                    <a:pt x="657" y="176"/>
                  </a:lnTo>
                  <a:lnTo>
                    <a:pt x="648" y="171"/>
                  </a:lnTo>
                  <a:lnTo>
                    <a:pt x="638" y="166"/>
                  </a:lnTo>
                  <a:lnTo>
                    <a:pt x="629" y="163"/>
                  </a:lnTo>
                  <a:lnTo>
                    <a:pt x="622" y="161"/>
                  </a:lnTo>
                  <a:lnTo>
                    <a:pt x="609" y="154"/>
                  </a:lnTo>
                  <a:lnTo>
                    <a:pt x="609" y="157"/>
                  </a:lnTo>
                  <a:lnTo>
                    <a:pt x="594" y="160"/>
                  </a:lnTo>
                  <a:lnTo>
                    <a:pt x="585" y="177"/>
                  </a:lnTo>
                  <a:lnTo>
                    <a:pt x="584" y="180"/>
                  </a:lnTo>
                  <a:lnTo>
                    <a:pt x="575" y="184"/>
                  </a:lnTo>
                  <a:lnTo>
                    <a:pt x="559" y="206"/>
                  </a:lnTo>
                  <a:lnTo>
                    <a:pt x="562" y="187"/>
                  </a:lnTo>
                  <a:lnTo>
                    <a:pt x="555" y="192"/>
                  </a:lnTo>
                  <a:lnTo>
                    <a:pt x="546" y="189"/>
                  </a:lnTo>
                  <a:lnTo>
                    <a:pt x="539" y="189"/>
                  </a:lnTo>
                  <a:lnTo>
                    <a:pt x="532" y="164"/>
                  </a:lnTo>
                  <a:lnTo>
                    <a:pt x="514" y="171"/>
                  </a:lnTo>
                  <a:lnTo>
                    <a:pt x="498" y="180"/>
                  </a:lnTo>
                  <a:lnTo>
                    <a:pt x="491" y="179"/>
                  </a:lnTo>
                  <a:lnTo>
                    <a:pt x="508" y="169"/>
                  </a:lnTo>
                  <a:lnTo>
                    <a:pt x="521" y="139"/>
                  </a:lnTo>
                  <a:lnTo>
                    <a:pt x="537" y="122"/>
                  </a:lnTo>
                  <a:lnTo>
                    <a:pt x="552" y="105"/>
                  </a:lnTo>
                  <a:lnTo>
                    <a:pt x="546" y="92"/>
                  </a:lnTo>
                  <a:lnTo>
                    <a:pt x="535" y="81"/>
                  </a:lnTo>
                  <a:lnTo>
                    <a:pt x="530" y="60"/>
                  </a:lnTo>
                  <a:lnTo>
                    <a:pt x="524" y="36"/>
                  </a:lnTo>
                  <a:lnTo>
                    <a:pt x="524" y="38"/>
                  </a:lnTo>
                  <a:lnTo>
                    <a:pt x="516" y="25"/>
                  </a:lnTo>
                  <a:lnTo>
                    <a:pt x="517" y="30"/>
                  </a:lnTo>
                  <a:lnTo>
                    <a:pt x="513" y="30"/>
                  </a:lnTo>
                  <a:lnTo>
                    <a:pt x="513" y="32"/>
                  </a:lnTo>
                  <a:lnTo>
                    <a:pt x="497" y="57"/>
                  </a:lnTo>
                  <a:lnTo>
                    <a:pt x="482" y="81"/>
                  </a:lnTo>
                  <a:lnTo>
                    <a:pt x="459" y="80"/>
                  </a:lnTo>
                  <a:lnTo>
                    <a:pt x="444" y="77"/>
                  </a:lnTo>
                  <a:lnTo>
                    <a:pt x="430" y="71"/>
                  </a:lnTo>
                  <a:lnTo>
                    <a:pt x="410" y="76"/>
                  </a:lnTo>
                  <a:lnTo>
                    <a:pt x="411" y="90"/>
                  </a:lnTo>
                  <a:lnTo>
                    <a:pt x="401" y="87"/>
                  </a:lnTo>
                  <a:lnTo>
                    <a:pt x="376" y="92"/>
                  </a:lnTo>
                  <a:lnTo>
                    <a:pt x="353" y="103"/>
                  </a:lnTo>
                  <a:lnTo>
                    <a:pt x="340" y="103"/>
                  </a:lnTo>
                  <a:lnTo>
                    <a:pt x="324" y="84"/>
                  </a:lnTo>
                  <a:lnTo>
                    <a:pt x="321" y="52"/>
                  </a:lnTo>
                  <a:lnTo>
                    <a:pt x="328" y="29"/>
                  </a:lnTo>
                  <a:lnTo>
                    <a:pt x="318" y="14"/>
                  </a:lnTo>
                  <a:lnTo>
                    <a:pt x="315" y="0"/>
                  </a:lnTo>
                  <a:lnTo>
                    <a:pt x="302" y="1"/>
                  </a:lnTo>
                  <a:lnTo>
                    <a:pt x="305" y="1"/>
                  </a:lnTo>
                  <a:lnTo>
                    <a:pt x="298" y="16"/>
                  </a:lnTo>
                  <a:lnTo>
                    <a:pt x="279" y="23"/>
                  </a:lnTo>
                  <a:lnTo>
                    <a:pt x="260" y="32"/>
                  </a:lnTo>
                  <a:lnTo>
                    <a:pt x="256" y="41"/>
                  </a:lnTo>
                  <a:lnTo>
                    <a:pt x="234" y="33"/>
                  </a:lnTo>
                  <a:lnTo>
                    <a:pt x="210" y="26"/>
                  </a:lnTo>
                  <a:lnTo>
                    <a:pt x="219" y="39"/>
                  </a:lnTo>
                  <a:lnTo>
                    <a:pt x="225" y="70"/>
                  </a:lnTo>
                  <a:lnTo>
                    <a:pt x="240" y="74"/>
                  </a:lnTo>
                  <a:lnTo>
                    <a:pt x="237" y="81"/>
                  </a:lnTo>
                  <a:lnTo>
                    <a:pt x="216" y="100"/>
                  </a:lnTo>
                  <a:lnTo>
                    <a:pt x="192" y="118"/>
                  </a:lnTo>
                  <a:lnTo>
                    <a:pt x="189" y="116"/>
                  </a:lnTo>
                  <a:lnTo>
                    <a:pt x="177" y="118"/>
                  </a:lnTo>
                  <a:lnTo>
                    <a:pt x="158" y="106"/>
                  </a:lnTo>
                  <a:lnTo>
                    <a:pt x="154" y="105"/>
                  </a:lnTo>
                  <a:lnTo>
                    <a:pt x="145" y="83"/>
                  </a:lnTo>
                  <a:lnTo>
                    <a:pt x="132" y="92"/>
                  </a:lnTo>
                  <a:lnTo>
                    <a:pt x="126" y="89"/>
                  </a:lnTo>
                  <a:lnTo>
                    <a:pt x="129" y="93"/>
                  </a:lnTo>
                  <a:lnTo>
                    <a:pt x="109" y="93"/>
                  </a:lnTo>
                  <a:lnTo>
                    <a:pt x="88" y="93"/>
                  </a:lnTo>
                  <a:lnTo>
                    <a:pt x="91" y="110"/>
                  </a:lnTo>
                  <a:lnTo>
                    <a:pt x="104" y="116"/>
                  </a:lnTo>
                  <a:lnTo>
                    <a:pt x="100" y="122"/>
                  </a:lnTo>
                  <a:lnTo>
                    <a:pt x="84" y="122"/>
                  </a:lnTo>
                  <a:lnTo>
                    <a:pt x="88" y="148"/>
                  </a:lnTo>
                  <a:lnTo>
                    <a:pt x="99" y="176"/>
                  </a:lnTo>
                  <a:lnTo>
                    <a:pt x="93" y="212"/>
                  </a:lnTo>
                  <a:lnTo>
                    <a:pt x="88" y="248"/>
                  </a:lnTo>
                  <a:lnTo>
                    <a:pt x="80" y="248"/>
                  </a:lnTo>
                  <a:lnTo>
                    <a:pt x="59" y="253"/>
                  </a:lnTo>
                  <a:lnTo>
                    <a:pt x="42" y="262"/>
                  </a:lnTo>
                  <a:lnTo>
                    <a:pt x="23" y="270"/>
                  </a:lnTo>
                  <a:lnTo>
                    <a:pt x="17" y="291"/>
                  </a:lnTo>
                  <a:lnTo>
                    <a:pt x="11" y="311"/>
                  </a:lnTo>
                  <a:lnTo>
                    <a:pt x="0" y="333"/>
                  </a:lnTo>
                  <a:lnTo>
                    <a:pt x="10" y="352"/>
                  </a:lnTo>
                  <a:lnTo>
                    <a:pt x="20" y="372"/>
                  </a:lnTo>
                  <a:lnTo>
                    <a:pt x="19" y="384"/>
                  </a:lnTo>
                  <a:lnTo>
                    <a:pt x="29" y="386"/>
                  </a:lnTo>
                  <a:lnTo>
                    <a:pt x="42" y="397"/>
                  </a:lnTo>
                  <a:lnTo>
                    <a:pt x="61" y="401"/>
                  </a:lnTo>
                  <a:lnTo>
                    <a:pt x="77" y="388"/>
                  </a:lnTo>
                  <a:lnTo>
                    <a:pt x="78" y="408"/>
                  </a:lnTo>
                  <a:lnTo>
                    <a:pt x="80" y="429"/>
                  </a:lnTo>
                  <a:lnTo>
                    <a:pt x="104" y="426"/>
                  </a:lnTo>
                  <a:lnTo>
                    <a:pt x="133" y="427"/>
                  </a:lnTo>
                  <a:lnTo>
                    <a:pt x="144" y="420"/>
                  </a:lnTo>
                  <a:lnTo>
                    <a:pt x="164" y="407"/>
                  </a:lnTo>
                  <a:lnTo>
                    <a:pt x="183" y="395"/>
                  </a:lnTo>
                  <a:lnTo>
                    <a:pt x="200" y="397"/>
                  </a:lnTo>
                  <a:lnTo>
                    <a:pt x="203" y="420"/>
                  </a:lnTo>
                  <a:lnTo>
                    <a:pt x="205" y="442"/>
                  </a:lnTo>
                  <a:lnTo>
                    <a:pt x="224" y="461"/>
                  </a:lnTo>
                  <a:lnTo>
                    <a:pt x="240" y="466"/>
                  </a:lnTo>
                  <a:lnTo>
                    <a:pt x="260" y="477"/>
                  </a:lnTo>
                  <a:lnTo>
                    <a:pt x="286" y="494"/>
                  </a:lnTo>
                  <a:lnTo>
                    <a:pt x="312" y="498"/>
                  </a:lnTo>
                  <a:lnTo>
                    <a:pt x="319" y="509"/>
                  </a:lnTo>
                  <a:lnTo>
                    <a:pt x="322" y="536"/>
                  </a:lnTo>
                  <a:lnTo>
                    <a:pt x="318" y="536"/>
                  </a:lnTo>
                  <a:lnTo>
                    <a:pt x="327" y="546"/>
                  </a:lnTo>
                  <a:lnTo>
                    <a:pt x="330" y="567"/>
                  </a:lnTo>
                  <a:lnTo>
                    <a:pt x="351" y="568"/>
                  </a:lnTo>
                  <a:lnTo>
                    <a:pt x="372" y="571"/>
                  </a:lnTo>
                  <a:lnTo>
                    <a:pt x="375" y="593"/>
                  </a:lnTo>
                  <a:lnTo>
                    <a:pt x="389" y="607"/>
                  </a:lnTo>
                  <a:lnTo>
                    <a:pt x="395" y="618"/>
                  </a:lnTo>
                  <a:lnTo>
                    <a:pt x="389" y="638"/>
                  </a:lnTo>
                  <a:lnTo>
                    <a:pt x="385" y="657"/>
                  </a:lnTo>
                  <a:lnTo>
                    <a:pt x="388" y="665"/>
                  </a:lnTo>
                  <a:lnTo>
                    <a:pt x="385" y="668"/>
                  </a:lnTo>
                  <a:lnTo>
                    <a:pt x="389" y="681"/>
                  </a:lnTo>
                  <a:lnTo>
                    <a:pt x="394" y="718"/>
                  </a:lnTo>
                  <a:lnTo>
                    <a:pt x="426" y="722"/>
                  </a:lnTo>
                  <a:lnTo>
                    <a:pt x="443" y="725"/>
                  </a:lnTo>
                  <a:lnTo>
                    <a:pt x="449" y="747"/>
                  </a:lnTo>
                  <a:lnTo>
                    <a:pt x="456" y="769"/>
                  </a:lnTo>
                  <a:lnTo>
                    <a:pt x="468" y="767"/>
                  </a:lnTo>
                  <a:lnTo>
                    <a:pt x="481" y="769"/>
                  </a:lnTo>
                  <a:lnTo>
                    <a:pt x="479" y="790"/>
                  </a:lnTo>
                  <a:lnTo>
                    <a:pt x="479" y="811"/>
                  </a:lnTo>
                  <a:lnTo>
                    <a:pt x="494" y="812"/>
                  </a:lnTo>
                  <a:lnTo>
                    <a:pt x="504" y="846"/>
                  </a:lnTo>
                  <a:lnTo>
                    <a:pt x="489" y="859"/>
                  </a:lnTo>
                  <a:lnTo>
                    <a:pt x="475" y="872"/>
                  </a:lnTo>
                  <a:lnTo>
                    <a:pt x="463" y="886"/>
                  </a:lnTo>
                  <a:lnTo>
                    <a:pt x="450" y="902"/>
                  </a:lnTo>
                  <a:lnTo>
                    <a:pt x="439" y="917"/>
                  </a:lnTo>
                  <a:lnTo>
                    <a:pt x="427" y="933"/>
                  </a:lnTo>
                  <a:lnTo>
                    <a:pt x="427" y="934"/>
                  </a:lnTo>
                  <a:lnTo>
                    <a:pt x="439" y="931"/>
                  </a:lnTo>
                  <a:lnTo>
                    <a:pt x="466" y="952"/>
                  </a:lnTo>
                  <a:lnTo>
                    <a:pt x="473" y="953"/>
                  </a:lnTo>
                  <a:lnTo>
                    <a:pt x="487" y="960"/>
                  </a:lnTo>
                  <a:lnTo>
                    <a:pt x="511" y="979"/>
                  </a:lnTo>
                  <a:lnTo>
                    <a:pt x="535" y="997"/>
                  </a:lnTo>
                  <a:lnTo>
                    <a:pt x="532" y="1008"/>
                  </a:lnTo>
                  <a:lnTo>
                    <a:pt x="537" y="1026"/>
                  </a:lnTo>
                  <a:lnTo>
                    <a:pt x="546" y="1010"/>
                  </a:lnTo>
                  <a:lnTo>
                    <a:pt x="555" y="994"/>
                  </a:lnTo>
                  <a:lnTo>
                    <a:pt x="555" y="978"/>
                  </a:lnTo>
                  <a:lnTo>
                    <a:pt x="562" y="960"/>
                  </a:lnTo>
                  <a:lnTo>
                    <a:pt x="571" y="949"/>
                  </a:lnTo>
                  <a:lnTo>
                    <a:pt x="569" y="934"/>
                  </a:lnTo>
                  <a:lnTo>
                    <a:pt x="569" y="933"/>
                  </a:lnTo>
                  <a:lnTo>
                    <a:pt x="580" y="936"/>
                  </a:lnTo>
                  <a:lnTo>
                    <a:pt x="585" y="937"/>
                  </a:lnTo>
                  <a:lnTo>
                    <a:pt x="575" y="956"/>
                  </a:lnTo>
                  <a:lnTo>
                    <a:pt x="566" y="975"/>
                  </a:lnTo>
                  <a:lnTo>
                    <a:pt x="559" y="979"/>
                  </a:lnTo>
                  <a:lnTo>
                    <a:pt x="561" y="982"/>
                  </a:lnTo>
                  <a:lnTo>
                    <a:pt x="577" y="962"/>
                  </a:lnTo>
                  <a:lnTo>
                    <a:pt x="591" y="940"/>
                  </a:lnTo>
                  <a:lnTo>
                    <a:pt x="601" y="918"/>
                  </a:lnTo>
                  <a:lnTo>
                    <a:pt x="610" y="896"/>
                  </a:lnTo>
                  <a:lnTo>
                    <a:pt x="617" y="886"/>
                  </a:lnTo>
                  <a:lnTo>
                    <a:pt x="619" y="885"/>
                  </a:lnTo>
                  <a:lnTo>
                    <a:pt x="619" y="865"/>
                  </a:lnTo>
                  <a:lnTo>
                    <a:pt x="619" y="843"/>
                  </a:lnTo>
                  <a:lnTo>
                    <a:pt x="613" y="828"/>
                  </a:lnTo>
                  <a:lnTo>
                    <a:pt x="613" y="819"/>
                  </a:lnTo>
                  <a:lnTo>
                    <a:pt x="616" y="809"/>
                  </a:lnTo>
                  <a:lnTo>
                    <a:pt x="613" y="808"/>
                  </a:lnTo>
                  <a:lnTo>
                    <a:pt x="623" y="806"/>
                  </a:lnTo>
                  <a:lnTo>
                    <a:pt x="642" y="786"/>
                  </a:lnTo>
                  <a:lnTo>
                    <a:pt x="662" y="767"/>
                  </a:lnTo>
                  <a:lnTo>
                    <a:pt x="683" y="761"/>
                  </a:lnTo>
                  <a:lnTo>
                    <a:pt x="700" y="750"/>
                  </a:lnTo>
                  <a:lnTo>
                    <a:pt x="707" y="744"/>
                  </a:lnTo>
                  <a:lnTo>
                    <a:pt x="722" y="744"/>
                  </a:lnTo>
                  <a:lnTo>
                    <a:pt x="715" y="745"/>
                  </a:lnTo>
                  <a:lnTo>
                    <a:pt x="731" y="740"/>
                  </a:lnTo>
                  <a:lnTo>
                    <a:pt x="734" y="738"/>
                  </a:lnTo>
                  <a:lnTo>
                    <a:pt x="760" y="738"/>
                  </a:lnTo>
                  <a:lnTo>
                    <a:pt x="767" y="724"/>
                  </a:lnTo>
                  <a:lnTo>
                    <a:pt x="780" y="716"/>
                  </a:lnTo>
                  <a:lnTo>
                    <a:pt x="783" y="687"/>
                  </a:lnTo>
                  <a:lnTo>
                    <a:pt x="795" y="667"/>
                  </a:lnTo>
                  <a:lnTo>
                    <a:pt x="805" y="647"/>
                  </a:lnTo>
                  <a:lnTo>
                    <a:pt x="809" y="610"/>
                  </a:lnTo>
                  <a:lnTo>
                    <a:pt x="814" y="597"/>
                  </a:lnTo>
                  <a:lnTo>
                    <a:pt x="815" y="572"/>
                  </a:lnTo>
                  <a:lnTo>
                    <a:pt x="816" y="546"/>
                  </a:lnTo>
                  <a:lnTo>
                    <a:pt x="816" y="527"/>
                  </a:lnTo>
                  <a:lnTo>
                    <a:pt x="815" y="509"/>
                  </a:lnTo>
                  <a:lnTo>
                    <a:pt x="812" y="500"/>
                  </a:lnTo>
                  <a:lnTo>
                    <a:pt x="816" y="475"/>
                  </a:lnTo>
                  <a:lnTo>
                    <a:pt x="822" y="472"/>
                  </a:lnTo>
                  <a:lnTo>
                    <a:pt x="825" y="481"/>
                  </a:lnTo>
                  <a:lnTo>
                    <a:pt x="837" y="461"/>
                  </a:lnTo>
                  <a:lnTo>
                    <a:pt x="848" y="439"/>
                  </a:lnTo>
                  <a:lnTo>
                    <a:pt x="848" y="437"/>
                  </a:lnTo>
                  <a:lnTo>
                    <a:pt x="854" y="430"/>
                  </a:lnTo>
                  <a:lnTo>
                    <a:pt x="867" y="411"/>
                  </a:lnTo>
                  <a:lnTo>
                    <a:pt x="882" y="392"/>
                  </a:lnTo>
                  <a:lnTo>
                    <a:pt x="902" y="363"/>
                  </a:lnTo>
                  <a:lnTo>
                    <a:pt x="907" y="327"/>
                  </a:lnTo>
                  <a:lnTo>
                    <a:pt x="896" y="299"/>
                  </a:lnTo>
                  <a:lnTo>
                    <a:pt x="886" y="273"/>
                  </a:lnTo>
                  <a:lnTo>
                    <a:pt x="867" y="269"/>
                  </a:lnTo>
                  <a:lnTo>
                    <a:pt x="848" y="266"/>
                  </a:lnTo>
                  <a:lnTo>
                    <a:pt x="824" y="244"/>
                  </a:lnTo>
                  <a:lnTo>
                    <a:pt x="799" y="222"/>
                  </a:lnTo>
                  <a:lnTo>
                    <a:pt x="766" y="212"/>
                  </a:lnTo>
                  <a:lnTo>
                    <a:pt x="744" y="214"/>
                  </a:lnTo>
                  <a:lnTo>
                    <a:pt x="723" y="209"/>
                  </a:lnTo>
                  <a:lnTo>
                    <a:pt x="703" y="203"/>
                  </a:lnTo>
                  <a:lnTo>
                    <a:pt x="686" y="209"/>
                  </a:lnTo>
                  <a:lnTo>
                    <a:pt x="687" y="20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="" xmlns:a16="http://schemas.microsoft.com/office/drawing/2014/main" id="{C8699495-CF99-46B8-A186-4B6119F0F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569" y="3857625"/>
              <a:ext cx="65087" cy="57150"/>
            </a:xfrm>
            <a:custGeom>
              <a:avLst/>
              <a:gdLst>
                <a:gd name="T0" fmla="*/ 39211967 w 55"/>
                <a:gd name="T1" fmla="*/ 66128897 h 45"/>
                <a:gd name="T2" fmla="*/ 32209782 w 55"/>
                <a:gd name="T3" fmla="*/ 69354696 h 45"/>
                <a:gd name="T4" fmla="*/ 16805463 w 55"/>
                <a:gd name="T5" fmla="*/ 61290199 h 45"/>
                <a:gd name="T6" fmla="*/ 9803288 w 55"/>
                <a:gd name="T7" fmla="*/ 72580495 h 45"/>
                <a:gd name="T8" fmla="*/ 0 w 55"/>
                <a:gd name="T9" fmla="*/ 41935406 h 45"/>
                <a:gd name="T10" fmla="*/ 4201070 w 55"/>
                <a:gd name="T11" fmla="*/ 40322496 h 45"/>
                <a:gd name="T12" fmla="*/ 2801108 w 55"/>
                <a:gd name="T13" fmla="*/ 22580602 h 45"/>
                <a:gd name="T14" fmla="*/ 12604395 w 55"/>
                <a:gd name="T15" fmla="*/ 0 h 45"/>
                <a:gd name="T16" fmla="*/ 44814181 w 55"/>
                <a:gd name="T17" fmla="*/ 4838700 h 45"/>
                <a:gd name="T18" fmla="*/ 77023953 w 55"/>
                <a:gd name="T19" fmla="*/ 11290301 h 45"/>
                <a:gd name="T20" fmla="*/ 61619639 w 55"/>
                <a:gd name="T21" fmla="*/ 46774104 h 45"/>
                <a:gd name="T22" fmla="*/ 58818532 w 55"/>
                <a:gd name="T23" fmla="*/ 51612802 h 45"/>
                <a:gd name="T24" fmla="*/ 54617464 w 55"/>
                <a:gd name="T25" fmla="*/ 61290199 h 45"/>
                <a:gd name="T26" fmla="*/ 50415211 w 55"/>
                <a:gd name="T27" fmla="*/ 61290199 h 45"/>
                <a:gd name="T28" fmla="*/ 39211967 w 55"/>
                <a:gd name="T29" fmla="*/ 66128897 h 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55"/>
                <a:gd name="T46" fmla="*/ 0 h 45"/>
                <a:gd name="T47" fmla="*/ 55 w 55"/>
                <a:gd name="T48" fmla="*/ 45 h 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55" h="45">
                  <a:moveTo>
                    <a:pt x="28" y="41"/>
                  </a:moveTo>
                  <a:lnTo>
                    <a:pt x="23" y="43"/>
                  </a:lnTo>
                  <a:lnTo>
                    <a:pt x="12" y="38"/>
                  </a:lnTo>
                  <a:lnTo>
                    <a:pt x="7" y="45"/>
                  </a:lnTo>
                  <a:lnTo>
                    <a:pt x="0" y="26"/>
                  </a:lnTo>
                  <a:lnTo>
                    <a:pt x="3" y="25"/>
                  </a:lnTo>
                  <a:lnTo>
                    <a:pt x="2" y="14"/>
                  </a:lnTo>
                  <a:lnTo>
                    <a:pt x="9" y="0"/>
                  </a:lnTo>
                  <a:lnTo>
                    <a:pt x="32" y="3"/>
                  </a:lnTo>
                  <a:lnTo>
                    <a:pt x="55" y="7"/>
                  </a:lnTo>
                  <a:lnTo>
                    <a:pt x="44" y="29"/>
                  </a:lnTo>
                  <a:lnTo>
                    <a:pt x="42" y="32"/>
                  </a:lnTo>
                  <a:lnTo>
                    <a:pt x="39" y="38"/>
                  </a:lnTo>
                  <a:lnTo>
                    <a:pt x="36" y="38"/>
                  </a:lnTo>
                  <a:lnTo>
                    <a:pt x="28" y="4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="" xmlns:a16="http://schemas.microsoft.com/office/drawing/2014/main" id="{E2E79AA6-AAD3-4910-A538-805FC0BF5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281" y="3779838"/>
              <a:ext cx="55563" cy="44450"/>
            </a:xfrm>
            <a:custGeom>
              <a:avLst/>
              <a:gdLst>
                <a:gd name="T0" fmla="*/ 11687613 w 43"/>
                <a:gd name="T1" fmla="*/ 54883399 h 36"/>
                <a:gd name="T2" fmla="*/ 0 w 43"/>
                <a:gd name="T3" fmla="*/ 47260227 h 36"/>
                <a:gd name="T4" fmla="*/ 1669474 w 43"/>
                <a:gd name="T5" fmla="*/ 35064871 h 36"/>
                <a:gd name="T6" fmla="*/ 11687613 w 43"/>
                <a:gd name="T7" fmla="*/ 0 h 36"/>
                <a:gd name="T8" fmla="*/ 41742022 w 43"/>
                <a:gd name="T9" fmla="*/ 3048529 h 36"/>
                <a:gd name="T10" fmla="*/ 70126962 w 43"/>
                <a:gd name="T11" fmla="*/ 7623174 h 36"/>
                <a:gd name="T12" fmla="*/ 71796436 w 43"/>
                <a:gd name="T13" fmla="*/ 54883399 h 36"/>
                <a:gd name="T14" fmla="*/ 41742022 w 43"/>
                <a:gd name="T15" fmla="*/ 54883399 h 36"/>
                <a:gd name="T16" fmla="*/ 11687613 w 43"/>
                <a:gd name="T17" fmla="*/ 54883399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"/>
                <a:gd name="T28" fmla="*/ 0 h 36"/>
                <a:gd name="T29" fmla="*/ 43 w 43"/>
                <a:gd name="T30" fmla="*/ 36 h 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" h="36">
                  <a:moveTo>
                    <a:pt x="7" y="36"/>
                  </a:moveTo>
                  <a:lnTo>
                    <a:pt x="0" y="31"/>
                  </a:lnTo>
                  <a:lnTo>
                    <a:pt x="1" y="23"/>
                  </a:lnTo>
                  <a:lnTo>
                    <a:pt x="7" y="0"/>
                  </a:lnTo>
                  <a:lnTo>
                    <a:pt x="25" y="2"/>
                  </a:lnTo>
                  <a:lnTo>
                    <a:pt x="42" y="5"/>
                  </a:lnTo>
                  <a:lnTo>
                    <a:pt x="43" y="36"/>
                  </a:lnTo>
                  <a:lnTo>
                    <a:pt x="25" y="36"/>
                  </a:lnTo>
                  <a:lnTo>
                    <a:pt x="7" y="3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="" xmlns:a16="http://schemas.microsoft.com/office/drawing/2014/main" id="{AD47D732-8D2D-4911-97AC-1619D3DBF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531" y="3732213"/>
              <a:ext cx="15875" cy="15875"/>
            </a:xfrm>
            <a:custGeom>
              <a:avLst/>
              <a:gdLst>
                <a:gd name="T0" fmla="*/ 25201559 w 10"/>
                <a:gd name="T1" fmla="*/ 2982058 h 13"/>
                <a:gd name="T2" fmla="*/ 17640299 w 10"/>
                <a:gd name="T3" fmla="*/ 0 h 13"/>
                <a:gd name="T4" fmla="*/ 0 w 10"/>
                <a:gd name="T5" fmla="*/ 19385816 h 13"/>
                <a:gd name="T6" fmla="*/ 25201559 w 10"/>
                <a:gd name="T7" fmla="*/ 2982058 h 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13"/>
                <a:gd name="T14" fmla="*/ 10 w 10"/>
                <a:gd name="T15" fmla="*/ 13 h 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13">
                  <a:moveTo>
                    <a:pt x="10" y="2"/>
                  </a:moveTo>
                  <a:lnTo>
                    <a:pt x="7" y="0"/>
                  </a:lnTo>
                  <a:lnTo>
                    <a:pt x="0" y="13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="" xmlns:a16="http://schemas.microsoft.com/office/drawing/2014/main" id="{48BFA462-5100-4846-9CD4-363039E2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1231" y="3786188"/>
              <a:ext cx="166688" cy="200025"/>
            </a:xfrm>
            <a:custGeom>
              <a:avLst/>
              <a:gdLst>
                <a:gd name="T0" fmla="*/ 35081504 w 132"/>
                <a:gd name="T1" fmla="*/ 44211701 h 162"/>
                <a:gd name="T2" fmla="*/ 30298065 w 132"/>
                <a:gd name="T3" fmla="*/ 62506574 h 162"/>
                <a:gd name="T4" fmla="*/ 19135021 w 132"/>
                <a:gd name="T5" fmla="*/ 62506574 h 162"/>
                <a:gd name="T6" fmla="*/ 44649653 w 132"/>
                <a:gd name="T7" fmla="*/ 80800211 h 162"/>
                <a:gd name="T8" fmla="*/ 20729926 w 132"/>
                <a:gd name="T9" fmla="*/ 77751683 h 162"/>
                <a:gd name="T10" fmla="*/ 9568142 w 132"/>
                <a:gd name="T11" fmla="*/ 115865094 h 162"/>
                <a:gd name="T12" fmla="*/ 0 w 132"/>
                <a:gd name="T13" fmla="*/ 115865094 h 162"/>
                <a:gd name="T14" fmla="*/ 14351583 w 132"/>
                <a:gd name="T15" fmla="*/ 141781903 h 162"/>
                <a:gd name="T16" fmla="*/ 22324826 w 132"/>
                <a:gd name="T17" fmla="*/ 150928722 h 162"/>
                <a:gd name="T18" fmla="*/ 9568142 w 132"/>
                <a:gd name="T19" fmla="*/ 140257022 h 162"/>
                <a:gd name="T20" fmla="*/ 25514627 w 132"/>
                <a:gd name="T21" fmla="*/ 164650223 h 162"/>
                <a:gd name="T22" fmla="*/ 20729926 w 132"/>
                <a:gd name="T23" fmla="*/ 164650223 h 162"/>
                <a:gd name="T24" fmla="*/ 44649653 w 132"/>
                <a:gd name="T25" fmla="*/ 189043387 h 162"/>
                <a:gd name="T26" fmla="*/ 39866205 w 132"/>
                <a:gd name="T27" fmla="*/ 185993624 h 162"/>
                <a:gd name="T28" fmla="*/ 62191031 w 132"/>
                <a:gd name="T29" fmla="*/ 214960196 h 162"/>
                <a:gd name="T30" fmla="*/ 87704405 w 132"/>
                <a:gd name="T31" fmla="*/ 246975297 h 162"/>
                <a:gd name="T32" fmla="*/ 98867445 w 132"/>
                <a:gd name="T33" fmla="*/ 228680424 h 162"/>
                <a:gd name="T34" fmla="*/ 108435584 w 132"/>
                <a:gd name="T35" fmla="*/ 233255068 h 162"/>
                <a:gd name="T36" fmla="*/ 116408823 w 132"/>
                <a:gd name="T37" fmla="*/ 227156778 h 162"/>
                <a:gd name="T38" fmla="*/ 108435584 w 132"/>
                <a:gd name="T39" fmla="*/ 208861905 h 162"/>
                <a:gd name="T40" fmla="*/ 103650883 w 132"/>
                <a:gd name="T41" fmla="*/ 198190205 h 162"/>
                <a:gd name="T42" fmla="*/ 103650883 w 132"/>
                <a:gd name="T43" fmla="*/ 185993624 h 162"/>
                <a:gd name="T44" fmla="*/ 137138740 w 132"/>
                <a:gd name="T45" fmla="*/ 184468742 h 162"/>
                <a:gd name="T46" fmla="*/ 138733640 w 132"/>
                <a:gd name="T47" fmla="*/ 160076775 h 162"/>
                <a:gd name="T48" fmla="*/ 159463556 w 132"/>
                <a:gd name="T49" fmla="*/ 181420214 h 162"/>
                <a:gd name="T50" fmla="*/ 183383313 w 132"/>
                <a:gd name="T51" fmla="*/ 175321924 h 162"/>
                <a:gd name="T52" fmla="*/ 188166751 w 132"/>
                <a:gd name="T53" fmla="*/ 185993624 h 162"/>
                <a:gd name="T54" fmla="*/ 200923428 w 132"/>
                <a:gd name="T55" fmla="*/ 175321924 h 162"/>
                <a:gd name="T56" fmla="*/ 210491568 w 132"/>
                <a:gd name="T57" fmla="*/ 120438503 h 162"/>
                <a:gd name="T58" fmla="*/ 189761651 w 132"/>
                <a:gd name="T59" fmla="*/ 85373640 h 162"/>
                <a:gd name="T60" fmla="*/ 205708129 w 132"/>
                <a:gd name="T61" fmla="*/ 62506574 h 162"/>
                <a:gd name="T62" fmla="*/ 204113229 w 132"/>
                <a:gd name="T63" fmla="*/ 33539991 h 162"/>
                <a:gd name="T64" fmla="*/ 162652094 w 132"/>
                <a:gd name="T65" fmla="*/ 38113401 h 162"/>
                <a:gd name="T66" fmla="*/ 167436835 w 132"/>
                <a:gd name="T67" fmla="*/ 0 h 162"/>
                <a:gd name="T68" fmla="*/ 129165501 w 132"/>
                <a:gd name="T69" fmla="*/ 0 h 162"/>
                <a:gd name="T70" fmla="*/ 92489107 w 132"/>
                <a:gd name="T71" fmla="*/ 0 h 162"/>
                <a:gd name="T72" fmla="*/ 94082744 w 132"/>
                <a:gd name="T73" fmla="*/ 47260229 h 162"/>
                <a:gd name="T74" fmla="*/ 65379569 w 132"/>
                <a:gd name="T75" fmla="*/ 47260229 h 162"/>
                <a:gd name="T76" fmla="*/ 36676404 w 132"/>
                <a:gd name="T77" fmla="*/ 47260229 h 162"/>
                <a:gd name="T78" fmla="*/ 35081504 w 132"/>
                <a:gd name="T79" fmla="*/ 44211701 h 1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2"/>
                <a:gd name="T121" fmla="*/ 0 h 162"/>
                <a:gd name="T122" fmla="*/ 132 w 132"/>
                <a:gd name="T123" fmla="*/ 162 h 1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2" h="162">
                  <a:moveTo>
                    <a:pt x="22" y="29"/>
                  </a:moveTo>
                  <a:lnTo>
                    <a:pt x="19" y="41"/>
                  </a:lnTo>
                  <a:lnTo>
                    <a:pt x="12" y="41"/>
                  </a:lnTo>
                  <a:lnTo>
                    <a:pt x="28" y="53"/>
                  </a:lnTo>
                  <a:lnTo>
                    <a:pt x="13" y="51"/>
                  </a:lnTo>
                  <a:lnTo>
                    <a:pt x="6" y="76"/>
                  </a:lnTo>
                  <a:lnTo>
                    <a:pt x="0" y="76"/>
                  </a:lnTo>
                  <a:lnTo>
                    <a:pt x="9" y="93"/>
                  </a:lnTo>
                  <a:lnTo>
                    <a:pt x="14" y="99"/>
                  </a:lnTo>
                  <a:lnTo>
                    <a:pt x="6" y="92"/>
                  </a:lnTo>
                  <a:lnTo>
                    <a:pt x="16" y="108"/>
                  </a:lnTo>
                  <a:lnTo>
                    <a:pt x="13" y="108"/>
                  </a:lnTo>
                  <a:lnTo>
                    <a:pt x="28" y="124"/>
                  </a:lnTo>
                  <a:lnTo>
                    <a:pt x="25" y="122"/>
                  </a:lnTo>
                  <a:lnTo>
                    <a:pt x="39" y="141"/>
                  </a:lnTo>
                  <a:lnTo>
                    <a:pt x="55" y="162"/>
                  </a:lnTo>
                  <a:lnTo>
                    <a:pt x="62" y="150"/>
                  </a:lnTo>
                  <a:lnTo>
                    <a:pt x="68" y="153"/>
                  </a:lnTo>
                  <a:lnTo>
                    <a:pt x="73" y="149"/>
                  </a:lnTo>
                  <a:lnTo>
                    <a:pt x="68" y="137"/>
                  </a:lnTo>
                  <a:lnTo>
                    <a:pt x="65" y="130"/>
                  </a:lnTo>
                  <a:lnTo>
                    <a:pt x="65" y="122"/>
                  </a:lnTo>
                  <a:lnTo>
                    <a:pt x="86" y="121"/>
                  </a:lnTo>
                  <a:lnTo>
                    <a:pt x="87" y="105"/>
                  </a:lnTo>
                  <a:lnTo>
                    <a:pt x="100" y="119"/>
                  </a:lnTo>
                  <a:lnTo>
                    <a:pt x="115" y="115"/>
                  </a:lnTo>
                  <a:lnTo>
                    <a:pt x="118" y="122"/>
                  </a:lnTo>
                  <a:lnTo>
                    <a:pt x="126" y="115"/>
                  </a:lnTo>
                  <a:lnTo>
                    <a:pt x="132" y="79"/>
                  </a:lnTo>
                  <a:lnTo>
                    <a:pt x="119" y="56"/>
                  </a:lnTo>
                  <a:lnTo>
                    <a:pt x="129" y="41"/>
                  </a:lnTo>
                  <a:lnTo>
                    <a:pt x="128" y="22"/>
                  </a:lnTo>
                  <a:lnTo>
                    <a:pt x="102" y="25"/>
                  </a:lnTo>
                  <a:lnTo>
                    <a:pt x="105" y="0"/>
                  </a:lnTo>
                  <a:lnTo>
                    <a:pt x="81" y="0"/>
                  </a:lnTo>
                  <a:lnTo>
                    <a:pt x="58" y="0"/>
                  </a:lnTo>
                  <a:lnTo>
                    <a:pt x="59" y="31"/>
                  </a:lnTo>
                  <a:lnTo>
                    <a:pt x="41" y="31"/>
                  </a:lnTo>
                  <a:lnTo>
                    <a:pt x="23" y="31"/>
                  </a:lnTo>
                  <a:lnTo>
                    <a:pt x="22" y="2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="" xmlns:a16="http://schemas.microsoft.com/office/drawing/2014/main" id="{1BDA850E-81BD-4D65-B3E8-5CDAE8FE2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831" y="4498975"/>
              <a:ext cx="241300" cy="273050"/>
            </a:xfrm>
            <a:custGeom>
              <a:avLst/>
              <a:gdLst>
                <a:gd name="T0" fmla="*/ 18565173 w 194"/>
                <a:gd name="T1" fmla="*/ 30932483 h 214"/>
                <a:gd name="T2" fmla="*/ 9282587 w 194"/>
                <a:gd name="T3" fmla="*/ 76516519 h 214"/>
                <a:gd name="T4" fmla="*/ 0 w 194"/>
                <a:gd name="T5" fmla="*/ 123728657 h 214"/>
                <a:gd name="T6" fmla="*/ 37130346 w 194"/>
                <a:gd name="T7" fmla="*/ 157917314 h 214"/>
                <a:gd name="T8" fmla="*/ 71164840 w 194"/>
                <a:gd name="T9" fmla="*/ 192104735 h 214"/>
                <a:gd name="T10" fmla="*/ 99012612 w 194"/>
                <a:gd name="T11" fmla="*/ 205129472 h 214"/>
                <a:gd name="T12" fmla="*/ 128407669 w 194"/>
                <a:gd name="T13" fmla="*/ 219781024 h 214"/>
                <a:gd name="T14" fmla="*/ 160896092 w 194"/>
                <a:gd name="T15" fmla="*/ 239316853 h 214"/>
                <a:gd name="T16" fmla="*/ 193384553 w 194"/>
                <a:gd name="T17" fmla="*/ 260482050 h 214"/>
                <a:gd name="T18" fmla="*/ 181007360 w 194"/>
                <a:gd name="T19" fmla="*/ 301181799 h 214"/>
                <a:gd name="T20" fmla="*/ 167084106 w 194"/>
                <a:gd name="T21" fmla="*/ 340253537 h 214"/>
                <a:gd name="T22" fmla="*/ 207307808 w 194"/>
                <a:gd name="T23" fmla="*/ 343509721 h 214"/>
                <a:gd name="T24" fmla="*/ 247531510 w 194"/>
                <a:gd name="T25" fmla="*/ 348393997 h 214"/>
                <a:gd name="T26" fmla="*/ 272284653 w 194"/>
                <a:gd name="T27" fmla="*/ 338625445 h 214"/>
                <a:gd name="T28" fmla="*/ 300132406 w 194"/>
                <a:gd name="T29" fmla="*/ 293041339 h 214"/>
                <a:gd name="T30" fmla="*/ 297037797 w 194"/>
                <a:gd name="T31" fmla="*/ 265365050 h 214"/>
                <a:gd name="T32" fmla="*/ 297037797 w 194"/>
                <a:gd name="T33" fmla="*/ 231177669 h 214"/>
                <a:gd name="T34" fmla="*/ 300132406 w 194"/>
                <a:gd name="T35" fmla="*/ 196989011 h 214"/>
                <a:gd name="T36" fmla="*/ 280019933 w 194"/>
                <a:gd name="T37" fmla="*/ 193732827 h 214"/>
                <a:gd name="T38" fmla="*/ 261456008 w 194"/>
                <a:gd name="T39" fmla="*/ 196989011 h 214"/>
                <a:gd name="T40" fmla="*/ 250626120 w 194"/>
                <a:gd name="T41" fmla="*/ 161173498 h 214"/>
                <a:gd name="T42" fmla="*/ 241343535 w 194"/>
                <a:gd name="T43" fmla="*/ 125356749 h 214"/>
                <a:gd name="T44" fmla="*/ 215043087 w 194"/>
                <a:gd name="T45" fmla="*/ 120472473 h 214"/>
                <a:gd name="T46" fmla="*/ 165536801 w 194"/>
                <a:gd name="T47" fmla="*/ 113960104 h 214"/>
                <a:gd name="T48" fmla="*/ 157801483 w 194"/>
                <a:gd name="T49" fmla="*/ 53724506 h 214"/>
                <a:gd name="T50" fmla="*/ 151613508 w 194"/>
                <a:gd name="T51" fmla="*/ 32560575 h 214"/>
                <a:gd name="T52" fmla="*/ 151613508 w 194"/>
                <a:gd name="T53" fmla="*/ 26048207 h 214"/>
                <a:gd name="T54" fmla="*/ 116030476 w 194"/>
                <a:gd name="T55" fmla="*/ 0 h 214"/>
                <a:gd name="T56" fmla="*/ 68071474 w 194"/>
                <a:gd name="T57" fmla="*/ 4884277 h 214"/>
                <a:gd name="T58" fmla="*/ 23205848 w 194"/>
                <a:gd name="T59" fmla="*/ 11396649 h 214"/>
                <a:gd name="T60" fmla="*/ 18565173 w 194"/>
                <a:gd name="T61" fmla="*/ 30932483 h 2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94"/>
                <a:gd name="T94" fmla="*/ 0 h 214"/>
                <a:gd name="T95" fmla="*/ 194 w 194"/>
                <a:gd name="T96" fmla="*/ 214 h 21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94" h="214">
                  <a:moveTo>
                    <a:pt x="12" y="19"/>
                  </a:moveTo>
                  <a:lnTo>
                    <a:pt x="6" y="47"/>
                  </a:lnTo>
                  <a:lnTo>
                    <a:pt x="0" y="76"/>
                  </a:lnTo>
                  <a:lnTo>
                    <a:pt x="24" y="97"/>
                  </a:lnTo>
                  <a:lnTo>
                    <a:pt x="46" y="118"/>
                  </a:lnTo>
                  <a:lnTo>
                    <a:pt x="64" y="126"/>
                  </a:lnTo>
                  <a:lnTo>
                    <a:pt x="83" y="135"/>
                  </a:lnTo>
                  <a:lnTo>
                    <a:pt x="104" y="147"/>
                  </a:lnTo>
                  <a:lnTo>
                    <a:pt x="125" y="160"/>
                  </a:lnTo>
                  <a:lnTo>
                    <a:pt x="117" y="185"/>
                  </a:lnTo>
                  <a:lnTo>
                    <a:pt x="108" y="209"/>
                  </a:lnTo>
                  <a:lnTo>
                    <a:pt x="134" y="211"/>
                  </a:lnTo>
                  <a:lnTo>
                    <a:pt x="160" y="214"/>
                  </a:lnTo>
                  <a:lnTo>
                    <a:pt x="176" y="208"/>
                  </a:lnTo>
                  <a:lnTo>
                    <a:pt x="194" y="180"/>
                  </a:lnTo>
                  <a:lnTo>
                    <a:pt x="192" y="163"/>
                  </a:lnTo>
                  <a:lnTo>
                    <a:pt x="192" y="142"/>
                  </a:lnTo>
                  <a:lnTo>
                    <a:pt x="194" y="121"/>
                  </a:lnTo>
                  <a:lnTo>
                    <a:pt x="181" y="119"/>
                  </a:lnTo>
                  <a:lnTo>
                    <a:pt x="169" y="121"/>
                  </a:lnTo>
                  <a:lnTo>
                    <a:pt x="162" y="99"/>
                  </a:lnTo>
                  <a:lnTo>
                    <a:pt x="156" y="77"/>
                  </a:lnTo>
                  <a:lnTo>
                    <a:pt x="139" y="74"/>
                  </a:lnTo>
                  <a:lnTo>
                    <a:pt x="107" y="70"/>
                  </a:lnTo>
                  <a:lnTo>
                    <a:pt x="102" y="33"/>
                  </a:lnTo>
                  <a:lnTo>
                    <a:pt x="98" y="20"/>
                  </a:lnTo>
                  <a:lnTo>
                    <a:pt x="98" y="16"/>
                  </a:lnTo>
                  <a:lnTo>
                    <a:pt x="75" y="0"/>
                  </a:lnTo>
                  <a:lnTo>
                    <a:pt x="44" y="3"/>
                  </a:lnTo>
                  <a:lnTo>
                    <a:pt x="15" y="7"/>
                  </a:lnTo>
                  <a:lnTo>
                    <a:pt x="12" y="1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="" xmlns:a16="http://schemas.microsoft.com/office/drawing/2014/main" id="{BC2070DB-AD9F-4D5B-81D4-D7CE53884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4556" y="3843338"/>
              <a:ext cx="4763" cy="12700"/>
            </a:xfrm>
            <a:custGeom>
              <a:avLst/>
              <a:gdLst>
                <a:gd name="T0" fmla="*/ 3781029 w 6"/>
                <a:gd name="T1" fmla="*/ 4838699 h 10"/>
                <a:gd name="T2" fmla="*/ 1260607 w 6"/>
                <a:gd name="T3" fmla="*/ 16128999 h 10"/>
                <a:gd name="T4" fmla="*/ 0 w 6"/>
                <a:gd name="T5" fmla="*/ 6451600 h 10"/>
                <a:gd name="T6" fmla="*/ 1890911 w 6"/>
                <a:gd name="T7" fmla="*/ 0 h 10"/>
                <a:gd name="T8" fmla="*/ 3781029 w 6"/>
                <a:gd name="T9" fmla="*/ 4838699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10"/>
                <a:gd name="T17" fmla="*/ 6 w 6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10">
                  <a:moveTo>
                    <a:pt x="6" y="3"/>
                  </a:moveTo>
                  <a:lnTo>
                    <a:pt x="2" y="10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="" xmlns:a16="http://schemas.microsoft.com/office/drawing/2014/main" id="{A6EDD0A3-195C-4BA1-A213-0A6FE998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8369" y="3795713"/>
              <a:ext cx="0" cy="11112"/>
            </a:xfrm>
            <a:custGeom>
              <a:avLst/>
              <a:gdLst>
                <a:gd name="T0" fmla="*/ 0 w 2"/>
                <a:gd name="T1" fmla="*/ 41158849 h 3"/>
                <a:gd name="T2" fmla="*/ 0 w 2"/>
                <a:gd name="T3" fmla="*/ 0 h 3"/>
                <a:gd name="T4" fmla="*/ 0 w 2"/>
                <a:gd name="T5" fmla="*/ 0 h 3"/>
                <a:gd name="T6" fmla="*/ 0 w 2"/>
                <a:gd name="T7" fmla="*/ 41158849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"/>
                <a:gd name="T13" fmla="*/ 0 h 3"/>
                <a:gd name="T14" fmla="*/ 0 w 2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" h="3">
                  <a:moveTo>
                    <a:pt x="0" y="3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="" xmlns:a16="http://schemas.microsoft.com/office/drawing/2014/main" id="{B4112929-E1E0-436C-B12A-E4D30F67A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481" y="3886200"/>
              <a:ext cx="317500" cy="355600"/>
            </a:xfrm>
            <a:custGeom>
              <a:avLst/>
              <a:gdLst>
                <a:gd name="T0" fmla="*/ 304781106 w 252"/>
                <a:gd name="T1" fmla="*/ 100890423 h 281"/>
                <a:gd name="T2" fmla="*/ 300018607 w 252"/>
                <a:gd name="T3" fmla="*/ 83274943 h 281"/>
                <a:gd name="T4" fmla="*/ 268271135 w 252"/>
                <a:gd name="T5" fmla="*/ 62456514 h 281"/>
                <a:gd name="T6" fmla="*/ 233347403 w 252"/>
                <a:gd name="T7" fmla="*/ 41636839 h 281"/>
                <a:gd name="T8" fmla="*/ 198424931 w 252"/>
                <a:gd name="T9" fmla="*/ 20818419 h 281"/>
                <a:gd name="T10" fmla="*/ 166677459 w 252"/>
                <a:gd name="T11" fmla="*/ 0 h 281"/>
                <a:gd name="T12" fmla="*/ 134928687 w 252"/>
                <a:gd name="T13" fmla="*/ 0 h 281"/>
                <a:gd name="T14" fmla="*/ 101593715 w 252"/>
                <a:gd name="T15" fmla="*/ 3202931 h 281"/>
                <a:gd name="T16" fmla="*/ 71432463 w 252"/>
                <a:gd name="T17" fmla="*/ 3202931 h 281"/>
                <a:gd name="T18" fmla="*/ 39684980 w 252"/>
                <a:gd name="T19" fmla="*/ 3202931 h 281"/>
                <a:gd name="T20" fmla="*/ 53971227 w 252"/>
                <a:gd name="T21" fmla="*/ 56050654 h 281"/>
                <a:gd name="T22" fmla="*/ 42859989 w 252"/>
                <a:gd name="T23" fmla="*/ 57651487 h 281"/>
                <a:gd name="T24" fmla="*/ 42859989 w 252"/>
                <a:gd name="T25" fmla="*/ 81672826 h 281"/>
                <a:gd name="T26" fmla="*/ 50796228 w 252"/>
                <a:gd name="T27" fmla="*/ 92883732 h 281"/>
                <a:gd name="T28" fmla="*/ 30159983 w 252"/>
                <a:gd name="T29" fmla="*/ 118507168 h 281"/>
                <a:gd name="T30" fmla="*/ 7937501 w 252"/>
                <a:gd name="T31" fmla="*/ 147332269 h 281"/>
                <a:gd name="T32" fmla="*/ 0 w 252"/>
                <a:gd name="T33" fmla="*/ 147332269 h 281"/>
                <a:gd name="T34" fmla="*/ 0 w 252"/>
                <a:gd name="T35" fmla="*/ 177759506 h 281"/>
                <a:gd name="T36" fmla="*/ 3175000 w 252"/>
                <a:gd name="T37" fmla="*/ 206585873 h 281"/>
                <a:gd name="T38" fmla="*/ 14286242 w 252"/>
                <a:gd name="T39" fmla="*/ 241818098 h 281"/>
                <a:gd name="T40" fmla="*/ 30159983 w 252"/>
                <a:gd name="T41" fmla="*/ 272245296 h 281"/>
                <a:gd name="T42" fmla="*/ 46034989 w 252"/>
                <a:gd name="T43" fmla="*/ 302672494 h 281"/>
                <a:gd name="T44" fmla="*/ 49209988 w 252"/>
                <a:gd name="T45" fmla="*/ 309078353 h 281"/>
                <a:gd name="T46" fmla="*/ 85719979 w 252"/>
                <a:gd name="T47" fmla="*/ 333099771 h 281"/>
                <a:gd name="T48" fmla="*/ 125404949 w 252"/>
                <a:gd name="T49" fmla="*/ 353918181 h 281"/>
                <a:gd name="T50" fmla="*/ 161914921 w 252"/>
                <a:gd name="T51" fmla="*/ 360324040 h 281"/>
                <a:gd name="T52" fmla="*/ 176201197 w 252"/>
                <a:gd name="T53" fmla="*/ 368330731 h 281"/>
                <a:gd name="T54" fmla="*/ 187313694 w 252"/>
                <a:gd name="T55" fmla="*/ 411569648 h 281"/>
                <a:gd name="T56" fmla="*/ 196837432 w 252"/>
                <a:gd name="T57" fmla="*/ 446801873 h 281"/>
                <a:gd name="T58" fmla="*/ 212711168 w 252"/>
                <a:gd name="T59" fmla="*/ 446801873 h 281"/>
                <a:gd name="T60" fmla="*/ 233347403 w 252"/>
                <a:gd name="T61" fmla="*/ 441998111 h 281"/>
                <a:gd name="T62" fmla="*/ 277794873 w 252"/>
                <a:gd name="T63" fmla="*/ 450004803 h 281"/>
                <a:gd name="T64" fmla="*/ 303193607 w 252"/>
                <a:gd name="T65" fmla="*/ 440396014 h 281"/>
                <a:gd name="T66" fmla="*/ 323829842 w 252"/>
                <a:gd name="T67" fmla="*/ 437193084 h 281"/>
                <a:gd name="T68" fmla="*/ 360339892 w 252"/>
                <a:gd name="T69" fmla="*/ 419577604 h 281"/>
                <a:gd name="T70" fmla="*/ 400024862 w 252"/>
                <a:gd name="T71" fmla="*/ 400360027 h 281"/>
                <a:gd name="T72" fmla="*/ 374626128 w 252"/>
                <a:gd name="T73" fmla="*/ 374736590 h 281"/>
                <a:gd name="T74" fmla="*/ 366689890 w 252"/>
                <a:gd name="T75" fmla="*/ 334700604 h 281"/>
                <a:gd name="T76" fmla="*/ 363514891 w 252"/>
                <a:gd name="T77" fmla="*/ 301070397 h 281"/>
                <a:gd name="T78" fmla="*/ 360339892 w 252"/>
                <a:gd name="T79" fmla="*/ 288258678 h 281"/>
                <a:gd name="T80" fmla="*/ 366689890 w 252"/>
                <a:gd name="T81" fmla="*/ 246621860 h 281"/>
                <a:gd name="T82" fmla="*/ 344466155 w 252"/>
                <a:gd name="T83" fmla="*/ 211389634 h 281"/>
                <a:gd name="T84" fmla="*/ 360339892 w 252"/>
                <a:gd name="T85" fmla="*/ 156941057 h 281"/>
                <a:gd name="T86" fmla="*/ 333353658 w 252"/>
                <a:gd name="T87" fmla="*/ 128114691 h 281"/>
                <a:gd name="T88" fmla="*/ 304781106 w 252"/>
                <a:gd name="T89" fmla="*/ 100890423 h 28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52"/>
                <a:gd name="T136" fmla="*/ 0 h 281"/>
                <a:gd name="T137" fmla="*/ 252 w 252"/>
                <a:gd name="T138" fmla="*/ 281 h 28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52" h="281">
                  <a:moveTo>
                    <a:pt x="192" y="63"/>
                  </a:moveTo>
                  <a:lnTo>
                    <a:pt x="189" y="52"/>
                  </a:lnTo>
                  <a:lnTo>
                    <a:pt x="169" y="39"/>
                  </a:lnTo>
                  <a:lnTo>
                    <a:pt x="147" y="26"/>
                  </a:lnTo>
                  <a:lnTo>
                    <a:pt x="125" y="13"/>
                  </a:lnTo>
                  <a:lnTo>
                    <a:pt x="105" y="0"/>
                  </a:lnTo>
                  <a:lnTo>
                    <a:pt x="85" y="0"/>
                  </a:lnTo>
                  <a:lnTo>
                    <a:pt x="64" y="2"/>
                  </a:lnTo>
                  <a:lnTo>
                    <a:pt x="45" y="2"/>
                  </a:lnTo>
                  <a:lnTo>
                    <a:pt x="25" y="2"/>
                  </a:lnTo>
                  <a:lnTo>
                    <a:pt x="34" y="35"/>
                  </a:lnTo>
                  <a:lnTo>
                    <a:pt x="27" y="36"/>
                  </a:lnTo>
                  <a:lnTo>
                    <a:pt x="27" y="51"/>
                  </a:lnTo>
                  <a:lnTo>
                    <a:pt x="32" y="58"/>
                  </a:lnTo>
                  <a:lnTo>
                    <a:pt x="19" y="74"/>
                  </a:lnTo>
                  <a:lnTo>
                    <a:pt x="5" y="92"/>
                  </a:lnTo>
                  <a:lnTo>
                    <a:pt x="0" y="92"/>
                  </a:lnTo>
                  <a:lnTo>
                    <a:pt x="0" y="111"/>
                  </a:lnTo>
                  <a:lnTo>
                    <a:pt x="2" y="129"/>
                  </a:lnTo>
                  <a:lnTo>
                    <a:pt x="9" y="151"/>
                  </a:lnTo>
                  <a:lnTo>
                    <a:pt x="19" y="170"/>
                  </a:lnTo>
                  <a:lnTo>
                    <a:pt x="29" y="189"/>
                  </a:lnTo>
                  <a:lnTo>
                    <a:pt x="31" y="193"/>
                  </a:lnTo>
                  <a:lnTo>
                    <a:pt x="54" y="208"/>
                  </a:lnTo>
                  <a:lnTo>
                    <a:pt x="79" y="221"/>
                  </a:lnTo>
                  <a:lnTo>
                    <a:pt x="102" y="225"/>
                  </a:lnTo>
                  <a:lnTo>
                    <a:pt x="111" y="230"/>
                  </a:lnTo>
                  <a:lnTo>
                    <a:pt x="118" y="257"/>
                  </a:lnTo>
                  <a:lnTo>
                    <a:pt x="124" y="279"/>
                  </a:lnTo>
                  <a:lnTo>
                    <a:pt x="134" y="279"/>
                  </a:lnTo>
                  <a:lnTo>
                    <a:pt x="147" y="276"/>
                  </a:lnTo>
                  <a:lnTo>
                    <a:pt x="175" y="281"/>
                  </a:lnTo>
                  <a:lnTo>
                    <a:pt x="191" y="275"/>
                  </a:lnTo>
                  <a:lnTo>
                    <a:pt x="204" y="273"/>
                  </a:lnTo>
                  <a:lnTo>
                    <a:pt x="227" y="262"/>
                  </a:lnTo>
                  <a:lnTo>
                    <a:pt x="252" y="250"/>
                  </a:lnTo>
                  <a:lnTo>
                    <a:pt x="236" y="234"/>
                  </a:lnTo>
                  <a:lnTo>
                    <a:pt x="231" y="209"/>
                  </a:lnTo>
                  <a:lnTo>
                    <a:pt x="229" y="188"/>
                  </a:lnTo>
                  <a:lnTo>
                    <a:pt x="227" y="180"/>
                  </a:lnTo>
                  <a:lnTo>
                    <a:pt x="231" y="154"/>
                  </a:lnTo>
                  <a:lnTo>
                    <a:pt x="217" y="132"/>
                  </a:lnTo>
                  <a:lnTo>
                    <a:pt x="227" y="98"/>
                  </a:lnTo>
                  <a:lnTo>
                    <a:pt x="210" y="80"/>
                  </a:lnTo>
                  <a:lnTo>
                    <a:pt x="192" y="6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="" xmlns:a16="http://schemas.microsoft.com/office/drawing/2014/main" id="{A19D8377-252B-4A9C-9C3F-7FD2CCF4E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8644" y="4048125"/>
              <a:ext cx="12700" cy="23813"/>
            </a:xfrm>
            <a:custGeom>
              <a:avLst/>
              <a:gdLst>
                <a:gd name="T0" fmla="*/ 20161247 w 8"/>
                <a:gd name="T1" fmla="*/ 33356406 h 17"/>
                <a:gd name="T2" fmla="*/ 10080623 w 8"/>
                <a:gd name="T3" fmla="*/ 0 h 17"/>
                <a:gd name="T4" fmla="*/ 0 w 8"/>
                <a:gd name="T5" fmla="*/ 9810954 h 17"/>
                <a:gd name="T6" fmla="*/ 20161247 w 8"/>
                <a:gd name="T7" fmla="*/ 33356406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17"/>
                <a:gd name="T14" fmla="*/ 8 w 8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17">
                  <a:moveTo>
                    <a:pt x="8" y="17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8" y="1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="" xmlns:a16="http://schemas.microsoft.com/office/drawing/2014/main" id="{8CD8A0E2-D8F5-4C79-96A6-9EA080ABD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0831" y="3717925"/>
              <a:ext cx="158750" cy="180975"/>
            </a:xfrm>
            <a:custGeom>
              <a:avLst/>
              <a:gdLst>
                <a:gd name="T0" fmla="*/ 177419036 w 125"/>
                <a:gd name="T1" fmla="*/ 30729800 h 146"/>
                <a:gd name="T2" fmla="*/ 164515800 w 125"/>
                <a:gd name="T3" fmla="*/ 0 h 146"/>
                <a:gd name="T4" fmla="*/ 145161004 w 125"/>
                <a:gd name="T5" fmla="*/ 16901327 h 146"/>
                <a:gd name="T6" fmla="*/ 103225614 w 125"/>
                <a:gd name="T7" fmla="*/ 16901327 h 146"/>
                <a:gd name="T8" fmla="*/ 87096618 w 125"/>
                <a:gd name="T9" fmla="*/ 24584090 h 146"/>
                <a:gd name="T10" fmla="*/ 77419201 w 125"/>
                <a:gd name="T11" fmla="*/ 19974182 h 146"/>
                <a:gd name="T12" fmla="*/ 48387008 w 125"/>
                <a:gd name="T13" fmla="*/ 19974182 h 146"/>
                <a:gd name="T14" fmla="*/ 46774108 w 125"/>
                <a:gd name="T15" fmla="*/ 27656945 h 146"/>
                <a:gd name="T16" fmla="*/ 41935410 w 125"/>
                <a:gd name="T17" fmla="*/ 64532455 h 146"/>
                <a:gd name="T18" fmla="*/ 62903104 w 125"/>
                <a:gd name="T19" fmla="*/ 81433796 h 146"/>
                <a:gd name="T20" fmla="*/ 38709600 w 125"/>
                <a:gd name="T21" fmla="*/ 109090731 h 146"/>
                <a:gd name="T22" fmla="*/ 14516101 w 125"/>
                <a:gd name="T23" fmla="*/ 133674811 h 146"/>
                <a:gd name="T24" fmla="*/ 6451601 w 125"/>
                <a:gd name="T25" fmla="*/ 179770155 h 146"/>
                <a:gd name="T26" fmla="*/ 0 w 125"/>
                <a:gd name="T27" fmla="*/ 224328413 h 146"/>
                <a:gd name="T28" fmla="*/ 9677400 w 125"/>
                <a:gd name="T29" fmla="*/ 224328413 h 146"/>
                <a:gd name="T30" fmla="*/ 32258002 w 125"/>
                <a:gd name="T31" fmla="*/ 212036992 h 146"/>
                <a:gd name="T32" fmla="*/ 64516004 w 125"/>
                <a:gd name="T33" fmla="*/ 212036992 h 146"/>
                <a:gd name="T34" fmla="*/ 95161116 w 125"/>
                <a:gd name="T35" fmla="*/ 212036992 h 146"/>
                <a:gd name="T36" fmla="*/ 129032008 w 125"/>
                <a:gd name="T37" fmla="*/ 208962898 h 146"/>
                <a:gd name="T38" fmla="*/ 161290000 w 125"/>
                <a:gd name="T39" fmla="*/ 208962898 h 146"/>
                <a:gd name="T40" fmla="*/ 161290000 w 125"/>
                <a:gd name="T41" fmla="*/ 164404640 h 146"/>
                <a:gd name="T42" fmla="*/ 185483534 w 125"/>
                <a:gd name="T43" fmla="*/ 124456246 h 146"/>
                <a:gd name="T44" fmla="*/ 201612530 w 125"/>
                <a:gd name="T45" fmla="*/ 93726456 h 146"/>
                <a:gd name="T46" fmla="*/ 188709333 w 125"/>
                <a:gd name="T47" fmla="*/ 61459599 h 146"/>
                <a:gd name="T48" fmla="*/ 177419036 w 125"/>
                <a:gd name="T49" fmla="*/ 30729800 h 14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46"/>
                <a:gd name="T77" fmla="*/ 125 w 125"/>
                <a:gd name="T78" fmla="*/ 146 h 14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46">
                  <a:moveTo>
                    <a:pt x="110" y="20"/>
                  </a:moveTo>
                  <a:lnTo>
                    <a:pt x="102" y="0"/>
                  </a:lnTo>
                  <a:lnTo>
                    <a:pt x="90" y="11"/>
                  </a:lnTo>
                  <a:lnTo>
                    <a:pt x="64" y="11"/>
                  </a:lnTo>
                  <a:lnTo>
                    <a:pt x="54" y="16"/>
                  </a:lnTo>
                  <a:lnTo>
                    <a:pt x="48" y="13"/>
                  </a:lnTo>
                  <a:lnTo>
                    <a:pt x="30" y="13"/>
                  </a:lnTo>
                  <a:lnTo>
                    <a:pt x="29" y="18"/>
                  </a:lnTo>
                  <a:lnTo>
                    <a:pt x="26" y="42"/>
                  </a:lnTo>
                  <a:lnTo>
                    <a:pt x="39" y="53"/>
                  </a:lnTo>
                  <a:lnTo>
                    <a:pt x="24" y="71"/>
                  </a:lnTo>
                  <a:lnTo>
                    <a:pt x="9" y="87"/>
                  </a:lnTo>
                  <a:lnTo>
                    <a:pt x="4" y="117"/>
                  </a:lnTo>
                  <a:lnTo>
                    <a:pt x="0" y="146"/>
                  </a:lnTo>
                  <a:lnTo>
                    <a:pt x="6" y="146"/>
                  </a:lnTo>
                  <a:lnTo>
                    <a:pt x="20" y="138"/>
                  </a:lnTo>
                  <a:lnTo>
                    <a:pt x="40" y="138"/>
                  </a:lnTo>
                  <a:lnTo>
                    <a:pt x="59" y="138"/>
                  </a:lnTo>
                  <a:lnTo>
                    <a:pt x="80" y="136"/>
                  </a:lnTo>
                  <a:lnTo>
                    <a:pt x="100" y="136"/>
                  </a:lnTo>
                  <a:lnTo>
                    <a:pt x="100" y="107"/>
                  </a:lnTo>
                  <a:lnTo>
                    <a:pt x="115" y="81"/>
                  </a:lnTo>
                  <a:lnTo>
                    <a:pt x="125" y="61"/>
                  </a:lnTo>
                  <a:lnTo>
                    <a:pt x="117" y="40"/>
                  </a:lnTo>
                  <a:lnTo>
                    <a:pt x="110" y="2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="" xmlns:a16="http://schemas.microsoft.com/office/drawing/2014/main" id="{5FA44B5D-6975-4EAC-AAEF-A39477863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069" y="3678238"/>
              <a:ext cx="565150" cy="622300"/>
            </a:xfrm>
            <a:custGeom>
              <a:avLst/>
              <a:gdLst>
                <a:gd name="T0" fmla="*/ 638708384 w 445"/>
                <a:gd name="T1" fmla="*/ 310363273 h 492"/>
                <a:gd name="T2" fmla="*/ 630643886 w 445"/>
                <a:gd name="T3" fmla="*/ 335961125 h 492"/>
                <a:gd name="T4" fmla="*/ 633869685 w 445"/>
                <a:gd name="T5" fmla="*/ 340759917 h 492"/>
                <a:gd name="T6" fmla="*/ 645159982 w 445"/>
                <a:gd name="T7" fmla="*/ 411151895 h 492"/>
                <a:gd name="T8" fmla="*/ 646772881 w 445"/>
                <a:gd name="T9" fmla="*/ 441548460 h 492"/>
                <a:gd name="T10" fmla="*/ 661288977 w 445"/>
                <a:gd name="T11" fmla="*/ 505541628 h 492"/>
                <a:gd name="T12" fmla="*/ 693547127 w 445"/>
                <a:gd name="T13" fmla="*/ 566333492 h 492"/>
                <a:gd name="T14" fmla="*/ 624192288 w 445"/>
                <a:gd name="T15" fmla="*/ 582332417 h 492"/>
                <a:gd name="T16" fmla="*/ 612901991 w 445"/>
                <a:gd name="T17" fmla="*/ 649524357 h 492"/>
                <a:gd name="T18" fmla="*/ 604837493 w 445"/>
                <a:gd name="T19" fmla="*/ 721516512 h 492"/>
                <a:gd name="T20" fmla="*/ 654837379 w 445"/>
                <a:gd name="T21" fmla="*/ 734314134 h 492"/>
                <a:gd name="T22" fmla="*/ 635482584 w 445"/>
                <a:gd name="T23" fmla="*/ 785508415 h 492"/>
                <a:gd name="T24" fmla="*/ 591934296 w 445"/>
                <a:gd name="T25" fmla="*/ 742314229 h 492"/>
                <a:gd name="T26" fmla="*/ 551611807 w 445"/>
                <a:gd name="T27" fmla="*/ 710317645 h 492"/>
                <a:gd name="T28" fmla="*/ 488708725 w 445"/>
                <a:gd name="T29" fmla="*/ 708717626 h 492"/>
                <a:gd name="T30" fmla="*/ 453224934 w 445"/>
                <a:gd name="T31" fmla="*/ 700718796 h 492"/>
                <a:gd name="T32" fmla="*/ 408063747 w 445"/>
                <a:gd name="T33" fmla="*/ 687919910 h 492"/>
                <a:gd name="T34" fmla="*/ 375805756 w 445"/>
                <a:gd name="T35" fmla="*/ 675121023 h 492"/>
                <a:gd name="T36" fmla="*/ 361289660 w 445"/>
                <a:gd name="T37" fmla="*/ 585532454 h 492"/>
                <a:gd name="T38" fmla="*/ 312902594 w 445"/>
                <a:gd name="T39" fmla="*/ 529538117 h 492"/>
                <a:gd name="T40" fmla="*/ 274193004 w 445"/>
                <a:gd name="T41" fmla="*/ 518339249 h 492"/>
                <a:gd name="T42" fmla="*/ 220967319 w 445"/>
                <a:gd name="T43" fmla="*/ 564734738 h 492"/>
                <a:gd name="T44" fmla="*/ 180644830 w 445"/>
                <a:gd name="T45" fmla="*/ 513540457 h 492"/>
                <a:gd name="T46" fmla="*/ 133870703 w 445"/>
                <a:gd name="T47" fmla="*/ 473545044 h 492"/>
                <a:gd name="T48" fmla="*/ 69354701 w 445"/>
                <a:gd name="T49" fmla="*/ 470345006 h 492"/>
                <a:gd name="T50" fmla="*/ 8064500 w 445"/>
                <a:gd name="T51" fmla="*/ 473545044 h 492"/>
                <a:gd name="T52" fmla="*/ 12903201 w 445"/>
                <a:gd name="T53" fmla="*/ 463946195 h 492"/>
                <a:gd name="T54" fmla="*/ 33870901 w 445"/>
                <a:gd name="T55" fmla="*/ 417551971 h 492"/>
                <a:gd name="T56" fmla="*/ 64516002 w 445"/>
                <a:gd name="T57" fmla="*/ 411151895 h 492"/>
                <a:gd name="T58" fmla="*/ 90322415 w 445"/>
                <a:gd name="T59" fmla="*/ 427150820 h 492"/>
                <a:gd name="T60" fmla="*/ 145161000 w 445"/>
                <a:gd name="T61" fmla="*/ 372756501 h 492"/>
                <a:gd name="T62" fmla="*/ 158064196 w 445"/>
                <a:gd name="T63" fmla="*/ 308764519 h 492"/>
                <a:gd name="T64" fmla="*/ 209677022 w 445"/>
                <a:gd name="T65" fmla="*/ 238372541 h 492"/>
                <a:gd name="T66" fmla="*/ 220967319 w 445"/>
                <a:gd name="T67" fmla="*/ 175979392 h 492"/>
                <a:gd name="T68" fmla="*/ 232257616 w 445"/>
                <a:gd name="T69" fmla="*/ 113586204 h 492"/>
                <a:gd name="T70" fmla="*/ 240322113 w 445"/>
                <a:gd name="T71" fmla="*/ 43195471 h 492"/>
                <a:gd name="T72" fmla="*/ 309676794 w 445"/>
                <a:gd name="T73" fmla="*/ 27196537 h 492"/>
                <a:gd name="T74" fmla="*/ 380644454 w 445"/>
                <a:gd name="T75" fmla="*/ 47994263 h 492"/>
                <a:gd name="T76" fmla="*/ 412902445 w 445"/>
                <a:gd name="T77" fmla="*/ 23997764 h 492"/>
                <a:gd name="T78" fmla="*/ 479031327 w 445"/>
                <a:gd name="T79" fmla="*/ 12798891 h 492"/>
                <a:gd name="T80" fmla="*/ 522579615 w 445"/>
                <a:gd name="T81" fmla="*/ 3200039 h 492"/>
                <a:gd name="T82" fmla="*/ 572579502 w 445"/>
                <a:gd name="T83" fmla="*/ 11198872 h 492"/>
                <a:gd name="T84" fmla="*/ 612901991 w 445"/>
                <a:gd name="T85" fmla="*/ 38395404 h 492"/>
                <a:gd name="T86" fmla="*/ 646772881 w 445"/>
                <a:gd name="T87" fmla="*/ 23997764 h 492"/>
                <a:gd name="T88" fmla="*/ 701611625 w 445"/>
                <a:gd name="T89" fmla="*/ 75190790 h 492"/>
                <a:gd name="T90" fmla="*/ 717740621 w 445"/>
                <a:gd name="T91" fmla="*/ 131185147 h 492"/>
                <a:gd name="T92" fmla="*/ 669353634 w 445"/>
                <a:gd name="T93" fmla="*/ 185578241 h 492"/>
                <a:gd name="T94" fmla="*/ 654837379 w 445"/>
                <a:gd name="T95" fmla="*/ 279967973 h 49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45"/>
                <a:gd name="T145" fmla="*/ 0 h 492"/>
                <a:gd name="T146" fmla="*/ 445 w 445"/>
                <a:gd name="T147" fmla="*/ 492 h 49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45" h="492">
                  <a:moveTo>
                    <a:pt x="406" y="175"/>
                  </a:moveTo>
                  <a:lnTo>
                    <a:pt x="396" y="194"/>
                  </a:lnTo>
                  <a:lnTo>
                    <a:pt x="390" y="210"/>
                  </a:lnTo>
                  <a:lnTo>
                    <a:pt x="391" y="210"/>
                  </a:lnTo>
                  <a:lnTo>
                    <a:pt x="391" y="212"/>
                  </a:lnTo>
                  <a:lnTo>
                    <a:pt x="393" y="213"/>
                  </a:lnTo>
                  <a:lnTo>
                    <a:pt x="396" y="235"/>
                  </a:lnTo>
                  <a:lnTo>
                    <a:pt x="400" y="257"/>
                  </a:lnTo>
                  <a:lnTo>
                    <a:pt x="401" y="257"/>
                  </a:lnTo>
                  <a:lnTo>
                    <a:pt x="401" y="276"/>
                  </a:lnTo>
                  <a:lnTo>
                    <a:pt x="403" y="294"/>
                  </a:lnTo>
                  <a:lnTo>
                    <a:pt x="410" y="316"/>
                  </a:lnTo>
                  <a:lnTo>
                    <a:pt x="420" y="335"/>
                  </a:lnTo>
                  <a:lnTo>
                    <a:pt x="430" y="354"/>
                  </a:lnTo>
                  <a:lnTo>
                    <a:pt x="409" y="360"/>
                  </a:lnTo>
                  <a:lnTo>
                    <a:pt x="387" y="364"/>
                  </a:lnTo>
                  <a:lnTo>
                    <a:pt x="375" y="383"/>
                  </a:lnTo>
                  <a:lnTo>
                    <a:pt x="380" y="406"/>
                  </a:lnTo>
                  <a:lnTo>
                    <a:pt x="378" y="428"/>
                  </a:lnTo>
                  <a:lnTo>
                    <a:pt x="375" y="451"/>
                  </a:lnTo>
                  <a:lnTo>
                    <a:pt x="399" y="467"/>
                  </a:lnTo>
                  <a:lnTo>
                    <a:pt x="406" y="459"/>
                  </a:lnTo>
                  <a:lnTo>
                    <a:pt x="400" y="492"/>
                  </a:lnTo>
                  <a:lnTo>
                    <a:pt x="394" y="491"/>
                  </a:lnTo>
                  <a:lnTo>
                    <a:pt x="385" y="491"/>
                  </a:lnTo>
                  <a:lnTo>
                    <a:pt x="367" y="464"/>
                  </a:lnTo>
                  <a:lnTo>
                    <a:pt x="352" y="454"/>
                  </a:lnTo>
                  <a:lnTo>
                    <a:pt x="342" y="444"/>
                  </a:lnTo>
                  <a:lnTo>
                    <a:pt x="333" y="454"/>
                  </a:lnTo>
                  <a:lnTo>
                    <a:pt x="303" y="443"/>
                  </a:lnTo>
                  <a:lnTo>
                    <a:pt x="300" y="435"/>
                  </a:lnTo>
                  <a:lnTo>
                    <a:pt x="281" y="438"/>
                  </a:lnTo>
                  <a:lnTo>
                    <a:pt x="272" y="425"/>
                  </a:lnTo>
                  <a:lnTo>
                    <a:pt x="253" y="430"/>
                  </a:lnTo>
                  <a:lnTo>
                    <a:pt x="233" y="434"/>
                  </a:lnTo>
                  <a:lnTo>
                    <a:pt x="233" y="422"/>
                  </a:lnTo>
                  <a:lnTo>
                    <a:pt x="226" y="396"/>
                  </a:lnTo>
                  <a:lnTo>
                    <a:pt x="224" y="366"/>
                  </a:lnTo>
                  <a:lnTo>
                    <a:pt x="224" y="335"/>
                  </a:lnTo>
                  <a:lnTo>
                    <a:pt x="194" y="331"/>
                  </a:lnTo>
                  <a:lnTo>
                    <a:pt x="194" y="325"/>
                  </a:lnTo>
                  <a:lnTo>
                    <a:pt x="170" y="324"/>
                  </a:lnTo>
                  <a:lnTo>
                    <a:pt x="166" y="347"/>
                  </a:lnTo>
                  <a:lnTo>
                    <a:pt x="137" y="353"/>
                  </a:lnTo>
                  <a:lnTo>
                    <a:pt x="121" y="347"/>
                  </a:lnTo>
                  <a:lnTo>
                    <a:pt x="112" y="321"/>
                  </a:lnTo>
                  <a:lnTo>
                    <a:pt x="102" y="296"/>
                  </a:lnTo>
                  <a:lnTo>
                    <a:pt x="83" y="296"/>
                  </a:lnTo>
                  <a:lnTo>
                    <a:pt x="63" y="294"/>
                  </a:lnTo>
                  <a:lnTo>
                    <a:pt x="43" y="294"/>
                  </a:lnTo>
                  <a:lnTo>
                    <a:pt x="24" y="293"/>
                  </a:lnTo>
                  <a:lnTo>
                    <a:pt x="5" y="296"/>
                  </a:lnTo>
                  <a:lnTo>
                    <a:pt x="0" y="292"/>
                  </a:lnTo>
                  <a:lnTo>
                    <a:pt x="8" y="290"/>
                  </a:lnTo>
                  <a:lnTo>
                    <a:pt x="11" y="268"/>
                  </a:lnTo>
                  <a:lnTo>
                    <a:pt x="21" y="261"/>
                  </a:lnTo>
                  <a:lnTo>
                    <a:pt x="32" y="265"/>
                  </a:lnTo>
                  <a:lnTo>
                    <a:pt x="40" y="257"/>
                  </a:lnTo>
                  <a:lnTo>
                    <a:pt x="54" y="255"/>
                  </a:lnTo>
                  <a:lnTo>
                    <a:pt x="56" y="267"/>
                  </a:lnTo>
                  <a:lnTo>
                    <a:pt x="73" y="251"/>
                  </a:lnTo>
                  <a:lnTo>
                    <a:pt x="90" y="233"/>
                  </a:lnTo>
                  <a:lnTo>
                    <a:pt x="95" y="213"/>
                  </a:lnTo>
                  <a:lnTo>
                    <a:pt x="98" y="193"/>
                  </a:lnTo>
                  <a:lnTo>
                    <a:pt x="114" y="171"/>
                  </a:lnTo>
                  <a:lnTo>
                    <a:pt x="130" y="149"/>
                  </a:lnTo>
                  <a:lnTo>
                    <a:pt x="134" y="129"/>
                  </a:lnTo>
                  <a:lnTo>
                    <a:pt x="137" y="110"/>
                  </a:lnTo>
                  <a:lnTo>
                    <a:pt x="140" y="90"/>
                  </a:lnTo>
                  <a:lnTo>
                    <a:pt x="144" y="71"/>
                  </a:lnTo>
                  <a:lnTo>
                    <a:pt x="150" y="47"/>
                  </a:lnTo>
                  <a:lnTo>
                    <a:pt x="149" y="27"/>
                  </a:lnTo>
                  <a:lnTo>
                    <a:pt x="167" y="4"/>
                  </a:lnTo>
                  <a:lnTo>
                    <a:pt x="192" y="17"/>
                  </a:lnTo>
                  <a:lnTo>
                    <a:pt x="214" y="24"/>
                  </a:lnTo>
                  <a:lnTo>
                    <a:pt x="236" y="30"/>
                  </a:lnTo>
                  <a:lnTo>
                    <a:pt x="246" y="15"/>
                  </a:lnTo>
                  <a:lnTo>
                    <a:pt x="256" y="15"/>
                  </a:lnTo>
                  <a:lnTo>
                    <a:pt x="281" y="8"/>
                  </a:lnTo>
                  <a:lnTo>
                    <a:pt x="297" y="8"/>
                  </a:lnTo>
                  <a:lnTo>
                    <a:pt x="306" y="0"/>
                  </a:lnTo>
                  <a:lnTo>
                    <a:pt x="324" y="2"/>
                  </a:lnTo>
                  <a:lnTo>
                    <a:pt x="342" y="4"/>
                  </a:lnTo>
                  <a:lnTo>
                    <a:pt x="355" y="7"/>
                  </a:lnTo>
                  <a:lnTo>
                    <a:pt x="361" y="13"/>
                  </a:lnTo>
                  <a:lnTo>
                    <a:pt x="380" y="24"/>
                  </a:lnTo>
                  <a:lnTo>
                    <a:pt x="393" y="23"/>
                  </a:lnTo>
                  <a:lnTo>
                    <a:pt x="401" y="15"/>
                  </a:lnTo>
                  <a:lnTo>
                    <a:pt x="417" y="31"/>
                  </a:lnTo>
                  <a:lnTo>
                    <a:pt x="435" y="47"/>
                  </a:lnTo>
                  <a:lnTo>
                    <a:pt x="432" y="71"/>
                  </a:lnTo>
                  <a:lnTo>
                    <a:pt x="445" y="82"/>
                  </a:lnTo>
                  <a:lnTo>
                    <a:pt x="430" y="100"/>
                  </a:lnTo>
                  <a:lnTo>
                    <a:pt x="415" y="116"/>
                  </a:lnTo>
                  <a:lnTo>
                    <a:pt x="410" y="146"/>
                  </a:lnTo>
                  <a:lnTo>
                    <a:pt x="406" y="17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="" xmlns:a16="http://schemas.microsoft.com/office/drawing/2014/main" id="{19BFD684-9846-4D12-9930-274BB3C4B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0644" y="4129088"/>
              <a:ext cx="344487" cy="330200"/>
            </a:xfrm>
            <a:custGeom>
              <a:avLst/>
              <a:gdLst>
                <a:gd name="T0" fmla="*/ 76429411 w 273"/>
                <a:gd name="T1" fmla="*/ 198545969 h 262"/>
                <a:gd name="T2" fmla="*/ 38215336 w 273"/>
                <a:gd name="T3" fmla="*/ 200133953 h 262"/>
                <a:gd name="T4" fmla="*/ 1592464 w 273"/>
                <a:gd name="T5" fmla="*/ 203311182 h 262"/>
                <a:gd name="T6" fmla="*/ 1592464 w 273"/>
                <a:gd name="T7" fmla="*/ 235078423 h 262"/>
                <a:gd name="T8" fmla="*/ 1592464 w 273"/>
                <a:gd name="T9" fmla="*/ 268434909 h 262"/>
                <a:gd name="T10" fmla="*/ 0 w 273"/>
                <a:gd name="T11" fmla="*/ 301790135 h 262"/>
                <a:gd name="T12" fmla="*/ 0 w 273"/>
                <a:gd name="T13" fmla="*/ 335145440 h 262"/>
                <a:gd name="T14" fmla="*/ 25476894 w 273"/>
                <a:gd name="T15" fmla="*/ 365324697 h 262"/>
                <a:gd name="T16" fmla="*/ 52544990 w 273"/>
                <a:gd name="T17" fmla="*/ 395503955 h 262"/>
                <a:gd name="T18" fmla="*/ 76429411 w 273"/>
                <a:gd name="T19" fmla="*/ 390738743 h 262"/>
                <a:gd name="T20" fmla="*/ 117828421 w 273"/>
                <a:gd name="T21" fmla="*/ 401857151 h 262"/>
                <a:gd name="T22" fmla="*/ 168782229 w 273"/>
                <a:gd name="T23" fmla="*/ 416152788 h 262"/>
                <a:gd name="T24" fmla="*/ 203812630 w 273"/>
                <a:gd name="T25" fmla="*/ 382797562 h 262"/>
                <a:gd name="T26" fmla="*/ 242026694 w 273"/>
                <a:gd name="T27" fmla="*/ 351029060 h 262"/>
                <a:gd name="T28" fmla="*/ 254765137 w 273"/>
                <a:gd name="T29" fmla="*/ 325616197 h 262"/>
                <a:gd name="T30" fmla="*/ 281834484 w 273"/>
                <a:gd name="T31" fmla="*/ 319261740 h 262"/>
                <a:gd name="T32" fmla="*/ 308902569 w 273"/>
                <a:gd name="T33" fmla="*/ 311320560 h 262"/>
                <a:gd name="T34" fmla="*/ 302533979 w 273"/>
                <a:gd name="T35" fmla="*/ 290671727 h 262"/>
                <a:gd name="T36" fmla="*/ 329602065 w 273"/>
                <a:gd name="T37" fmla="*/ 279553318 h 262"/>
                <a:gd name="T38" fmla="*/ 358263954 w 273"/>
                <a:gd name="T39" fmla="*/ 268434909 h 262"/>
                <a:gd name="T40" fmla="*/ 385332039 w 273"/>
                <a:gd name="T41" fmla="*/ 255727257 h 262"/>
                <a:gd name="T42" fmla="*/ 413993850 w 273"/>
                <a:gd name="T43" fmla="*/ 244608848 h 262"/>
                <a:gd name="T44" fmla="*/ 398070481 w 273"/>
                <a:gd name="T45" fmla="*/ 225547999 h 262"/>
                <a:gd name="T46" fmla="*/ 415586313 w 273"/>
                <a:gd name="T47" fmla="*/ 184250333 h 262"/>
                <a:gd name="T48" fmla="*/ 423547366 w 273"/>
                <a:gd name="T49" fmla="*/ 174721168 h 262"/>
                <a:gd name="T50" fmla="*/ 423547366 w 273"/>
                <a:gd name="T51" fmla="*/ 142952627 h 262"/>
                <a:gd name="T52" fmla="*/ 425139829 w 273"/>
                <a:gd name="T53" fmla="*/ 111185385 h 262"/>
                <a:gd name="T54" fmla="*/ 434693345 w 273"/>
                <a:gd name="T55" fmla="*/ 95301764 h 262"/>
                <a:gd name="T56" fmla="*/ 410808924 w 273"/>
                <a:gd name="T57" fmla="*/ 61946519 h 262"/>
                <a:gd name="T58" fmla="*/ 409216461 w 273"/>
                <a:gd name="T59" fmla="*/ 50828111 h 262"/>
                <a:gd name="T60" fmla="*/ 369409933 w 273"/>
                <a:gd name="T61" fmla="*/ 30179268 h 262"/>
                <a:gd name="T62" fmla="*/ 332787069 w 273"/>
                <a:gd name="T63" fmla="*/ 6353199 h 262"/>
                <a:gd name="T64" fmla="*/ 329602065 w 273"/>
                <a:gd name="T65" fmla="*/ 0 h 262"/>
                <a:gd name="T66" fmla="*/ 296164127 w 273"/>
                <a:gd name="T67" fmla="*/ 9530427 h 262"/>
                <a:gd name="T68" fmla="*/ 261134989 w 273"/>
                <a:gd name="T69" fmla="*/ 15883626 h 262"/>
                <a:gd name="T70" fmla="*/ 242026694 w 273"/>
                <a:gd name="T71" fmla="*/ 46062898 h 262"/>
                <a:gd name="T72" fmla="*/ 249989009 w 273"/>
                <a:gd name="T73" fmla="*/ 82595372 h 262"/>
                <a:gd name="T74" fmla="*/ 246804083 w 273"/>
                <a:gd name="T75" fmla="*/ 117539842 h 262"/>
                <a:gd name="T76" fmla="*/ 242026694 w 273"/>
                <a:gd name="T77" fmla="*/ 154072296 h 262"/>
                <a:gd name="T78" fmla="*/ 280242021 w 273"/>
                <a:gd name="T79" fmla="*/ 179485120 h 262"/>
                <a:gd name="T80" fmla="*/ 291388000 w 273"/>
                <a:gd name="T81" fmla="*/ 166778728 h 262"/>
                <a:gd name="T82" fmla="*/ 281834484 w 273"/>
                <a:gd name="T83" fmla="*/ 219194803 h 262"/>
                <a:gd name="T84" fmla="*/ 272280968 w 273"/>
                <a:gd name="T85" fmla="*/ 217606819 h 262"/>
                <a:gd name="T86" fmla="*/ 257950063 w 273"/>
                <a:gd name="T87" fmla="*/ 217606819 h 262"/>
                <a:gd name="T88" fmla="*/ 229288252 w 273"/>
                <a:gd name="T89" fmla="*/ 174721168 h 262"/>
                <a:gd name="T90" fmla="*/ 205405093 w 273"/>
                <a:gd name="T91" fmla="*/ 158837508 h 262"/>
                <a:gd name="T92" fmla="*/ 189481725 w 273"/>
                <a:gd name="T93" fmla="*/ 142952627 h 262"/>
                <a:gd name="T94" fmla="*/ 175150819 w 273"/>
                <a:gd name="T95" fmla="*/ 158837508 h 262"/>
                <a:gd name="T96" fmla="*/ 127383199 w 273"/>
                <a:gd name="T97" fmla="*/ 141364643 h 262"/>
                <a:gd name="T98" fmla="*/ 122605810 w 273"/>
                <a:gd name="T99" fmla="*/ 128658250 h 262"/>
                <a:gd name="T100" fmla="*/ 92352799 w 273"/>
                <a:gd name="T101" fmla="*/ 133423463 h 262"/>
                <a:gd name="T102" fmla="*/ 78021874 w 273"/>
                <a:gd name="T103" fmla="*/ 112774630 h 262"/>
                <a:gd name="T104" fmla="*/ 76429411 w 273"/>
                <a:gd name="T105" fmla="*/ 157248264 h 262"/>
                <a:gd name="T106" fmla="*/ 76429411 w 273"/>
                <a:gd name="T107" fmla="*/ 198545969 h 2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73"/>
                <a:gd name="T163" fmla="*/ 0 h 262"/>
                <a:gd name="T164" fmla="*/ 273 w 273"/>
                <a:gd name="T165" fmla="*/ 262 h 2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73" h="262">
                  <a:moveTo>
                    <a:pt x="48" y="125"/>
                  </a:moveTo>
                  <a:lnTo>
                    <a:pt x="24" y="126"/>
                  </a:lnTo>
                  <a:lnTo>
                    <a:pt x="1" y="128"/>
                  </a:lnTo>
                  <a:lnTo>
                    <a:pt x="1" y="148"/>
                  </a:lnTo>
                  <a:lnTo>
                    <a:pt x="1" y="169"/>
                  </a:lnTo>
                  <a:lnTo>
                    <a:pt x="0" y="190"/>
                  </a:lnTo>
                  <a:lnTo>
                    <a:pt x="0" y="211"/>
                  </a:lnTo>
                  <a:lnTo>
                    <a:pt x="16" y="230"/>
                  </a:lnTo>
                  <a:lnTo>
                    <a:pt x="33" y="249"/>
                  </a:lnTo>
                  <a:lnTo>
                    <a:pt x="48" y="246"/>
                  </a:lnTo>
                  <a:lnTo>
                    <a:pt x="74" y="253"/>
                  </a:lnTo>
                  <a:lnTo>
                    <a:pt x="106" y="262"/>
                  </a:lnTo>
                  <a:lnTo>
                    <a:pt x="128" y="241"/>
                  </a:lnTo>
                  <a:lnTo>
                    <a:pt x="152" y="221"/>
                  </a:lnTo>
                  <a:lnTo>
                    <a:pt x="160" y="205"/>
                  </a:lnTo>
                  <a:lnTo>
                    <a:pt x="177" y="201"/>
                  </a:lnTo>
                  <a:lnTo>
                    <a:pt x="194" y="196"/>
                  </a:lnTo>
                  <a:lnTo>
                    <a:pt x="190" y="183"/>
                  </a:lnTo>
                  <a:lnTo>
                    <a:pt x="207" y="176"/>
                  </a:lnTo>
                  <a:lnTo>
                    <a:pt x="225" y="169"/>
                  </a:lnTo>
                  <a:lnTo>
                    <a:pt x="242" y="161"/>
                  </a:lnTo>
                  <a:lnTo>
                    <a:pt x="260" y="154"/>
                  </a:lnTo>
                  <a:lnTo>
                    <a:pt x="250" y="142"/>
                  </a:lnTo>
                  <a:lnTo>
                    <a:pt x="261" y="116"/>
                  </a:lnTo>
                  <a:lnTo>
                    <a:pt x="266" y="110"/>
                  </a:lnTo>
                  <a:lnTo>
                    <a:pt x="266" y="90"/>
                  </a:lnTo>
                  <a:lnTo>
                    <a:pt x="267" y="70"/>
                  </a:lnTo>
                  <a:lnTo>
                    <a:pt x="273" y="60"/>
                  </a:lnTo>
                  <a:lnTo>
                    <a:pt x="258" y="39"/>
                  </a:lnTo>
                  <a:lnTo>
                    <a:pt x="257" y="32"/>
                  </a:lnTo>
                  <a:lnTo>
                    <a:pt x="232" y="19"/>
                  </a:lnTo>
                  <a:lnTo>
                    <a:pt x="209" y="4"/>
                  </a:lnTo>
                  <a:lnTo>
                    <a:pt x="207" y="0"/>
                  </a:lnTo>
                  <a:lnTo>
                    <a:pt x="186" y="6"/>
                  </a:lnTo>
                  <a:lnTo>
                    <a:pt x="164" y="10"/>
                  </a:lnTo>
                  <a:lnTo>
                    <a:pt x="152" y="29"/>
                  </a:lnTo>
                  <a:lnTo>
                    <a:pt x="157" y="52"/>
                  </a:lnTo>
                  <a:lnTo>
                    <a:pt x="155" y="74"/>
                  </a:lnTo>
                  <a:lnTo>
                    <a:pt x="152" y="97"/>
                  </a:lnTo>
                  <a:lnTo>
                    <a:pt x="176" y="113"/>
                  </a:lnTo>
                  <a:lnTo>
                    <a:pt x="183" y="105"/>
                  </a:lnTo>
                  <a:lnTo>
                    <a:pt x="177" y="138"/>
                  </a:lnTo>
                  <a:lnTo>
                    <a:pt x="171" y="137"/>
                  </a:lnTo>
                  <a:lnTo>
                    <a:pt x="162" y="137"/>
                  </a:lnTo>
                  <a:lnTo>
                    <a:pt x="144" y="110"/>
                  </a:lnTo>
                  <a:lnTo>
                    <a:pt x="129" y="100"/>
                  </a:lnTo>
                  <a:lnTo>
                    <a:pt x="119" y="90"/>
                  </a:lnTo>
                  <a:lnTo>
                    <a:pt x="110" y="100"/>
                  </a:lnTo>
                  <a:lnTo>
                    <a:pt x="80" y="89"/>
                  </a:lnTo>
                  <a:lnTo>
                    <a:pt x="77" y="81"/>
                  </a:lnTo>
                  <a:lnTo>
                    <a:pt x="58" y="84"/>
                  </a:lnTo>
                  <a:lnTo>
                    <a:pt x="49" y="71"/>
                  </a:lnTo>
                  <a:lnTo>
                    <a:pt x="48" y="99"/>
                  </a:lnTo>
                  <a:lnTo>
                    <a:pt x="48" y="12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="" xmlns:a16="http://schemas.microsoft.com/office/drawing/2014/main" id="{C9927985-3ABB-49DD-8CAB-5CDED316C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131" y="4375150"/>
              <a:ext cx="223838" cy="225425"/>
            </a:xfrm>
            <a:custGeom>
              <a:avLst/>
              <a:gdLst>
                <a:gd name="T0" fmla="*/ 140721600 w 176"/>
                <a:gd name="T1" fmla="*/ 272789423 h 179"/>
                <a:gd name="T2" fmla="*/ 131016445 w 176"/>
                <a:gd name="T3" fmla="*/ 263272461 h 179"/>
                <a:gd name="T4" fmla="*/ 98666778 w 176"/>
                <a:gd name="T5" fmla="*/ 248998908 h 179"/>
                <a:gd name="T6" fmla="*/ 84109683 w 176"/>
                <a:gd name="T7" fmla="*/ 214107159 h 179"/>
                <a:gd name="T8" fmla="*/ 74404508 w 176"/>
                <a:gd name="T9" fmla="*/ 203005927 h 179"/>
                <a:gd name="T10" fmla="*/ 69552567 w 176"/>
                <a:gd name="T11" fmla="*/ 193490224 h 179"/>
                <a:gd name="T12" fmla="*/ 42054841 w 176"/>
                <a:gd name="T13" fmla="*/ 172872030 h 179"/>
                <a:gd name="T14" fmla="*/ 21026785 w 176"/>
                <a:gd name="T15" fmla="*/ 131636860 h 179"/>
                <a:gd name="T16" fmla="*/ 0 w 176"/>
                <a:gd name="T17" fmla="*/ 90400471 h 179"/>
                <a:gd name="T18" fmla="*/ 51759996 w 176"/>
                <a:gd name="T19" fmla="*/ 104675284 h 179"/>
                <a:gd name="T20" fmla="*/ 87345158 w 176"/>
                <a:gd name="T21" fmla="*/ 71369047 h 179"/>
                <a:gd name="T22" fmla="*/ 126164504 w 176"/>
                <a:gd name="T23" fmla="*/ 39649609 h 179"/>
                <a:gd name="T24" fmla="*/ 139103862 w 176"/>
                <a:gd name="T25" fmla="*/ 14273558 h 179"/>
                <a:gd name="T26" fmla="*/ 166601588 w 176"/>
                <a:gd name="T27" fmla="*/ 7930174 h 179"/>
                <a:gd name="T28" fmla="*/ 194099353 w 176"/>
                <a:gd name="T29" fmla="*/ 0 h 179"/>
                <a:gd name="T30" fmla="*/ 192481616 w 176"/>
                <a:gd name="T31" fmla="*/ 15860348 h 179"/>
                <a:gd name="T32" fmla="*/ 211891925 w 176"/>
                <a:gd name="T33" fmla="*/ 15860348 h 179"/>
                <a:gd name="T34" fmla="*/ 249093533 w 176"/>
                <a:gd name="T35" fmla="*/ 30133907 h 179"/>
                <a:gd name="T36" fmla="*/ 284678675 w 176"/>
                <a:gd name="T37" fmla="*/ 45993001 h 179"/>
                <a:gd name="T38" fmla="*/ 284678675 w 176"/>
                <a:gd name="T39" fmla="*/ 96745112 h 179"/>
                <a:gd name="T40" fmla="*/ 276591259 w 176"/>
                <a:gd name="T41" fmla="*/ 131636860 h 179"/>
                <a:gd name="T42" fmla="*/ 281443200 w 176"/>
                <a:gd name="T43" fmla="*/ 171286499 h 179"/>
                <a:gd name="T44" fmla="*/ 266886104 w 176"/>
                <a:gd name="T45" fmla="*/ 206178247 h 179"/>
                <a:gd name="T46" fmla="*/ 260416425 w 176"/>
                <a:gd name="T47" fmla="*/ 239483205 h 179"/>
                <a:gd name="T48" fmla="*/ 237771913 w 176"/>
                <a:gd name="T49" fmla="*/ 260101400 h 179"/>
                <a:gd name="T50" fmla="*/ 213509662 w 176"/>
                <a:gd name="T51" fmla="*/ 283890656 h 179"/>
                <a:gd name="T52" fmla="*/ 177924520 w 176"/>
                <a:gd name="T53" fmla="*/ 279132805 h 179"/>
                <a:gd name="T54" fmla="*/ 142339338 w 176"/>
                <a:gd name="T55" fmla="*/ 274374953 h 179"/>
                <a:gd name="T56" fmla="*/ 140721600 w 176"/>
                <a:gd name="T57" fmla="*/ 272789423 h 17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76"/>
                <a:gd name="T88" fmla="*/ 0 h 179"/>
                <a:gd name="T89" fmla="*/ 176 w 176"/>
                <a:gd name="T90" fmla="*/ 179 h 17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76" h="179">
                  <a:moveTo>
                    <a:pt x="87" y="172"/>
                  </a:moveTo>
                  <a:lnTo>
                    <a:pt x="81" y="166"/>
                  </a:lnTo>
                  <a:lnTo>
                    <a:pt x="61" y="157"/>
                  </a:lnTo>
                  <a:lnTo>
                    <a:pt x="52" y="135"/>
                  </a:lnTo>
                  <a:lnTo>
                    <a:pt x="46" y="128"/>
                  </a:lnTo>
                  <a:lnTo>
                    <a:pt x="43" y="122"/>
                  </a:lnTo>
                  <a:lnTo>
                    <a:pt x="26" y="109"/>
                  </a:lnTo>
                  <a:lnTo>
                    <a:pt x="13" y="83"/>
                  </a:lnTo>
                  <a:lnTo>
                    <a:pt x="0" y="57"/>
                  </a:lnTo>
                  <a:lnTo>
                    <a:pt x="32" y="66"/>
                  </a:lnTo>
                  <a:lnTo>
                    <a:pt x="54" y="45"/>
                  </a:lnTo>
                  <a:lnTo>
                    <a:pt x="78" y="25"/>
                  </a:lnTo>
                  <a:lnTo>
                    <a:pt x="86" y="9"/>
                  </a:lnTo>
                  <a:lnTo>
                    <a:pt x="103" y="5"/>
                  </a:lnTo>
                  <a:lnTo>
                    <a:pt x="120" y="0"/>
                  </a:lnTo>
                  <a:lnTo>
                    <a:pt x="119" y="10"/>
                  </a:lnTo>
                  <a:lnTo>
                    <a:pt x="131" y="10"/>
                  </a:lnTo>
                  <a:lnTo>
                    <a:pt x="154" y="19"/>
                  </a:lnTo>
                  <a:lnTo>
                    <a:pt x="176" y="29"/>
                  </a:lnTo>
                  <a:lnTo>
                    <a:pt x="176" y="61"/>
                  </a:lnTo>
                  <a:lnTo>
                    <a:pt x="171" y="83"/>
                  </a:lnTo>
                  <a:lnTo>
                    <a:pt x="174" y="108"/>
                  </a:lnTo>
                  <a:lnTo>
                    <a:pt x="165" y="130"/>
                  </a:lnTo>
                  <a:lnTo>
                    <a:pt x="161" y="151"/>
                  </a:lnTo>
                  <a:lnTo>
                    <a:pt x="147" y="164"/>
                  </a:lnTo>
                  <a:lnTo>
                    <a:pt x="132" y="179"/>
                  </a:lnTo>
                  <a:lnTo>
                    <a:pt x="110" y="176"/>
                  </a:lnTo>
                  <a:lnTo>
                    <a:pt x="88" y="173"/>
                  </a:lnTo>
                  <a:lnTo>
                    <a:pt x="87" y="17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="" xmlns:a16="http://schemas.microsoft.com/office/drawing/2014/main" id="{0AE93FE9-60B9-4816-B77A-FEF759AEA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281" y="4859338"/>
              <a:ext cx="144463" cy="155575"/>
            </a:xfrm>
            <a:custGeom>
              <a:avLst/>
              <a:gdLst>
                <a:gd name="T0" fmla="*/ 181417433 w 113"/>
                <a:gd name="T1" fmla="*/ 102236436 h 125"/>
                <a:gd name="T2" fmla="*/ 142192503 w 113"/>
                <a:gd name="T3" fmla="*/ 74353650 h 125"/>
                <a:gd name="T4" fmla="*/ 102966335 w 113"/>
                <a:gd name="T5" fmla="*/ 44921356 h 125"/>
                <a:gd name="T6" fmla="*/ 80084916 w 113"/>
                <a:gd name="T7" fmla="*/ 34078394 h 125"/>
                <a:gd name="T8" fmla="*/ 68644217 w 113"/>
                <a:gd name="T9" fmla="*/ 32530112 h 125"/>
                <a:gd name="T10" fmla="*/ 24516525 w 113"/>
                <a:gd name="T11" fmla="*/ 0 h 125"/>
                <a:gd name="T12" fmla="*/ 4902793 w 113"/>
                <a:gd name="T13" fmla="*/ 4647336 h 125"/>
                <a:gd name="T14" fmla="*/ 4902793 w 113"/>
                <a:gd name="T15" fmla="*/ 7745146 h 125"/>
                <a:gd name="T16" fmla="*/ 3268955 w 113"/>
                <a:gd name="T17" fmla="*/ 49568692 h 125"/>
                <a:gd name="T18" fmla="*/ 3268955 w 113"/>
                <a:gd name="T19" fmla="*/ 94491292 h 125"/>
                <a:gd name="T20" fmla="*/ 4902793 w 113"/>
                <a:gd name="T21" fmla="*/ 102236436 h 125"/>
                <a:gd name="T22" fmla="*/ 0 w 113"/>
                <a:gd name="T23" fmla="*/ 133217012 h 125"/>
                <a:gd name="T24" fmla="*/ 19612450 w 113"/>
                <a:gd name="T25" fmla="*/ 167295435 h 125"/>
                <a:gd name="T26" fmla="*/ 67010379 w 113"/>
                <a:gd name="T27" fmla="*/ 185883532 h 125"/>
                <a:gd name="T28" fmla="*/ 125847734 w 113"/>
                <a:gd name="T29" fmla="*/ 193628676 h 125"/>
                <a:gd name="T30" fmla="*/ 158535995 w 113"/>
                <a:gd name="T31" fmla="*/ 182785723 h 125"/>
                <a:gd name="T32" fmla="*/ 184686387 w 113"/>
                <a:gd name="T33" fmla="*/ 147157773 h 125"/>
                <a:gd name="T34" fmla="*/ 176514642 w 113"/>
                <a:gd name="T35" fmla="*/ 119275006 h 125"/>
                <a:gd name="T36" fmla="*/ 181417433 w 113"/>
                <a:gd name="T37" fmla="*/ 102236436 h 12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3"/>
                <a:gd name="T58" fmla="*/ 0 h 125"/>
                <a:gd name="T59" fmla="*/ 113 w 113"/>
                <a:gd name="T60" fmla="*/ 125 h 12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3" h="125">
                  <a:moveTo>
                    <a:pt x="111" y="66"/>
                  </a:moveTo>
                  <a:lnTo>
                    <a:pt x="87" y="48"/>
                  </a:lnTo>
                  <a:lnTo>
                    <a:pt x="63" y="29"/>
                  </a:lnTo>
                  <a:lnTo>
                    <a:pt x="49" y="22"/>
                  </a:lnTo>
                  <a:lnTo>
                    <a:pt x="42" y="21"/>
                  </a:lnTo>
                  <a:lnTo>
                    <a:pt x="15" y="0"/>
                  </a:lnTo>
                  <a:lnTo>
                    <a:pt x="3" y="3"/>
                  </a:lnTo>
                  <a:lnTo>
                    <a:pt x="3" y="5"/>
                  </a:lnTo>
                  <a:lnTo>
                    <a:pt x="2" y="32"/>
                  </a:lnTo>
                  <a:lnTo>
                    <a:pt x="2" y="61"/>
                  </a:lnTo>
                  <a:lnTo>
                    <a:pt x="3" y="66"/>
                  </a:lnTo>
                  <a:lnTo>
                    <a:pt x="0" y="86"/>
                  </a:lnTo>
                  <a:lnTo>
                    <a:pt x="12" y="108"/>
                  </a:lnTo>
                  <a:lnTo>
                    <a:pt x="41" y="120"/>
                  </a:lnTo>
                  <a:lnTo>
                    <a:pt x="77" y="125"/>
                  </a:lnTo>
                  <a:lnTo>
                    <a:pt x="97" y="118"/>
                  </a:lnTo>
                  <a:lnTo>
                    <a:pt x="113" y="95"/>
                  </a:lnTo>
                  <a:lnTo>
                    <a:pt x="108" y="77"/>
                  </a:lnTo>
                  <a:lnTo>
                    <a:pt x="111" y="6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="" xmlns:a16="http://schemas.microsoft.com/office/drawing/2014/main" id="{71883558-BFA0-45F2-8208-5F6191476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619" y="4581525"/>
              <a:ext cx="449262" cy="1006475"/>
            </a:xfrm>
            <a:custGeom>
              <a:avLst/>
              <a:gdLst>
                <a:gd name="T0" fmla="*/ 315328892 w 356"/>
                <a:gd name="T1" fmla="*/ 804916468 h 798"/>
                <a:gd name="T2" fmla="*/ 307367114 w 356"/>
                <a:gd name="T3" fmla="*/ 852638252 h 798"/>
                <a:gd name="T4" fmla="*/ 331255051 w 356"/>
                <a:gd name="T5" fmla="*/ 855820376 h 798"/>
                <a:gd name="T6" fmla="*/ 351958955 w 356"/>
                <a:gd name="T7" fmla="*/ 878090206 h 798"/>
                <a:gd name="T8" fmla="*/ 307367114 w 356"/>
                <a:gd name="T9" fmla="*/ 871727217 h 798"/>
                <a:gd name="T10" fmla="*/ 307367114 w 356"/>
                <a:gd name="T11" fmla="*/ 917859830 h 798"/>
                <a:gd name="T12" fmla="*/ 307367114 w 356"/>
                <a:gd name="T13" fmla="*/ 968762476 h 798"/>
                <a:gd name="T14" fmla="*/ 270737130 w 356"/>
                <a:gd name="T15" fmla="*/ 1026029373 h 798"/>
                <a:gd name="T16" fmla="*/ 342403307 w 356"/>
                <a:gd name="T17" fmla="*/ 1065797736 h 798"/>
                <a:gd name="T18" fmla="*/ 342403307 w 356"/>
                <a:gd name="T19" fmla="*/ 1088068826 h 798"/>
                <a:gd name="T20" fmla="*/ 307367114 w 356"/>
                <a:gd name="T21" fmla="*/ 1142153598 h 798"/>
                <a:gd name="T22" fmla="*/ 286663210 w 356"/>
                <a:gd name="T23" fmla="*/ 1169195983 h 798"/>
                <a:gd name="T24" fmla="*/ 296218858 w 356"/>
                <a:gd name="T25" fmla="*/ 1180331529 h 798"/>
                <a:gd name="T26" fmla="*/ 281885386 w 356"/>
                <a:gd name="T27" fmla="*/ 1213736903 h 798"/>
                <a:gd name="T28" fmla="*/ 289848426 w 356"/>
                <a:gd name="T29" fmla="*/ 1236007993 h 798"/>
                <a:gd name="T30" fmla="*/ 331255051 w 356"/>
                <a:gd name="T31" fmla="*/ 1269413368 h 798"/>
                <a:gd name="T32" fmla="*/ 210219288 w 356"/>
                <a:gd name="T33" fmla="*/ 1245551845 h 798"/>
                <a:gd name="T34" fmla="*/ 171997957 w 356"/>
                <a:gd name="T35" fmla="*/ 1197830062 h 798"/>
                <a:gd name="T36" fmla="*/ 121035724 w 356"/>
                <a:gd name="T37" fmla="*/ 1143745291 h 798"/>
                <a:gd name="T38" fmla="*/ 133776588 w 356"/>
                <a:gd name="T39" fmla="*/ 1062616872 h 798"/>
                <a:gd name="T40" fmla="*/ 124220940 w 356"/>
                <a:gd name="T41" fmla="*/ 984670578 h 798"/>
                <a:gd name="T42" fmla="*/ 101924428 w 356"/>
                <a:gd name="T43" fmla="*/ 959218624 h 798"/>
                <a:gd name="T44" fmla="*/ 97146604 w 356"/>
                <a:gd name="T45" fmla="*/ 935357102 h 798"/>
                <a:gd name="T46" fmla="*/ 65295686 w 356"/>
                <a:gd name="T47" fmla="*/ 868546353 h 798"/>
                <a:gd name="T48" fmla="*/ 50962214 w 356"/>
                <a:gd name="T49" fmla="*/ 779464514 h 798"/>
                <a:gd name="T50" fmla="*/ 52554822 w 356"/>
                <a:gd name="T51" fmla="*/ 709471641 h 798"/>
                <a:gd name="T52" fmla="*/ 39813948 w 356"/>
                <a:gd name="T53" fmla="*/ 649023723 h 798"/>
                <a:gd name="T54" fmla="*/ 46184390 w 356"/>
                <a:gd name="T55" fmla="*/ 586984270 h 798"/>
                <a:gd name="T56" fmla="*/ 41406566 w 356"/>
                <a:gd name="T57" fmla="*/ 505857113 h 798"/>
                <a:gd name="T58" fmla="*/ 15926085 w 356"/>
                <a:gd name="T59" fmla="*/ 445408091 h 798"/>
                <a:gd name="T60" fmla="*/ 0 w 356"/>
                <a:gd name="T61" fmla="*/ 386550763 h 798"/>
                <a:gd name="T62" fmla="*/ 4777825 w 356"/>
                <a:gd name="T63" fmla="*/ 330874298 h 798"/>
                <a:gd name="T64" fmla="*/ 19111301 w 356"/>
                <a:gd name="T65" fmla="*/ 260881346 h 798"/>
                <a:gd name="T66" fmla="*/ 44591782 w 356"/>
                <a:gd name="T67" fmla="*/ 213159563 h 798"/>
                <a:gd name="T68" fmla="*/ 23889130 w 356"/>
                <a:gd name="T69" fmla="*/ 128850241 h 798"/>
                <a:gd name="T70" fmla="*/ 60517862 w 356"/>
                <a:gd name="T71" fmla="*/ 92262742 h 798"/>
                <a:gd name="T72" fmla="*/ 60517862 w 356"/>
                <a:gd name="T73" fmla="*/ 41358814 h 798"/>
                <a:gd name="T74" fmla="*/ 98739212 w 356"/>
                <a:gd name="T75" fmla="*/ 4772558 h 798"/>
                <a:gd name="T76" fmla="*/ 162442270 w 356"/>
                <a:gd name="T77" fmla="*/ 39768373 h 798"/>
                <a:gd name="T78" fmla="*/ 214997112 w 356"/>
                <a:gd name="T79" fmla="*/ 9543855 h 798"/>
                <a:gd name="T80" fmla="*/ 259588874 w 356"/>
                <a:gd name="T81" fmla="*/ 52494360 h 798"/>
                <a:gd name="T82" fmla="*/ 323291932 w 356"/>
                <a:gd name="T83" fmla="*/ 98625731 h 798"/>
                <a:gd name="T84" fmla="*/ 386995069 w 356"/>
                <a:gd name="T85" fmla="*/ 132031105 h 798"/>
                <a:gd name="T86" fmla="*/ 407698973 w 356"/>
                <a:gd name="T87" fmla="*/ 192480166 h 798"/>
                <a:gd name="T88" fmla="*/ 434772047 w 356"/>
                <a:gd name="T89" fmla="*/ 233838960 h 798"/>
                <a:gd name="T90" fmla="*/ 501660321 w 356"/>
                <a:gd name="T91" fmla="*/ 229067665 h 798"/>
                <a:gd name="T92" fmla="*/ 527142049 w 356"/>
                <a:gd name="T93" fmla="*/ 157483059 h 798"/>
                <a:gd name="T94" fmla="*/ 566955988 w 356"/>
                <a:gd name="T95" fmla="*/ 213159563 h 798"/>
                <a:gd name="T96" fmla="*/ 520771617 w 356"/>
                <a:gd name="T97" fmla="*/ 254519619 h 798"/>
                <a:gd name="T98" fmla="*/ 480957679 w 356"/>
                <a:gd name="T99" fmla="*/ 302241402 h 798"/>
                <a:gd name="T100" fmla="*/ 444327695 w 356"/>
                <a:gd name="T101" fmla="*/ 351554957 h 798"/>
                <a:gd name="T102" fmla="*/ 442735087 w 356"/>
                <a:gd name="T103" fmla="*/ 399276740 h 798"/>
                <a:gd name="T104" fmla="*/ 445920303 w 356"/>
                <a:gd name="T105" fmla="*/ 474042170 h 798"/>
                <a:gd name="T106" fmla="*/ 453883343 w 356"/>
                <a:gd name="T107" fmla="*/ 539262487 h 798"/>
                <a:gd name="T108" fmla="*/ 504845537 w 356"/>
                <a:gd name="T109" fmla="*/ 601300679 h 798"/>
                <a:gd name="T110" fmla="*/ 514401185 w 356"/>
                <a:gd name="T111" fmla="*/ 653795019 h 798"/>
                <a:gd name="T112" fmla="*/ 469809423 w 356"/>
                <a:gd name="T113" fmla="*/ 698336096 h 798"/>
                <a:gd name="T114" fmla="*/ 412476797 w 356"/>
                <a:gd name="T115" fmla="*/ 712653766 h 798"/>
                <a:gd name="T116" fmla="*/ 353551563 w 356"/>
                <a:gd name="T117" fmla="*/ 715834629 h 798"/>
                <a:gd name="T118" fmla="*/ 372661597 w 356"/>
                <a:gd name="T119" fmla="*/ 784237071 h 79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356"/>
                <a:gd name="T181" fmla="*/ 0 h 798"/>
                <a:gd name="T182" fmla="*/ 356 w 356"/>
                <a:gd name="T183" fmla="*/ 798 h 798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356" h="798">
                  <a:moveTo>
                    <a:pt x="228" y="506"/>
                  </a:moveTo>
                  <a:lnTo>
                    <a:pt x="198" y="506"/>
                  </a:lnTo>
                  <a:lnTo>
                    <a:pt x="176" y="501"/>
                  </a:lnTo>
                  <a:lnTo>
                    <a:pt x="193" y="536"/>
                  </a:lnTo>
                  <a:lnTo>
                    <a:pt x="199" y="539"/>
                  </a:lnTo>
                  <a:lnTo>
                    <a:pt x="208" y="538"/>
                  </a:lnTo>
                  <a:lnTo>
                    <a:pt x="214" y="533"/>
                  </a:lnTo>
                  <a:lnTo>
                    <a:pt x="221" y="552"/>
                  </a:lnTo>
                  <a:lnTo>
                    <a:pt x="209" y="548"/>
                  </a:lnTo>
                  <a:lnTo>
                    <a:pt x="193" y="548"/>
                  </a:lnTo>
                  <a:lnTo>
                    <a:pt x="209" y="556"/>
                  </a:lnTo>
                  <a:lnTo>
                    <a:pt x="193" y="577"/>
                  </a:lnTo>
                  <a:lnTo>
                    <a:pt x="196" y="597"/>
                  </a:lnTo>
                  <a:lnTo>
                    <a:pt x="193" y="609"/>
                  </a:lnTo>
                  <a:lnTo>
                    <a:pt x="169" y="620"/>
                  </a:lnTo>
                  <a:lnTo>
                    <a:pt x="170" y="645"/>
                  </a:lnTo>
                  <a:lnTo>
                    <a:pt x="203" y="663"/>
                  </a:lnTo>
                  <a:lnTo>
                    <a:pt x="215" y="670"/>
                  </a:lnTo>
                  <a:lnTo>
                    <a:pt x="208" y="683"/>
                  </a:lnTo>
                  <a:lnTo>
                    <a:pt x="215" y="684"/>
                  </a:lnTo>
                  <a:lnTo>
                    <a:pt x="203" y="702"/>
                  </a:lnTo>
                  <a:lnTo>
                    <a:pt x="193" y="718"/>
                  </a:lnTo>
                  <a:lnTo>
                    <a:pt x="192" y="738"/>
                  </a:lnTo>
                  <a:lnTo>
                    <a:pt x="180" y="735"/>
                  </a:lnTo>
                  <a:lnTo>
                    <a:pt x="174" y="737"/>
                  </a:lnTo>
                  <a:lnTo>
                    <a:pt x="186" y="742"/>
                  </a:lnTo>
                  <a:lnTo>
                    <a:pt x="177" y="756"/>
                  </a:lnTo>
                  <a:lnTo>
                    <a:pt x="177" y="763"/>
                  </a:lnTo>
                  <a:lnTo>
                    <a:pt x="186" y="777"/>
                  </a:lnTo>
                  <a:lnTo>
                    <a:pt x="182" y="777"/>
                  </a:lnTo>
                  <a:lnTo>
                    <a:pt x="196" y="785"/>
                  </a:lnTo>
                  <a:lnTo>
                    <a:pt x="208" y="798"/>
                  </a:lnTo>
                  <a:lnTo>
                    <a:pt x="173" y="788"/>
                  </a:lnTo>
                  <a:lnTo>
                    <a:pt x="132" y="783"/>
                  </a:lnTo>
                  <a:lnTo>
                    <a:pt x="121" y="773"/>
                  </a:lnTo>
                  <a:lnTo>
                    <a:pt x="108" y="753"/>
                  </a:lnTo>
                  <a:lnTo>
                    <a:pt x="96" y="754"/>
                  </a:lnTo>
                  <a:lnTo>
                    <a:pt x="76" y="719"/>
                  </a:lnTo>
                  <a:lnTo>
                    <a:pt x="89" y="705"/>
                  </a:lnTo>
                  <a:lnTo>
                    <a:pt x="84" y="668"/>
                  </a:lnTo>
                  <a:lnTo>
                    <a:pt x="80" y="639"/>
                  </a:lnTo>
                  <a:lnTo>
                    <a:pt x="78" y="619"/>
                  </a:lnTo>
                  <a:lnTo>
                    <a:pt x="73" y="609"/>
                  </a:lnTo>
                  <a:lnTo>
                    <a:pt x="64" y="603"/>
                  </a:lnTo>
                  <a:lnTo>
                    <a:pt x="78" y="597"/>
                  </a:lnTo>
                  <a:lnTo>
                    <a:pt x="61" y="588"/>
                  </a:lnTo>
                  <a:lnTo>
                    <a:pt x="52" y="559"/>
                  </a:lnTo>
                  <a:lnTo>
                    <a:pt x="41" y="546"/>
                  </a:lnTo>
                  <a:lnTo>
                    <a:pt x="39" y="525"/>
                  </a:lnTo>
                  <a:lnTo>
                    <a:pt x="32" y="490"/>
                  </a:lnTo>
                  <a:lnTo>
                    <a:pt x="29" y="462"/>
                  </a:lnTo>
                  <a:lnTo>
                    <a:pt x="33" y="446"/>
                  </a:lnTo>
                  <a:lnTo>
                    <a:pt x="31" y="430"/>
                  </a:lnTo>
                  <a:lnTo>
                    <a:pt x="25" y="408"/>
                  </a:lnTo>
                  <a:lnTo>
                    <a:pt x="17" y="386"/>
                  </a:lnTo>
                  <a:lnTo>
                    <a:pt x="29" y="369"/>
                  </a:lnTo>
                  <a:lnTo>
                    <a:pt x="23" y="352"/>
                  </a:lnTo>
                  <a:lnTo>
                    <a:pt x="26" y="318"/>
                  </a:lnTo>
                  <a:lnTo>
                    <a:pt x="20" y="302"/>
                  </a:lnTo>
                  <a:lnTo>
                    <a:pt x="10" y="280"/>
                  </a:lnTo>
                  <a:lnTo>
                    <a:pt x="0" y="260"/>
                  </a:lnTo>
                  <a:lnTo>
                    <a:pt x="0" y="243"/>
                  </a:lnTo>
                  <a:lnTo>
                    <a:pt x="4" y="227"/>
                  </a:lnTo>
                  <a:lnTo>
                    <a:pt x="3" y="208"/>
                  </a:lnTo>
                  <a:lnTo>
                    <a:pt x="1" y="187"/>
                  </a:lnTo>
                  <a:lnTo>
                    <a:pt x="12" y="164"/>
                  </a:lnTo>
                  <a:lnTo>
                    <a:pt x="20" y="141"/>
                  </a:lnTo>
                  <a:lnTo>
                    <a:pt x="28" y="134"/>
                  </a:lnTo>
                  <a:lnTo>
                    <a:pt x="19" y="118"/>
                  </a:lnTo>
                  <a:lnTo>
                    <a:pt x="15" y="81"/>
                  </a:lnTo>
                  <a:lnTo>
                    <a:pt x="19" y="68"/>
                  </a:lnTo>
                  <a:lnTo>
                    <a:pt x="38" y="58"/>
                  </a:lnTo>
                  <a:lnTo>
                    <a:pt x="44" y="32"/>
                  </a:lnTo>
                  <a:lnTo>
                    <a:pt x="38" y="26"/>
                  </a:lnTo>
                  <a:lnTo>
                    <a:pt x="57" y="0"/>
                  </a:lnTo>
                  <a:lnTo>
                    <a:pt x="62" y="3"/>
                  </a:lnTo>
                  <a:lnTo>
                    <a:pt x="90" y="9"/>
                  </a:lnTo>
                  <a:lnTo>
                    <a:pt x="102" y="25"/>
                  </a:lnTo>
                  <a:lnTo>
                    <a:pt x="109" y="10"/>
                  </a:lnTo>
                  <a:lnTo>
                    <a:pt x="135" y="6"/>
                  </a:lnTo>
                  <a:lnTo>
                    <a:pt x="139" y="12"/>
                  </a:lnTo>
                  <a:lnTo>
                    <a:pt x="163" y="33"/>
                  </a:lnTo>
                  <a:lnTo>
                    <a:pt x="185" y="54"/>
                  </a:lnTo>
                  <a:lnTo>
                    <a:pt x="203" y="62"/>
                  </a:lnTo>
                  <a:lnTo>
                    <a:pt x="222" y="71"/>
                  </a:lnTo>
                  <a:lnTo>
                    <a:pt x="243" y="83"/>
                  </a:lnTo>
                  <a:lnTo>
                    <a:pt x="264" y="96"/>
                  </a:lnTo>
                  <a:lnTo>
                    <a:pt x="256" y="121"/>
                  </a:lnTo>
                  <a:lnTo>
                    <a:pt x="247" y="145"/>
                  </a:lnTo>
                  <a:lnTo>
                    <a:pt x="273" y="147"/>
                  </a:lnTo>
                  <a:lnTo>
                    <a:pt x="299" y="150"/>
                  </a:lnTo>
                  <a:lnTo>
                    <a:pt x="315" y="144"/>
                  </a:lnTo>
                  <a:lnTo>
                    <a:pt x="333" y="116"/>
                  </a:lnTo>
                  <a:lnTo>
                    <a:pt x="331" y="99"/>
                  </a:lnTo>
                  <a:lnTo>
                    <a:pt x="346" y="100"/>
                  </a:lnTo>
                  <a:lnTo>
                    <a:pt x="356" y="134"/>
                  </a:lnTo>
                  <a:lnTo>
                    <a:pt x="341" y="147"/>
                  </a:lnTo>
                  <a:lnTo>
                    <a:pt x="327" y="160"/>
                  </a:lnTo>
                  <a:lnTo>
                    <a:pt x="315" y="174"/>
                  </a:lnTo>
                  <a:lnTo>
                    <a:pt x="302" y="190"/>
                  </a:lnTo>
                  <a:lnTo>
                    <a:pt x="291" y="205"/>
                  </a:lnTo>
                  <a:lnTo>
                    <a:pt x="279" y="221"/>
                  </a:lnTo>
                  <a:lnTo>
                    <a:pt x="279" y="224"/>
                  </a:lnTo>
                  <a:lnTo>
                    <a:pt x="278" y="251"/>
                  </a:lnTo>
                  <a:lnTo>
                    <a:pt x="278" y="280"/>
                  </a:lnTo>
                  <a:lnTo>
                    <a:pt x="280" y="298"/>
                  </a:lnTo>
                  <a:lnTo>
                    <a:pt x="275" y="308"/>
                  </a:lnTo>
                  <a:lnTo>
                    <a:pt x="285" y="339"/>
                  </a:lnTo>
                  <a:lnTo>
                    <a:pt x="315" y="360"/>
                  </a:lnTo>
                  <a:lnTo>
                    <a:pt x="317" y="378"/>
                  </a:lnTo>
                  <a:lnTo>
                    <a:pt x="331" y="389"/>
                  </a:lnTo>
                  <a:lnTo>
                    <a:pt x="323" y="411"/>
                  </a:lnTo>
                  <a:lnTo>
                    <a:pt x="314" y="434"/>
                  </a:lnTo>
                  <a:lnTo>
                    <a:pt x="295" y="439"/>
                  </a:lnTo>
                  <a:lnTo>
                    <a:pt x="276" y="443"/>
                  </a:lnTo>
                  <a:lnTo>
                    <a:pt x="259" y="448"/>
                  </a:lnTo>
                  <a:lnTo>
                    <a:pt x="240" y="453"/>
                  </a:lnTo>
                  <a:lnTo>
                    <a:pt x="222" y="450"/>
                  </a:lnTo>
                  <a:lnTo>
                    <a:pt x="228" y="461"/>
                  </a:lnTo>
                  <a:lnTo>
                    <a:pt x="234" y="493"/>
                  </a:lnTo>
                  <a:lnTo>
                    <a:pt x="228" y="50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="" xmlns:a16="http://schemas.microsoft.com/office/drawing/2014/main" id="{5289D155-2519-4E45-960A-AD5753D42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644" y="5230813"/>
              <a:ext cx="107950" cy="71437"/>
            </a:xfrm>
            <a:custGeom>
              <a:avLst/>
              <a:gdLst>
                <a:gd name="T0" fmla="*/ 10777630 w 87"/>
                <a:gd name="T1" fmla="*/ 17900071 h 56"/>
                <a:gd name="T2" fmla="*/ 0 w 87"/>
                <a:gd name="T3" fmla="*/ 0 h 56"/>
                <a:gd name="T4" fmla="*/ 16935741 w 87"/>
                <a:gd name="T5" fmla="*/ 47191800 h 56"/>
                <a:gd name="T6" fmla="*/ 35411320 w 87"/>
                <a:gd name="T7" fmla="*/ 91129389 h 56"/>
                <a:gd name="T8" fmla="*/ 84677478 w 87"/>
                <a:gd name="T9" fmla="*/ 91129389 h 56"/>
                <a:gd name="T10" fmla="*/ 133944848 w 87"/>
                <a:gd name="T11" fmla="*/ 91129389 h 56"/>
                <a:gd name="T12" fmla="*/ 129326575 w 87"/>
                <a:gd name="T13" fmla="*/ 81365465 h 56"/>
                <a:gd name="T14" fmla="*/ 60043774 w 87"/>
                <a:gd name="T15" fmla="*/ 55327961 h 56"/>
                <a:gd name="T16" fmla="*/ 10777630 w 87"/>
                <a:gd name="T17" fmla="*/ 17900071 h 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7"/>
                <a:gd name="T28" fmla="*/ 0 h 56"/>
                <a:gd name="T29" fmla="*/ 87 w 87"/>
                <a:gd name="T30" fmla="*/ 56 h 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7" h="56">
                  <a:moveTo>
                    <a:pt x="7" y="11"/>
                  </a:moveTo>
                  <a:lnTo>
                    <a:pt x="0" y="0"/>
                  </a:lnTo>
                  <a:lnTo>
                    <a:pt x="11" y="29"/>
                  </a:lnTo>
                  <a:lnTo>
                    <a:pt x="23" y="56"/>
                  </a:lnTo>
                  <a:lnTo>
                    <a:pt x="55" y="56"/>
                  </a:lnTo>
                  <a:lnTo>
                    <a:pt x="87" y="56"/>
                  </a:lnTo>
                  <a:lnTo>
                    <a:pt x="84" y="50"/>
                  </a:lnTo>
                  <a:lnTo>
                    <a:pt x="39" y="34"/>
                  </a:lnTo>
                  <a:lnTo>
                    <a:pt x="7" y="1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="" xmlns:a16="http://schemas.microsoft.com/office/drawing/2014/main" id="{E52EEFFC-FA96-4BB5-9791-A2DE28F4D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906" y="5224463"/>
              <a:ext cx="87313" cy="77787"/>
            </a:xfrm>
            <a:custGeom>
              <a:avLst/>
              <a:gdLst>
                <a:gd name="T0" fmla="*/ 74191640 w 68"/>
                <a:gd name="T1" fmla="*/ 5214366 h 59"/>
                <a:gd name="T2" fmla="*/ 92327076 w 68"/>
                <a:gd name="T3" fmla="*/ 55624303 h 59"/>
                <a:gd name="T4" fmla="*/ 112111166 w 68"/>
                <a:gd name="T5" fmla="*/ 102556241 h 59"/>
                <a:gd name="T6" fmla="*/ 100570447 w 68"/>
                <a:gd name="T7" fmla="*/ 97341877 h 59"/>
                <a:gd name="T8" fmla="*/ 84083685 w 68"/>
                <a:gd name="T9" fmla="*/ 102556241 h 59"/>
                <a:gd name="T10" fmla="*/ 44514222 w 68"/>
                <a:gd name="T11" fmla="*/ 97341877 h 59"/>
                <a:gd name="T12" fmla="*/ 32973493 w 68"/>
                <a:gd name="T13" fmla="*/ 95602876 h 59"/>
                <a:gd name="T14" fmla="*/ 0 w 68"/>
                <a:gd name="T15" fmla="*/ 90388512 h 59"/>
                <a:gd name="T16" fmla="*/ 9892047 w 68"/>
                <a:gd name="T17" fmla="*/ 86911829 h 59"/>
                <a:gd name="T18" fmla="*/ 28027470 w 68"/>
                <a:gd name="T19" fmla="*/ 79958444 h 59"/>
                <a:gd name="T20" fmla="*/ 37919515 w 68"/>
                <a:gd name="T21" fmla="*/ 86911829 h 59"/>
                <a:gd name="T22" fmla="*/ 49460244 w 68"/>
                <a:gd name="T23" fmla="*/ 86911829 h 59"/>
                <a:gd name="T24" fmla="*/ 31324819 w 68"/>
                <a:gd name="T25" fmla="*/ 74744079 h 59"/>
                <a:gd name="T26" fmla="*/ 54406267 w 68"/>
                <a:gd name="T27" fmla="*/ 79958444 h 59"/>
                <a:gd name="T28" fmla="*/ 65948270 w 68"/>
                <a:gd name="T29" fmla="*/ 83435126 h 59"/>
                <a:gd name="T30" fmla="*/ 84083685 w 68"/>
                <a:gd name="T31" fmla="*/ 86911829 h 59"/>
                <a:gd name="T32" fmla="*/ 89029728 w 68"/>
                <a:gd name="T33" fmla="*/ 86911829 h 59"/>
                <a:gd name="T34" fmla="*/ 44514222 w 68"/>
                <a:gd name="T35" fmla="*/ 59099667 h 59"/>
                <a:gd name="T36" fmla="*/ 64299596 w 68"/>
                <a:gd name="T37" fmla="*/ 39979881 h 59"/>
                <a:gd name="T38" fmla="*/ 36270841 w 68"/>
                <a:gd name="T39" fmla="*/ 39979881 h 59"/>
                <a:gd name="T40" fmla="*/ 23081448 w 68"/>
                <a:gd name="T41" fmla="*/ 6953368 h 59"/>
                <a:gd name="T42" fmla="*/ 37919515 w 68"/>
                <a:gd name="T43" fmla="*/ 0 h 59"/>
                <a:gd name="T44" fmla="*/ 74191640 w 68"/>
                <a:gd name="T45" fmla="*/ 5214366 h 5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8"/>
                <a:gd name="T70" fmla="*/ 0 h 59"/>
                <a:gd name="T71" fmla="*/ 68 w 68"/>
                <a:gd name="T72" fmla="*/ 59 h 5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8" h="59">
                  <a:moveTo>
                    <a:pt x="45" y="3"/>
                  </a:moveTo>
                  <a:lnTo>
                    <a:pt x="56" y="32"/>
                  </a:lnTo>
                  <a:lnTo>
                    <a:pt x="68" y="59"/>
                  </a:lnTo>
                  <a:lnTo>
                    <a:pt x="61" y="56"/>
                  </a:lnTo>
                  <a:lnTo>
                    <a:pt x="51" y="59"/>
                  </a:lnTo>
                  <a:lnTo>
                    <a:pt x="27" y="56"/>
                  </a:lnTo>
                  <a:lnTo>
                    <a:pt x="20" y="55"/>
                  </a:lnTo>
                  <a:lnTo>
                    <a:pt x="0" y="52"/>
                  </a:lnTo>
                  <a:lnTo>
                    <a:pt x="6" y="50"/>
                  </a:lnTo>
                  <a:lnTo>
                    <a:pt x="17" y="46"/>
                  </a:lnTo>
                  <a:lnTo>
                    <a:pt x="23" y="50"/>
                  </a:lnTo>
                  <a:lnTo>
                    <a:pt x="30" y="50"/>
                  </a:lnTo>
                  <a:lnTo>
                    <a:pt x="19" y="43"/>
                  </a:lnTo>
                  <a:lnTo>
                    <a:pt x="33" y="46"/>
                  </a:lnTo>
                  <a:lnTo>
                    <a:pt x="40" y="48"/>
                  </a:lnTo>
                  <a:lnTo>
                    <a:pt x="51" y="50"/>
                  </a:lnTo>
                  <a:lnTo>
                    <a:pt x="54" y="50"/>
                  </a:lnTo>
                  <a:lnTo>
                    <a:pt x="27" y="34"/>
                  </a:lnTo>
                  <a:lnTo>
                    <a:pt x="39" y="23"/>
                  </a:lnTo>
                  <a:lnTo>
                    <a:pt x="22" y="23"/>
                  </a:lnTo>
                  <a:lnTo>
                    <a:pt x="14" y="4"/>
                  </a:lnTo>
                  <a:lnTo>
                    <a:pt x="23" y="0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="" xmlns:a16="http://schemas.microsoft.com/office/drawing/2014/main" id="{4C8BF304-B5AF-4C1B-9C3B-3EBC43A91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094" y="5245100"/>
              <a:ext cx="25400" cy="49213"/>
            </a:xfrm>
            <a:custGeom>
              <a:avLst/>
              <a:gdLst>
                <a:gd name="T0" fmla="*/ 12510169 w 19"/>
                <a:gd name="T1" fmla="*/ 0 h 39"/>
                <a:gd name="T2" fmla="*/ 0 w 19"/>
                <a:gd name="T3" fmla="*/ 6368667 h 39"/>
                <a:gd name="T4" fmla="*/ 16084883 w 19"/>
                <a:gd name="T5" fmla="*/ 62100492 h 39"/>
                <a:gd name="T6" fmla="*/ 32168429 w 19"/>
                <a:gd name="T7" fmla="*/ 57323047 h 39"/>
                <a:gd name="T8" fmla="*/ 33955786 w 19"/>
                <a:gd name="T9" fmla="*/ 47769420 h 39"/>
                <a:gd name="T10" fmla="*/ 26807694 w 19"/>
                <a:gd name="T11" fmla="*/ 20699747 h 39"/>
                <a:gd name="T12" fmla="*/ 32168429 w 19"/>
                <a:gd name="T13" fmla="*/ 19107260 h 39"/>
                <a:gd name="T14" fmla="*/ 12510169 w 19"/>
                <a:gd name="T15" fmla="*/ 0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"/>
                <a:gd name="T25" fmla="*/ 0 h 39"/>
                <a:gd name="T26" fmla="*/ 19 w 19"/>
                <a:gd name="T27" fmla="*/ 39 h 3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" h="39">
                  <a:moveTo>
                    <a:pt x="7" y="0"/>
                  </a:moveTo>
                  <a:lnTo>
                    <a:pt x="0" y="4"/>
                  </a:lnTo>
                  <a:lnTo>
                    <a:pt x="9" y="39"/>
                  </a:lnTo>
                  <a:lnTo>
                    <a:pt x="18" y="36"/>
                  </a:lnTo>
                  <a:lnTo>
                    <a:pt x="19" y="30"/>
                  </a:lnTo>
                  <a:lnTo>
                    <a:pt x="15" y="13"/>
                  </a:lnTo>
                  <a:lnTo>
                    <a:pt x="18" y="12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="" xmlns:a16="http://schemas.microsoft.com/office/drawing/2014/main" id="{7CA41540-9A1B-4890-902D-A3ACF8590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156" y="3808413"/>
              <a:ext cx="165100" cy="214312"/>
            </a:xfrm>
            <a:custGeom>
              <a:avLst/>
              <a:gdLst>
                <a:gd name="T0" fmla="*/ 0 w 130"/>
                <a:gd name="T1" fmla="*/ 109658408 h 170"/>
                <a:gd name="T2" fmla="*/ 4838699 w 130"/>
                <a:gd name="T3" fmla="*/ 150980268 h 170"/>
                <a:gd name="T4" fmla="*/ 0 w 130"/>
                <a:gd name="T5" fmla="*/ 157336507 h 170"/>
                <a:gd name="T6" fmla="*/ 25806398 w 130"/>
                <a:gd name="T7" fmla="*/ 168461857 h 170"/>
                <a:gd name="T8" fmla="*/ 32257995 w 130"/>
                <a:gd name="T9" fmla="*/ 158926198 h 170"/>
                <a:gd name="T10" fmla="*/ 37096693 w 130"/>
                <a:gd name="T11" fmla="*/ 168461857 h 170"/>
                <a:gd name="T12" fmla="*/ 33870894 w 130"/>
                <a:gd name="T13" fmla="*/ 193889336 h 170"/>
                <a:gd name="T14" fmla="*/ 20967700 w 130"/>
                <a:gd name="T15" fmla="*/ 201836527 h 170"/>
                <a:gd name="T16" fmla="*/ 25806398 w 130"/>
                <a:gd name="T17" fmla="*/ 227264006 h 170"/>
                <a:gd name="T18" fmla="*/ 16128997 w 130"/>
                <a:gd name="T19" fmla="*/ 243157126 h 170"/>
                <a:gd name="T20" fmla="*/ 30645096 w 130"/>
                <a:gd name="T21" fmla="*/ 239977746 h 170"/>
                <a:gd name="T22" fmla="*/ 69354687 w 130"/>
                <a:gd name="T23" fmla="*/ 270174296 h 170"/>
                <a:gd name="T24" fmla="*/ 82257881 w 130"/>
                <a:gd name="T25" fmla="*/ 254281175 h 170"/>
                <a:gd name="T26" fmla="*/ 85483700 w 130"/>
                <a:gd name="T27" fmla="*/ 235211196 h 170"/>
                <a:gd name="T28" fmla="*/ 95161095 w 130"/>
                <a:gd name="T29" fmla="*/ 222496196 h 170"/>
                <a:gd name="T30" fmla="*/ 99999793 w 130"/>
                <a:gd name="T31" fmla="*/ 197068717 h 170"/>
                <a:gd name="T32" fmla="*/ 104838490 w 130"/>
                <a:gd name="T33" fmla="*/ 197068717 h 170"/>
                <a:gd name="T34" fmla="*/ 104838490 w 130"/>
                <a:gd name="T35" fmla="*/ 203424956 h 170"/>
                <a:gd name="T36" fmla="*/ 111290087 w 130"/>
                <a:gd name="T37" fmla="*/ 201836527 h 170"/>
                <a:gd name="T38" fmla="*/ 109677188 w 130"/>
                <a:gd name="T39" fmla="*/ 193889336 h 170"/>
                <a:gd name="T40" fmla="*/ 116128785 w 130"/>
                <a:gd name="T41" fmla="*/ 184353716 h 170"/>
                <a:gd name="T42" fmla="*/ 140322274 w 130"/>
                <a:gd name="T43" fmla="*/ 176407787 h 170"/>
                <a:gd name="T44" fmla="*/ 180644795 w 130"/>
                <a:gd name="T45" fmla="*/ 150980268 h 170"/>
                <a:gd name="T46" fmla="*/ 203225384 w 130"/>
                <a:gd name="T47" fmla="*/ 101712478 h 170"/>
                <a:gd name="T48" fmla="*/ 209676981 w 130"/>
                <a:gd name="T49" fmla="*/ 101712478 h 170"/>
                <a:gd name="T50" fmla="*/ 196773787 w 130"/>
                <a:gd name="T51" fmla="*/ 66749359 h 170"/>
                <a:gd name="T52" fmla="*/ 208064082 w 130"/>
                <a:gd name="T53" fmla="*/ 65159669 h 170"/>
                <a:gd name="T54" fmla="*/ 166128662 w 130"/>
                <a:gd name="T55" fmla="*/ 44498739 h 170"/>
                <a:gd name="T56" fmla="*/ 130644878 w 130"/>
                <a:gd name="T57" fmla="*/ 44498739 h 170"/>
                <a:gd name="T58" fmla="*/ 108064289 w 130"/>
                <a:gd name="T59" fmla="*/ 23839060 h 170"/>
                <a:gd name="T60" fmla="*/ 77419183 w 130"/>
                <a:gd name="T61" fmla="*/ 0 h 170"/>
                <a:gd name="T62" fmla="*/ 62903090 w 130"/>
                <a:gd name="T63" fmla="*/ 14303435 h 170"/>
                <a:gd name="T64" fmla="*/ 27419297 w 130"/>
                <a:gd name="T65" fmla="*/ 33374680 h 170"/>
                <a:gd name="T66" fmla="*/ 20967700 w 130"/>
                <a:gd name="T67" fmla="*/ 66749359 h 170"/>
                <a:gd name="T68" fmla="*/ 16128997 w 130"/>
                <a:gd name="T69" fmla="*/ 85820619 h 170"/>
                <a:gd name="T70" fmla="*/ 0 w 130"/>
                <a:gd name="T71" fmla="*/ 109658408 h 17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30"/>
                <a:gd name="T109" fmla="*/ 0 h 170"/>
                <a:gd name="T110" fmla="*/ 130 w 130"/>
                <a:gd name="T111" fmla="*/ 170 h 17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30" h="170">
                  <a:moveTo>
                    <a:pt x="0" y="69"/>
                  </a:moveTo>
                  <a:lnTo>
                    <a:pt x="3" y="95"/>
                  </a:lnTo>
                  <a:lnTo>
                    <a:pt x="0" y="99"/>
                  </a:lnTo>
                  <a:lnTo>
                    <a:pt x="16" y="106"/>
                  </a:lnTo>
                  <a:lnTo>
                    <a:pt x="20" y="100"/>
                  </a:lnTo>
                  <a:lnTo>
                    <a:pt x="23" y="106"/>
                  </a:lnTo>
                  <a:lnTo>
                    <a:pt x="21" y="122"/>
                  </a:lnTo>
                  <a:lnTo>
                    <a:pt x="13" y="127"/>
                  </a:lnTo>
                  <a:lnTo>
                    <a:pt x="16" y="143"/>
                  </a:lnTo>
                  <a:lnTo>
                    <a:pt x="10" y="153"/>
                  </a:lnTo>
                  <a:lnTo>
                    <a:pt x="19" y="151"/>
                  </a:lnTo>
                  <a:lnTo>
                    <a:pt x="43" y="170"/>
                  </a:lnTo>
                  <a:lnTo>
                    <a:pt x="51" y="160"/>
                  </a:lnTo>
                  <a:lnTo>
                    <a:pt x="53" y="148"/>
                  </a:lnTo>
                  <a:lnTo>
                    <a:pt x="59" y="140"/>
                  </a:lnTo>
                  <a:lnTo>
                    <a:pt x="62" y="124"/>
                  </a:lnTo>
                  <a:lnTo>
                    <a:pt x="65" y="124"/>
                  </a:lnTo>
                  <a:lnTo>
                    <a:pt x="65" y="128"/>
                  </a:lnTo>
                  <a:lnTo>
                    <a:pt x="69" y="127"/>
                  </a:lnTo>
                  <a:lnTo>
                    <a:pt x="68" y="122"/>
                  </a:lnTo>
                  <a:lnTo>
                    <a:pt x="72" y="116"/>
                  </a:lnTo>
                  <a:lnTo>
                    <a:pt x="87" y="111"/>
                  </a:lnTo>
                  <a:lnTo>
                    <a:pt x="112" y="95"/>
                  </a:lnTo>
                  <a:lnTo>
                    <a:pt x="126" y="64"/>
                  </a:lnTo>
                  <a:lnTo>
                    <a:pt x="130" y="64"/>
                  </a:lnTo>
                  <a:lnTo>
                    <a:pt x="122" y="42"/>
                  </a:lnTo>
                  <a:lnTo>
                    <a:pt x="129" y="41"/>
                  </a:lnTo>
                  <a:lnTo>
                    <a:pt x="103" y="28"/>
                  </a:lnTo>
                  <a:lnTo>
                    <a:pt x="81" y="28"/>
                  </a:lnTo>
                  <a:lnTo>
                    <a:pt x="67" y="15"/>
                  </a:lnTo>
                  <a:lnTo>
                    <a:pt x="48" y="0"/>
                  </a:lnTo>
                  <a:lnTo>
                    <a:pt x="39" y="9"/>
                  </a:lnTo>
                  <a:lnTo>
                    <a:pt x="17" y="21"/>
                  </a:lnTo>
                  <a:lnTo>
                    <a:pt x="13" y="42"/>
                  </a:lnTo>
                  <a:lnTo>
                    <a:pt x="10" y="54"/>
                  </a:lnTo>
                  <a:lnTo>
                    <a:pt x="0" y="6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="" xmlns:a16="http://schemas.microsoft.com/office/drawing/2014/main" id="{FADDA135-1689-4F22-9092-023F33FA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006" y="3856038"/>
              <a:ext cx="17463" cy="30162"/>
            </a:xfrm>
            <a:custGeom>
              <a:avLst/>
              <a:gdLst>
                <a:gd name="T0" fmla="*/ 0 w 14"/>
                <a:gd name="T1" fmla="*/ 0 h 25"/>
                <a:gd name="T2" fmla="*/ 10891924 w 14"/>
                <a:gd name="T3" fmla="*/ 21833671 h 25"/>
                <a:gd name="T4" fmla="*/ 0 w 14"/>
                <a:gd name="T5" fmla="*/ 33478613 h 25"/>
                <a:gd name="T6" fmla="*/ 21782602 w 14"/>
                <a:gd name="T7" fmla="*/ 36389848 h 25"/>
                <a:gd name="T8" fmla="*/ 7779767 w 14"/>
                <a:gd name="T9" fmla="*/ 0 h 25"/>
                <a:gd name="T10" fmla="*/ 0 w 14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"/>
                <a:gd name="T19" fmla="*/ 0 h 25"/>
                <a:gd name="T20" fmla="*/ 14 w 14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" h="25">
                  <a:moveTo>
                    <a:pt x="0" y="0"/>
                  </a:moveTo>
                  <a:lnTo>
                    <a:pt x="7" y="15"/>
                  </a:lnTo>
                  <a:lnTo>
                    <a:pt x="0" y="23"/>
                  </a:lnTo>
                  <a:lnTo>
                    <a:pt x="14" y="25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="" xmlns:a16="http://schemas.microsoft.com/office/drawing/2014/main" id="{4E178EAE-6882-4160-A057-897300D82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619" y="3946525"/>
              <a:ext cx="15875" cy="7938"/>
            </a:xfrm>
            <a:custGeom>
              <a:avLst/>
              <a:gdLst>
                <a:gd name="T0" fmla="*/ 36002231 w 7"/>
                <a:gd name="T1" fmla="*/ 3500658 h 6"/>
                <a:gd name="T2" fmla="*/ 15430500 w 7"/>
                <a:gd name="T3" fmla="*/ 10501973 h 6"/>
                <a:gd name="T4" fmla="*/ 0 w 7"/>
                <a:gd name="T5" fmla="*/ 0 h 6"/>
                <a:gd name="T6" fmla="*/ 36002231 w 7"/>
                <a:gd name="T7" fmla="*/ 3500658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6"/>
                <a:gd name="T14" fmla="*/ 7 w 7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6">
                  <a:moveTo>
                    <a:pt x="7" y="2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="" xmlns:a16="http://schemas.microsoft.com/office/drawing/2014/main" id="{948D0470-7B93-456D-931D-C67672A28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581" y="3873500"/>
              <a:ext cx="7938" cy="4763"/>
            </a:xfrm>
            <a:custGeom>
              <a:avLst/>
              <a:gdLst>
                <a:gd name="T0" fmla="*/ 7876479 w 8"/>
                <a:gd name="T1" fmla="*/ 2521215 h 3"/>
                <a:gd name="T2" fmla="*/ 7876479 w 8"/>
                <a:gd name="T3" fmla="*/ 7562057 h 3"/>
                <a:gd name="T4" fmla="*/ 0 w 8"/>
                <a:gd name="T5" fmla="*/ 0 h 3"/>
                <a:gd name="T6" fmla="*/ 7876479 w 8"/>
                <a:gd name="T7" fmla="*/ 2521215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"/>
                <a:gd name="T13" fmla="*/ 0 h 3"/>
                <a:gd name="T14" fmla="*/ 8 w 8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" h="3">
                  <a:moveTo>
                    <a:pt x="8" y="1"/>
                  </a:moveTo>
                  <a:lnTo>
                    <a:pt x="8" y="3"/>
                  </a:lnTo>
                  <a:lnTo>
                    <a:pt x="0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="" xmlns:a16="http://schemas.microsoft.com/office/drawing/2014/main" id="{945550A7-9AB2-4041-9001-4C616022F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044" y="3857625"/>
              <a:ext cx="387350" cy="604838"/>
            </a:xfrm>
            <a:custGeom>
              <a:avLst/>
              <a:gdLst>
                <a:gd name="T0" fmla="*/ 477418368 w 305"/>
                <a:gd name="T1" fmla="*/ 602438772 h 481"/>
                <a:gd name="T2" fmla="*/ 480644166 w 305"/>
                <a:gd name="T3" fmla="*/ 672011628 h 481"/>
                <a:gd name="T4" fmla="*/ 475805468 w 305"/>
                <a:gd name="T5" fmla="*/ 709960488 h 481"/>
                <a:gd name="T6" fmla="*/ 466128072 w 305"/>
                <a:gd name="T7" fmla="*/ 743166211 h 481"/>
                <a:gd name="T8" fmla="*/ 445160381 w 305"/>
                <a:gd name="T9" fmla="*/ 760559386 h 481"/>
                <a:gd name="T10" fmla="*/ 404837897 w 305"/>
                <a:gd name="T11" fmla="*/ 722610526 h 481"/>
                <a:gd name="T12" fmla="*/ 340321923 w 305"/>
                <a:gd name="T13" fmla="*/ 684661667 h 481"/>
                <a:gd name="T14" fmla="*/ 275805869 w 305"/>
                <a:gd name="T15" fmla="*/ 651455786 h 481"/>
                <a:gd name="T16" fmla="*/ 211289895 w 305"/>
                <a:gd name="T17" fmla="*/ 586626223 h 481"/>
                <a:gd name="T18" fmla="*/ 187096404 w 305"/>
                <a:gd name="T19" fmla="*/ 520216033 h 481"/>
                <a:gd name="T20" fmla="*/ 145160982 w 305"/>
                <a:gd name="T21" fmla="*/ 445900198 h 481"/>
                <a:gd name="T22" fmla="*/ 112902995 w 305"/>
                <a:gd name="T23" fmla="*/ 387395654 h 481"/>
                <a:gd name="T24" fmla="*/ 79032088 w 305"/>
                <a:gd name="T25" fmla="*/ 324146638 h 481"/>
                <a:gd name="T26" fmla="*/ 37096695 w 305"/>
                <a:gd name="T27" fmla="*/ 273548997 h 481"/>
                <a:gd name="T28" fmla="*/ 14516099 w 305"/>
                <a:gd name="T29" fmla="*/ 241923900 h 481"/>
                <a:gd name="T30" fmla="*/ 19354797 w 305"/>
                <a:gd name="T31" fmla="*/ 164445516 h 481"/>
                <a:gd name="T32" fmla="*/ 40322494 w 305"/>
                <a:gd name="T33" fmla="*/ 164445516 h 481"/>
                <a:gd name="T34" fmla="*/ 45161202 w 305"/>
                <a:gd name="T35" fmla="*/ 177094337 h 481"/>
                <a:gd name="T36" fmla="*/ 96774001 w 305"/>
                <a:gd name="T37" fmla="*/ 191326259 h 481"/>
                <a:gd name="T38" fmla="*/ 109677196 w 305"/>
                <a:gd name="T39" fmla="*/ 159701122 h 481"/>
                <a:gd name="T40" fmla="*/ 119354592 w 305"/>
                <a:gd name="T41" fmla="*/ 134402302 h 481"/>
                <a:gd name="T42" fmla="*/ 125806189 w 305"/>
                <a:gd name="T43" fmla="*/ 139145438 h 481"/>
                <a:gd name="T44" fmla="*/ 130644887 w 305"/>
                <a:gd name="T45" fmla="*/ 121752263 h 481"/>
                <a:gd name="T46" fmla="*/ 195160901 w 305"/>
                <a:gd name="T47" fmla="*/ 88547797 h 481"/>
                <a:gd name="T48" fmla="*/ 224193090 w 305"/>
                <a:gd name="T49" fmla="*/ 39529495 h 481"/>
                <a:gd name="T50" fmla="*/ 222580190 w 305"/>
                <a:gd name="T51" fmla="*/ 3162511 h 481"/>
                <a:gd name="T52" fmla="*/ 246773681 w 305"/>
                <a:gd name="T53" fmla="*/ 22136321 h 481"/>
                <a:gd name="T54" fmla="*/ 295160661 w 305"/>
                <a:gd name="T55" fmla="*/ 74317112 h 481"/>
                <a:gd name="T56" fmla="*/ 348386419 w 305"/>
                <a:gd name="T57" fmla="*/ 93290933 h 481"/>
                <a:gd name="T58" fmla="*/ 417741092 w 305"/>
                <a:gd name="T59" fmla="*/ 105940972 h 481"/>
                <a:gd name="T60" fmla="*/ 425805588 w 305"/>
                <a:gd name="T61" fmla="*/ 172351201 h 481"/>
                <a:gd name="T62" fmla="*/ 379031507 w 305"/>
                <a:gd name="T63" fmla="*/ 180256846 h 481"/>
                <a:gd name="T64" fmla="*/ 320967051 w 305"/>
                <a:gd name="T65" fmla="*/ 207137550 h 481"/>
                <a:gd name="T66" fmla="*/ 301612259 w 305"/>
                <a:gd name="T67" fmla="*/ 271967114 h 481"/>
                <a:gd name="T68" fmla="*/ 299999359 w 305"/>
                <a:gd name="T69" fmla="*/ 336796756 h 481"/>
                <a:gd name="T70" fmla="*/ 314515453 w 305"/>
                <a:gd name="T71" fmla="*/ 387395654 h 481"/>
                <a:gd name="T72" fmla="*/ 351612218 w 305"/>
                <a:gd name="T73" fmla="*/ 407951339 h 481"/>
                <a:gd name="T74" fmla="*/ 408063695 w 305"/>
                <a:gd name="T75" fmla="*/ 393719416 h 481"/>
                <a:gd name="T76" fmla="*/ 412902393 w 305"/>
                <a:gd name="T77" fmla="*/ 458548980 h 481"/>
                <a:gd name="T78" fmla="*/ 470966770 w 305"/>
                <a:gd name="T79" fmla="*/ 485429684 h 481"/>
                <a:gd name="T80" fmla="*/ 482257066 w 305"/>
                <a:gd name="T81" fmla="*/ 529703563 h 48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305"/>
                <a:gd name="T124" fmla="*/ 0 h 481"/>
                <a:gd name="T125" fmla="*/ 305 w 305"/>
                <a:gd name="T126" fmla="*/ 481 h 48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305" h="481">
                  <a:moveTo>
                    <a:pt x="299" y="367"/>
                  </a:moveTo>
                  <a:lnTo>
                    <a:pt x="296" y="381"/>
                  </a:lnTo>
                  <a:lnTo>
                    <a:pt x="295" y="403"/>
                  </a:lnTo>
                  <a:lnTo>
                    <a:pt x="298" y="425"/>
                  </a:lnTo>
                  <a:lnTo>
                    <a:pt x="305" y="428"/>
                  </a:lnTo>
                  <a:lnTo>
                    <a:pt x="295" y="449"/>
                  </a:lnTo>
                  <a:lnTo>
                    <a:pt x="295" y="460"/>
                  </a:lnTo>
                  <a:lnTo>
                    <a:pt x="289" y="470"/>
                  </a:lnTo>
                  <a:lnTo>
                    <a:pt x="280" y="481"/>
                  </a:lnTo>
                  <a:lnTo>
                    <a:pt x="276" y="481"/>
                  </a:lnTo>
                  <a:lnTo>
                    <a:pt x="262" y="470"/>
                  </a:lnTo>
                  <a:lnTo>
                    <a:pt x="251" y="457"/>
                  </a:lnTo>
                  <a:lnTo>
                    <a:pt x="231" y="445"/>
                  </a:lnTo>
                  <a:lnTo>
                    <a:pt x="211" y="433"/>
                  </a:lnTo>
                  <a:lnTo>
                    <a:pt x="192" y="422"/>
                  </a:lnTo>
                  <a:lnTo>
                    <a:pt x="171" y="412"/>
                  </a:lnTo>
                  <a:lnTo>
                    <a:pt x="151" y="391"/>
                  </a:lnTo>
                  <a:lnTo>
                    <a:pt x="131" y="371"/>
                  </a:lnTo>
                  <a:lnTo>
                    <a:pt x="132" y="358"/>
                  </a:lnTo>
                  <a:lnTo>
                    <a:pt x="116" y="329"/>
                  </a:lnTo>
                  <a:lnTo>
                    <a:pt x="100" y="300"/>
                  </a:lnTo>
                  <a:lnTo>
                    <a:pt x="90" y="282"/>
                  </a:lnTo>
                  <a:lnTo>
                    <a:pt x="78" y="263"/>
                  </a:lnTo>
                  <a:lnTo>
                    <a:pt x="70" y="245"/>
                  </a:lnTo>
                  <a:lnTo>
                    <a:pt x="60" y="226"/>
                  </a:lnTo>
                  <a:lnTo>
                    <a:pt x="49" y="205"/>
                  </a:lnTo>
                  <a:lnTo>
                    <a:pt x="39" y="186"/>
                  </a:lnTo>
                  <a:lnTo>
                    <a:pt x="23" y="173"/>
                  </a:lnTo>
                  <a:lnTo>
                    <a:pt x="7" y="160"/>
                  </a:lnTo>
                  <a:lnTo>
                    <a:pt x="9" y="153"/>
                  </a:lnTo>
                  <a:lnTo>
                    <a:pt x="0" y="118"/>
                  </a:lnTo>
                  <a:lnTo>
                    <a:pt x="12" y="104"/>
                  </a:lnTo>
                  <a:lnTo>
                    <a:pt x="22" y="88"/>
                  </a:lnTo>
                  <a:lnTo>
                    <a:pt x="25" y="104"/>
                  </a:lnTo>
                  <a:lnTo>
                    <a:pt x="19" y="114"/>
                  </a:lnTo>
                  <a:lnTo>
                    <a:pt x="28" y="112"/>
                  </a:lnTo>
                  <a:lnTo>
                    <a:pt x="52" y="131"/>
                  </a:lnTo>
                  <a:lnTo>
                    <a:pt x="60" y="121"/>
                  </a:lnTo>
                  <a:lnTo>
                    <a:pt x="62" y="109"/>
                  </a:lnTo>
                  <a:lnTo>
                    <a:pt x="68" y="101"/>
                  </a:lnTo>
                  <a:lnTo>
                    <a:pt x="71" y="85"/>
                  </a:lnTo>
                  <a:lnTo>
                    <a:pt x="74" y="85"/>
                  </a:lnTo>
                  <a:lnTo>
                    <a:pt x="74" y="89"/>
                  </a:lnTo>
                  <a:lnTo>
                    <a:pt x="78" y="88"/>
                  </a:lnTo>
                  <a:lnTo>
                    <a:pt x="77" y="83"/>
                  </a:lnTo>
                  <a:lnTo>
                    <a:pt x="81" y="77"/>
                  </a:lnTo>
                  <a:lnTo>
                    <a:pt x="96" y="72"/>
                  </a:lnTo>
                  <a:lnTo>
                    <a:pt x="121" y="56"/>
                  </a:lnTo>
                  <a:lnTo>
                    <a:pt x="135" y="25"/>
                  </a:lnTo>
                  <a:lnTo>
                    <a:pt x="139" y="25"/>
                  </a:lnTo>
                  <a:lnTo>
                    <a:pt x="131" y="3"/>
                  </a:lnTo>
                  <a:lnTo>
                    <a:pt x="138" y="2"/>
                  </a:lnTo>
                  <a:lnTo>
                    <a:pt x="139" y="0"/>
                  </a:lnTo>
                  <a:lnTo>
                    <a:pt x="153" y="14"/>
                  </a:lnTo>
                  <a:lnTo>
                    <a:pt x="166" y="27"/>
                  </a:lnTo>
                  <a:lnTo>
                    <a:pt x="183" y="47"/>
                  </a:lnTo>
                  <a:lnTo>
                    <a:pt x="189" y="59"/>
                  </a:lnTo>
                  <a:lnTo>
                    <a:pt x="216" y="59"/>
                  </a:lnTo>
                  <a:lnTo>
                    <a:pt x="235" y="60"/>
                  </a:lnTo>
                  <a:lnTo>
                    <a:pt x="259" y="67"/>
                  </a:lnTo>
                  <a:lnTo>
                    <a:pt x="248" y="99"/>
                  </a:lnTo>
                  <a:lnTo>
                    <a:pt x="264" y="109"/>
                  </a:lnTo>
                  <a:lnTo>
                    <a:pt x="256" y="109"/>
                  </a:lnTo>
                  <a:lnTo>
                    <a:pt x="235" y="114"/>
                  </a:lnTo>
                  <a:lnTo>
                    <a:pt x="218" y="123"/>
                  </a:lnTo>
                  <a:lnTo>
                    <a:pt x="199" y="131"/>
                  </a:lnTo>
                  <a:lnTo>
                    <a:pt x="193" y="152"/>
                  </a:lnTo>
                  <a:lnTo>
                    <a:pt x="187" y="172"/>
                  </a:lnTo>
                  <a:lnTo>
                    <a:pt x="176" y="194"/>
                  </a:lnTo>
                  <a:lnTo>
                    <a:pt x="186" y="213"/>
                  </a:lnTo>
                  <a:lnTo>
                    <a:pt x="196" y="233"/>
                  </a:lnTo>
                  <a:lnTo>
                    <a:pt x="195" y="245"/>
                  </a:lnTo>
                  <a:lnTo>
                    <a:pt x="205" y="247"/>
                  </a:lnTo>
                  <a:lnTo>
                    <a:pt x="218" y="258"/>
                  </a:lnTo>
                  <a:lnTo>
                    <a:pt x="237" y="262"/>
                  </a:lnTo>
                  <a:lnTo>
                    <a:pt x="253" y="249"/>
                  </a:lnTo>
                  <a:lnTo>
                    <a:pt x="254" y="269"/>
                  </a:lnTo>
                  <a:lnTo>
                    <a:pt x="256" y="290"/>
                  </a:lnTo>
                  <a:lnTo>
                    <a:pt x="280" y="287"/>
                  </a:lnTo>
                  <a:lnTo>
                    <a:pt x="292" y="307"/>
                  </a:lnTo>
                  <a:lnTo>
                    <a:pt x="304" y="327"/>
                  </a:lnTo>
                  <a:lnTo>
                    <a:pt x="299" y="335"/>
                  </a:lnTo>
                  <a:lnTo>
                    <a:pt x="299" y="36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="" xmlns:a16="http://schemas.microsoft.com/office/drawing/2014/main" id="{02F184B2-5910-4CDC-937A-E5771D95A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9544" y="2090738"/>
              <a:ext cx="1497012" cy="1093787"/>
            </a:xfrm>
            <a:custGeom>
              <a:avLst/>
              <a:gdLst>
                <a:gd name="T0" fmla="*/ 740163709 w 1184"/>
                <a:gd name="T1" fmla="*/ 1061903316 h 861"/>
                <a:gd name="T2" fmla="*/ 588294022 w 1184"/>
                <a:gd name="T3" fmla="*/ 1063517953 h 861"/>
                <a:gd name="T4" fmla="*/ 466799663 w 1184"/>
                <a:gd name="T5" fmla="*/ 1007033589 h 861"/>
                <a:gd name="T6" fmla="*/ 358091855 w 1184"/>
                <a:gd name="T7" fmla="*/ 969914712 h 861"/>
                <a:gd name="T8" fmla="*/ 268569484 w 1184"/>
                <a:gd name="T9" fmla="*/ 871471369 h 861"/>
                <a:gd name="T10" fmla="*/ 241393164 w 1184"/>
                <a:gd name="T11" fmla="*/ 789165509 h 861"/>
                <a:gd name="T12" fmla="*/ 199828340 w 1184"/>
                <a:gd name="T13" fmla="*/ 750433264 h 861"/>
                <a:gd name="T14" fmla="*/ 57550245 w 1184"/>
                <a:gd name="T15" fmla="*/ 679424785 h 861"/>
                <a:gd name="T16" fmla="*/ 19182992 w 1184"/>
                <a:gd name="T17" fmla="*/ 616485523 h 861"/>
                <a:gd name="T18" fmla="*/ 73536911 w 1184"/>
                <a:gd name="T19" fmla="*/ 539021034 h 861"/>
                <a:gd name="T20" fmla="*/ 175848342 w 1184"/>
                <a:gd name="T21" fmla="*/ 440577692 h 861"/>
                <a:gd name="T22" fmla="*/ 132686581 w 1184"/>
                <a:gd name="T23" fmla="*/ 348589088 h 861"/>
                <a:gd name="T24" fmla="*/ 196630754 w 1184"/>
                <a:gd name="T25" fmla="*/ 253372400 h 861"/>
                <a:gd name="T26" fmla="*/ 292548218 w 1184"/>
                <a:gd name="T27" fmla="*/ 175907911 h 861"/>
                <a:gd name="T28" fmla="*/ 410847599 w 1184"/>
                <a:gd name="T29" fmla="*/ 229164271 h 861"/>
                <a:gd name="T30" fmla="*/ 564315288 w 1184"/>
                <a:gd name="T31" fmla="*/ 343746445 h 861"/>
                <a:gd name="T32" fmla="*/ 768939454 w 1184"/>
                <a:gd name="T33" fmla="*/ 442191059 h 861"/>
                <a:gd name="T34" fmla="*/ 963971968 w 1184"/>
                <a:gd name="T35" fmla="*/ 471240560 h 861"/>
                <a:gd name="T36" fmla="*/ 1123834830 w 1184"/>
                <a:gd name="T37" fmla="*/ 455101807 h 861"/>
                <a:gd name="T38" fmla="*/ 1198969882 w 1184"/>
                <a:gd name="T39" fmla="*/ 338905074 h 861"/>
                <a:gd name="T40" fmla="*/ 1357234899 w 1184"/>
                <a:gd name="T41" fmla="*/ 275965891 h 861"/>
                <a:gd name="T42" fmla="*/ 1302880679 w 1184"/>
                <a:gd name="T43" fmla="*/ 229164271 h 861"/>
                <a:gd name="T44" fmla="*/ 1237337120 w 1184"/>
                <a:gd name="T45" fmla="*/ 145245003 h 861"/>
                <a:gd name="T46" fmla="*/ 1275704359 w 1184"/>
                <a:gd name="T47" fmla="*/ 29049511 h 861"/>
                <a:gd name="T48" fmla="*/ 1451552938 w 1184"/>
                <a:gd name="T49" fmla="*/ 25821506 h 861"/>
                <a:gd name="T50" fmla="*/ 1621007293 w 1184"/>
                <a:gd name="T51" fmla="*/ 156542384 h 861"/>
                <a:gd name="T52" fmla="*/ 1860802218 w 1184"/>
                <a:gd name="T53" fmla="*/ 208185416 h 861"/>
                <a:gd name="T54" fmla="*/ 1841617966 w 1184"/>
                <a:gd name="T55" fmla="*/ 355043826 h 861"/>
                <a:gd name="T56" fmla="*/ 1844815552 w 1184"/>
                <a:gd name="T57" fmla="*/ 429280311 h 861"/>
                <a:gd name="T58" fmla="*/ 1780870155 w 1184"/>
                <a:gd name="T59" fmla="*/ 482536670 h 861"/>
                <a:gd name="T60" fmla="*/ 1688150276 w 1184"/>
                <a:gd name="T61" fmla="*/ 576138641 h 861"/>
                <a:gd name="T62" fmla="*/ 1640191544 w 1184"/>
                <a:gd name="T63" fmla="*/ 529338291 h 861"/>
                <a:gd name="T64" fmla="*/ 1539477069 w 1184"/>
                <a:gd name="T65" fmla="*/ 592277394 h 861"/>
                <a:gd name="T66" fmla="*/ 1625803040 w 1184"/>
                <a:gd name="T67" fmla="*/ 668127404 h 861"/>
                <a:gd name="T68" fmla="*/ 1700939356 w 1184"/>
                <a:gd name="T69" fmla="*/ 685879524 h 861"/>
                <a:gd name="T70" fmla="*/ 1702537517 w 1184"/>
                <a:gd name="T71" fmla="*/ 805304262 h 861"/>
                <a:gd name="T72" fmla="*/ 1737707169 w 1184"/>
                <a:gd name="T73" fmla="*/ 895678228 h 861"/>
                <a:gd name="T74" fmla="*/ 1779271994 w 1184"/>
                <a:gd name="T75" fmla="*/ 973142717 h 861"/>
                <a:gd name="T76" fmla="*/ 1825632565 w 1184"/>
                <a:gd name="T77" fmla="*/ 1007033589 h 861"/>
                <a:gd name="T78" fmla="*/ 1825632565 w 1184"/>
                <a:gd name="T79" fmla="*/ 1050607205 h 861"/>
                <a:gd name="T80" fmla="*/ 1785665901 w 1184"/>
                <a:gd name="T81" fmla="*/ 1124843689 h 861"/>
                <a:gd name="T82" fmla="*/ 1785665901 w 1184"/>
                <a:gd name="T83" fmla="*/ 1153891920 h 861"/>
                <a:gd name="T84" fmla="*/ 1764884753 w 1184"/>
                <a:gd name="T85" fmla="*/ 1195852169 h 861"/>
                <a:gd name="T86" fmla="*/ 1729713837 w 1184"/>
                <a:gd name="T87" fmla="*/ 1237811148 h 861"/>
                <a:gd name="T88" fmla="*/ 1665769703 w 1184"/>
                <a:gd name="T89" fmla="*/ 1281384764 h 861"/>
                <a:gd name="T90" fmla="*/ 1624204879 w 1184"/>
                <a:gd name="T91" fmla="*/ 1300751521 h 861"/>
                <a:gd name="T92" fmla="*/ 1584239480 w 1184"/>
                <a:gd name="T93" fmla="*/ 1300751521 h 861"/>
                <a:gd name="T94" fmla="*/ 1552266149 w 1184"/>
                <a:gd name="T95" fmla="*/ 1326573017 h 861"/>
                <a:gd name="T96" fmla="*/ 1488322015 w 1184"/>
                <a:gd name="T97" fmla="*/ 1368532313 h 861"/>
                <a:gd name="T98" fmla="*/ 1441961444 w 1184"/>
                <a:gd name="T99" fmla="*/ 1337869445 h 861"/>
                <a:gd name="T100" fmla="*/ 1363628806 w 1184"/>
                <a:gd name="T101" fmla="*/ 1321731645 h 861"/>
                <a:gd name="T102" fmla="*/ 1261315854 w 1184"/>
                <a:gd name="T103" fmla="*/ 1289454140 h 861"/>
                <a:gd name="T104" fmla="*/ 1210160801 w 1184"/>
                <a:gd name="T105" fmla="*/ 1299136883 h 861"/>
                <a:gd name="T106" fmla="*/ 1157406322 w 1184"/>
                <a:gd name="T107" fmla="*/ 1345938822 h 861"/>
                <a:gd name="T108" fmla="*/ 1077474259 w 1184"/>
                <a:gd name="T109" fmla="*/ 1307206260 h 861"/>
                <a:gd name="T110" fmla="*/ 1005536793 w 1184"/>
                <a:gd name="T111" fmla="*/ 1232969776 h 861"/>
                <a:gd name="T112" fmla="*/ 1016726447 w 1184"/>
                <a:gd name="T113" fmla="*/ 1113546308 h 861"/>
                <a:gd name="T114" fmla="*/ 919210822 w 1184"/>
                <a:gd name="T115" fmla="*/ 1040924462 h 861"/>
                <a:gd name="T116" fmla="*/ 876047837 w 1184"/>
                <a:gd name="T117" fmla="*/ 1016716333 h 861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84"/>
                <a:gd name="T178" fmla="*/ 0 h 861"/>
                <a:gd name="T179" fmla="*/ 1184 w 1184"/>
                <a:gd name="T180" fmla="*/ 861 h 861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84" h="861">
                  <a:moveTo>
                    <a:pt x="529" y="627"/>
                  </a:moveTo>
                  <a:lnTo>
                    <a:pt x="513" y="642"/>
                  </a:lnTo>
                  <a:lnTo>
                    <a:pt x="495" y="658"/>
                  </a:lnTo>
                  <a:lnTo>
                    <a:pt x="475" y="665"/>
                  </a:lnTo>
                  <a:lnTo>
                    <a:pt x="463" y="658"/>
                  </a:lnTo>
                  <a:lnTo>
                    <a:pt x="431" y="653"/>
                  </a:lnTo>
                  <a:lnTo>
                    <a:pt x="416" y="677"/>
                  </a:lnTo>
                  <a:lnTo>
                    <a:pt x="405" y="656"/>
                  </a:lnTo>
                  <a:lnTo>
                    <a:pt x="395" y="662"/>
                  </a:lnTo>
                  <a:lnTo>
                    <a:pt x="368" y="659"/>
                  </a:lnTo>
                  <a:lnTo>
                    <a:pt x="349" y="658"/>
                  </a:lnTo>
                  <a:lnTo>
                    <a:pt x="324" y="648"/>
                  </a:lnTo>
                  <a:lnTo>
                    <a:pt x="321" y="642"/>
                  </a:lnTo>
                  <a:lnTo>
                    <a:pt x="301" y="633"/>
                  </a:lnTo>
                  <a:lnTo>
                    <a:pt x="292" y="624"/>
                  </a:lnTo>
                  <a:lnTo>
                    <a:pt x="283" y="629"/>
                  </a:lnTo>
                  <a:lnTo>
                    <a:pt x="254" y="606"/>
                  </a:lnTo>
                  <a:lnTo>
                    <a:pt x="235" y="594"/>
                  </a:lnTo>
                  <a:lnTo>
                    <a:pt x="225" y="603"/>
                  </a:lnTo>
                  <a:lnTo>
                    <a:pt x="224" y="601"/>
                  </a:lnTo>
                  <a:lnTo>
                    <a:pt x="202" y="587"/>
                  </a:lnTo>
                  <a:lnTo>
                    <a:pt x="176" y="571"/>
                  </a:lnTo>
                  <a:lnTo>
                    <a:pt x="164" y="568"/>
                  </a:lnTo>
                  <a:lnTo>
                    <a:pt x="154" y="539"/>
                  </a:lnTo>
                  <a:lnTo>
                    <a:pt x="168" y="540"/>
                  </a:lnTo>
                  <a:lnTo>
                    <a:pt x="171" y="530"/>
                  </a:lnTo>
                  <a:lnTo>
                    <a:pt x="157" y="511"/>
                  </a:lnTo>
                  <a:lnTo>
                    <a:pt x="157" y="501"/>
                  </a:lnTo>
                  <a:lnTo>
                    <a:pt x="155" y="494"/>
                  </a:lnTo>
                  <a:lnTo>
                    <a:pt x="151" y="489"/>
                  </a:lnTo>
                  <a:lnTo>
                    <a:pt x="147" y="483"/>
                  </a:lnTo>
                  <a:lnTo>
                    <a:pt x="147" y="478"/>
                  </a:lnTo>
                  <a:lnTo>
                    <a:pt x="144" y="470"/>
                  </a:lnTo>
                  <a:lnTo>
                    <a:pt x="137" y="469"/>
                  </a:lnTo>
                  <a:lnTo>
                    <a:pt x="125" y="465"/>
                  </a:lnTo>
                  <a:lnTo>
                    <a:pt x="119" y="462"/>
                  </a:lnTo>
                  <a:lnTo>
                    <a:pt x="89" y="453"/>
                  </a:lnTo>
                  <a:lnTo>
                    <a:pt x="73" y="446"/>
                  </a:lnTo>
                  <a:lnTo>
                    <a:pt x="62" y="428"/>
                  </a:lnTo>
                  <a:lnTo>
                    <a:pt x="36" y="421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6" y="414"/>
                  </a:lnTo>
                  <a:lnTo>
                    <a:pt x="32" y="383"/>
                  </a:lnTo>
                  <a:lnTo>
                    <a:pt x="12" y="382"/>
                  </a:lnTo>
                  <a:lnTo>
                    <a:pt x="0" y="360"/>
                  </a:lnTo>
                  <a:lnTo>
                    <a:pt x="9" y="341"/>
                  </a:lnTo>
                  <a:lnTo>
                    <a:pt x="23" y="331"/>
                  </a:lnTo>
                  <a:lnTo>
                    <a:pt x="33" y="331"/>
                  </a:lnTo>
                  <a:lnTo>
                    <a:pt x="46" y="334"/>
                  </a:lnTo>
                  <a:lnTo>
                    <a:pt x="61" y="316"/>
                  </a:lnTo>
                  <a:lnTo>
                    <a:pt x="83" y="312"/>
                  </a:lnTo>
                  <a:lnTo>
                    <a:pt x="100" y="297"/>
                  </a:lnTo>
                  <a:lnTo>
                    <a:pt x="116" y="284"/>
                  </a:lnTo>
                  <a:lnTo>
                    <a:pt x="110" y="273"/>
                  </a:lnTo>
                  <a:lnTo>
                    <a:pt x="115" y="267"/>
                  </a:lnTo>
                  <a:lnTo>
                    <a:pt x="115" y="263"/>
                  </a:lnTo>
                  <a:lnTo>
                    <a:pt x="106" y="242"/>
                  </a:lnTo>
                  <a:lnTo>
                    <a:pt x="96" y="223"/>
                  </a:lnTo>
                  <a:lnTo>
                    <a:pt x="83" y="216"/>
                  </a:lnTo>
                  <a:lnTo>
                    <a:pt x="107" y="207"/>
                  </a:lnTo>
                  <a:lnTo>
                    <a:pt x="135" y="210"/>
                  </a:lnTo>
                  <a:lnTo>
                    <a:pt x="128" y="200"/>
                  </a:lnTo>
                  <a:lnTo>
                    <a:pt x="125" y="178"/>
                  </a:lnTo>
                  <a:lnTo>
                    <a:pt x="123" y="157"/>
                  </a:lnTo>
                  <a:lnTo>
                    <a:pt x="155" y="162"/>
                  </a:lnTo>
                  <a:lnTo>
                    <a:pt x="176" y="161"/>
                  </a:lnTo>
                  <a:lnTo>
                    <a:pt x="166" y="132"/>
                  </a:lnTo>
                  <a:lnTo>
                    <a:pt x="174" y="126"/>
                  </a:lnTo>
                  <a:lnTo>
                    <a:pt x="183" y="109"/>
                  </a:lnTo>
                  <a:lnTo>
                    <a:pt x="199" y="106"/>
                  </a:lnTo>
                  <a:lnTo>
                    <a:pt x="202" y="110"/>
                  </a:lnTo>
                  <a:lnTo>
                    <a:pt x="209" y="120"/>
                  </a:lnTo>
                  <a:lnTo>
                    <a:pt x="240" y="138"/>
                  </a:lnTo>
                  <a:lnTo>
                    <a:pt x="257" y="142"/>
                  </a:lnTo>
                  <a:lnTo>
                    <a:pt x="288" y="164"/>
                  </a:lnTo>
                  <a:lnTo>
                    <a:pt x="295" y="184"/>
                  </a:lnTo>
                  <a:lnTo>
                    <a:pt x="304" y="204"/>
                  </a:lnTo>
                  <a:lnTo>
                    <a:pt x="328" y="209"/>
                  </a:lnTo>
                  <a:lnTo>
                    <a:pt x="353" y="213"/>
                  </a:lnTo>
                  <a:lnTo>
                    <a:pt x="382" y="223"/>
                  </a:lnTo>
                  <a:lnTo>
                    <a:pt x="413" y="232"/>
                  </a:lnTo>
                  <a:lnTo>
                    <a:pt x="431" y="252"/>
                  </a:lnTo>
                  <a:lnTo>
                    <a:pt x="450" y="273"/>
                  </a:lnTo>
                  <a:lnTo>
                    <a:pt x="481" y="274"/>
                  </a:lnTo>
                  <a:lnTo>
                    <a:pt x="510" y="276"/>
                  </a:lnTo>
                  <a:lnTo>
                    <a:pt x="539" y="277"/>
                  </a:lnTo>
                  <a:lnTo>
                    <a:pt x="570" y="279"/>
                  </a:lnTo>
                  <a:lnTo>
                    <a:pt x="577" y="286"/>
                  </a:lnTo>
                  <a:lnTo>
                    <a:pt x="603" y="292"/>
                  </a:lnTo>
                  <a:lnTo>
                    <a:pt x="629" y="296"/>
                  </a:lnTo>
                  <a:lnTo>
                    <a:pt x="647" y="303"/>
                  </a:lnTo>
                  <a:lnTo>
                    <a:pt x="663" y="293"/>
                  </a:lnTo>
                  <a:lnTo>
                    <a:pt x="677" y="284"/>
                  </a:lnTo>
                  <a:lnTo>
                    <a:pt x="703" y="282"/>
                  </a:lnTo>
                  <a:lnTo>
                    <a:pt x="728" y="280"/>
                  </a:lnTo>
                  <a:lnTo>
                    <a:pt x="747" y="264"/>
                  </a:lnTo>
                  <a:lnTo>
                    <a:pt x="767" y="248"/>
                  </a:lnTo>
                  <a:lnTo>
                    <a:pt x="753" y="235"/>
                  </a:lnTo>
                  <a:lnTo>
                    <a:pt x="750" y="210"/>
                  </a:lnTo>
                  <a:lnTo>
                    <a:pt x="779" y="219"/>
                  </a:lnTo>
                  <a:lnTo>
                    <a:pt x="799" y="207"/>
                  </a:lnTo>
                  <a:lnTo>
                    <a:pt x="821" y="202"/>
                  </a:lnTo>
                  <a:lnTo>
                    <a:pt x="825" y="184"/>
                  </a:lnTo>
                  <a:lnTo>
                    <a:pt x="849" y="171"/>
                  </a:lnTo>
                  <a:lnTo>
                    <a:pt x="885" y="173"/>
                  </a:lnTo>
                  <a:lnTo>
                    <a:pt x="879" y="159"/>
                  </a:lnTo>
                  <a:lnTo>
                    <a:pt x="833" y="135"/>
                  </a:lnTo>
                  <a:lnTo>
                    <a:pt x="822" y="146"/>
                  </a:lnTo>
                  <a:lnTo>
                    <a:pt x="815" y="142"/>
                  </a:lnTo>
                  <a:lnTo>
                    <a:pt x="793" y="142"/>
                  </a:lnTo>
                  <a:lnTo>
                    <a:pt x="774" y="132"/>
                  </a:lnTo>
                  <a:lnTo>
                    <a:pt x="780" y="129"/>
                  </a:lnTo>
                  <a:lnTo>
                    <a:pt x="777" y="109"/>
                  </a:lnTo>
                  <a:lnTo>
                    <a:pt x="774" y="90"/>
                  </a:lnTo>
                  <a:lnTo>
                    <a:pt x="805" y="96"/>
                  </a:lnTo>
                  <a:lnTo>
                    <a:pt x="819" y="78"/>
                  </a:lnTo>
                  <a:lnTo>
                    <a:pt x="814" y="59"/>
                  </a:lnTo>
                  <a:lnTo>
                    <a:pt x="812" y="29"/>
                  </a:lnTo>
                  <a:lnTo>
                    <a:pt x="798" y="18"/>
                  </a:lnTo>
                  <a:lnTo>
                    <a:pt x="789" y="16"/>
                  </a:lnTo>
                  <a:lnTo>
                    <a:pt x="803" y="1"/>
                  </a:lnTo>
                  <a:lnTo>
                    <a:pt x="830" y="1"/>
                  </a:lnTo>
                  <a:lnTo>
                    <a:pt x="856" y="0"/>
                  </a:lnTo>
                  <a:lnTo>
                    <a:pt x="908" y="16"/>
                  </a:lnTo>
                  <a:lnTo>
                    <a:pt x="928" y="34"/>
                  </a:lnTo>
                  <a:lnTo>
                    <a:pt x="950" y="52"/>
                  </a:lnTo>
                  <a:lnTo>
                    <a:pt x="971" y="69"/>
                  </a:lnTo>
                  <a:lnTo>
                    <a:pt x="992" y="87"/>
                  </a:lnTo>
                  <a:lnTo>
                    <a:pt x="1014" y="97"/>
                  </a:lnTo>
                  <a:lnTo>
                    <a:pt x="1052" y="107"/>
                  </a:lnTo>
                  <a:lnTo>
                    <a:pt x="1074" y="116"/>
                  </a:lnTo>
                  <a:lnTo>
                    <a:pt x="1100" y="143"/>
                  </a:lnTo>
                  <a:lnTo>
                    <a:pt x="1132" y="139"/>
                  </a:lnTo>
                  <a:lnTo>
                    <a:pt x="1164" y="129"/>
                  </a:lnTo>
                  <a:lnTo>
                    <a:pt x="1177" y="151"/>
                  </a:lnTo>
                  <a:lnTo>
                    <a:pt x="1180" y="181"/>
                  </a:lnTo>
                  <a:lnTo>
                    <a:pt x="1184" y="212"/>
                  </a:lnTo>
                  <a:lnTo>
                    <a:pt x="1157" y="207"/>
                  </a:lnTo>
                  <a:lnTo>
                    <a:pt x="1152" y="220"/>
                  </a:lnTo>
                  <a:lnTo>
                    <a:pt x="1167" y="244"/>
                  </a:lnTo>
                  <a:lnTo>
                    <a:pt x="1181" y="267"/>
                  </a:lnTo>
                  <a:lnTo>
                    <a:pt x="1173" y="274"/>
                  </a:lnTo>
                  <a:lnTo>
                    <a:pt x="1178" y="280"/>
                  </a:lnTo>
                  <a:lnTo>
                    <a:pt x="1154" y="266"/>
                  </a:lnTo>
                  <a:lnTo>
                    <a:pt x="1154" y="280"/>
                  </a:lnTo>
                  <a:lnTo>
                    <a:pt x="1139" y="292"/>
                  </a:lnTo>
                  <a:lnTo>
                    <a:pt x="1132" y="293"/>
                  </a:lnTo>
                  <a:lnTo>
                    <a:pt x="1141" y="308"/>
                  </a:lnTo>
                  <a:lnTo>
                    <a:pt x="1114" y="299"/>
                  </a:lnTo>
                  <a:lnTo>
                    <a:pt x="1106" y="305"/>
                  </a:lnTo>
                  <a:lnTo>
                    <a:pt x="1094" y="327"/>
                  </a:lnTo>
                  <a:lnTo>
                    <a:pt x="1081" y="341"/>
                  </a:lnTo>
                  <a:lnTo>
                    <a:pt x="1069" y="348"/>
                  </a:lnTo>
                  <a:lnTo>
                    <a:pt x="1056" y="357"/>
                  </a:lnTo>
                  <a:lnTo>
                    <a:pt x="1043" y="367"/>
                  </a:lnTo>
                  <a:lnTo>
                    <a:pt x="1026" y="373"/>
                  </a:lnTo>
                  <a:lnTo>
                    <a:pt x="1036" y="360"/>
                  </a:lnTo>
                  <a:lnTo>
                    <a:pt x="1021" y="354"/>
                  </a:lnTo>
                  <a:lnTo>
                    <a:pt x="1026" y="328"/>
                  </a:lnTo>
                  <a:lnTo>
                    <a:pt x="1014" y="321"/>
                  </a:lnTo>
                  <a:lnTo>
                    <a:pt x="1000" y="325"/>
                  </a:lnTo>
                  <a:lnTo>
                    <a:pt x="989" y="341"/>
                  </a:lnTo>
                  <a:lnTo>
                    <a:pt x="978" y="359"/>
                  </a:lnTo>
                  <a:lnTo>
                    <a:pt x="963" y="367"/>
                  </a:lnTo>
                  <a:lnTo>
                    <a:pt x="952" y="369"/>
                  </a:lnTo>
                  <a:lnTo>
                    <a:pt x="959" y="386"/>
                  </a:lnTo>
                  <a:lnTo>
                    <a:pt x="989" y="395"/>
                  </a:lnTo>
                  <a:lnTo>
                    <a:pt x="1001" y="417"/>
                  </a:lnTo>
                  <a:lnTo>
                    <a:pt x="1017" y="414"/>
                  </a:lnTo>
                  <a:lnTo>
                    <a:pt x="1035" y="401"/>
                  </a:lnTo>
                  <a:lnTo>
                    <a:pt x="1062" y="411"/>
                  </a:lnTo>
                  <a:lnTo>
                    <a:pt x="1075" y="414"/>
                  </a:lnTo>
                  <a:lnTo>
                    <a:pt x="1077" y="427"/>
                  </a:lnTo>
                  <a:lnTo>
                    <a:pt x="1064" y="425"/>
                  </a:lnTo>
                  <a:lnTo>
                    <a:pt x="1049" y="434"/>
                  </a:lnTo>
                  <a:lnTo>
                    <a:pt x="1042" y="446"/>
                  </a:lnTo>
                  <a:lnTo>
                    <a:pt x="1037" y="454"/>
                  </a:lnTo>
                  <a:lnTo>
                    <a:pt x="1033" y="481"/>
                  </a:lnTo>
                  <a:lnTo>
                    <a:pt x="1065" y="499"/>
                  </a:lnTo>
                  <a:lnTo>
                    <a:pt x="1080" y="520"/>
                  </a:lnTo>
                  <a:lnTo>
                    <a:pt x="1096" y="540"/>
                  </a:lnTo>
                  <a:lnTo>
                    <a:pt x="1120" y="562"/>
                  </a:lnTo>
                  <a:lnTo>
                    <a:pt x="1085" y="552"/>
                  </a:lnTo>
                  <a:lnTo>
                    <a:pt x="1087" y="555"/>
                  </a:lnTo>
                  <a:lnTo>
                    <a:pt x="1107" y="568"/>
                  </a:lnTo>
                  <a:lnTo>
                    <a:pt x="1128" y="581"/>
                  </a:lnTo>
                  <a:lnTo>
                    <a:pt x="1107" y="597"/>
                  </a:lnTo>
                  <a:lnTo>
                    <a:pt x="1100" y="601"/>
                  </a:lnTo>
                  <a:lnTo>
                    <a:pt x="1113" y="603"/>
                  </a:lnTo>
                  <a:lnTo>
                    <a:pt x="1128" y="601"/>
                  </a:lnTo>
                  <a:lnTo>
                    <a:pt x="1144" y="610"/>
                  </a:lnTo>
                  <a:lnTo>
                    <a:pt x="1135" y="620"/>
                  </a:lnTo>
                  <a:lnTo>
                    <a:pt x="1142" y="620"/>
                  </a:lnTo>
                  <a:lnTo>
                    <a:pt x="1142" y="624"/>
                  </a:lnTo>
                  <a:lnTo>
                    <a:pt x="1135" y="630"/>
                  </a:lnTo>
                  <a:lnTo>
                    <a:pt x="1138" y="635"/>
                  </a:lnTo>
                  <a:lnTo>
                    <a:pt x="1139" y="640"/>
                  </a:lnTo>
                  <a:lnTo>
                    <a:pt x="1135" y="640"/>
                  </a:lnTo>
                  <a:lnTo>
                    <a:pt x="1142" y="651"/>
                  </a:lnTo>
                  <a:lnTo>
                    <a:pt x="1136" y="652"/>
                  </a:lnTo>
                  <a:lnTo>
                    <a:pt x="1123" y="658"/>
                  </a:lnTo>
                  <a:lnTo>
                    <a:pt x="1129" y="665"/>
                  </a:lnTo>
                  <a:lnTo>
                    <a:pt x="1125" y="680"/>
                  </a:lnTo>
                  <a:lnTo>
                    <a:pt x="1117" y="697"/>
                  </a:lnTo>
                  <a:lnTo>
                    <a:pt x="1113" y="700"/>
                  </a:lnTo>
                  <a:lnTo>
                    <a:pt x="1119" y="704"/>
                  </a:lnTo>
                  <a:lnTo>
                    <a:pt x="1107" y="710"/>
                  </a:lnTo>
                  <a:lnTo>
                    <a:pt x="1106" y="709"/>
                  </a:lnTo>
                  <a:lnTo>
                    <a:pt x="1117" y="715"/>
                  </a:lnTo>
                  <a:lnTo>
                    <a:pt x="1117" y="728"/>
                  </a:lnTo>
                  <a:lnTo>
                    <a:pt x="1112" y="726"/>
                  </a:lnTo>
                  <a:lnTo>
                    <a:pt x="1112" y="732"/>
                  </a:lnTo>
                  <a:lnTo>
                    <a:pt x="1106" y="736"/>
                  </a:lnTo>
                  <a:lnTo>
                    <a:pt x="1104" y="741"/>
                  </a:lnTo>
                  <a:lnTo>
                    <a:pt x="1101" y="749"/>
                  </a:lnTo>
                  <a:lnTo>
                    <a:pt x="1090" y="751"/>
                  </a:lnTo>
                  <a:lnTo>
                    <a:pt x="1087" y="754"/>
                  </a:lnTo>
                  <a:lnTo>
                    <a:pt x="1090" y="760"/>
                  </a:lnTo>
                  <a:lnTo>
                    <a:pt x="1082" y="767"/>
                  </a:lnTo>
                  <a:lnTo>
                    <a:pt x="1065" y="781"/>
                  </a:lnTo>
                  <a:lnTo>
                    <a:pt x="1065" y="784"/>
                  </a:lnTo>
                  <a:lnTo>
                    <a:pt x="1058" y="792"/>
                  </a:lnTo>
                  <a:lnTo>
                    <a:pt x="1045" y="793"/>
                  </a:lnTo>
                  <a:lnTo>
                    <a:pt x="1042" y="794"/>
                  </a:lnTo>
                  <a:lnTo>
                    <a:pt x="1039" y="797"/>
                  </a:lnTo>
                  <a:lnTo>
                    <a:pt x="1029" y="799"/>
                  </a:lnTo>
                  <a:lnTo>
                    <a:pt x="1024" y="797"/>
                  </a:lnTo>
                  <a:lnTo>
                    <a:pt x="1019" y="802"/>
                  </a:lnTo>
                  <a:lnTo>
                    <a:pt x="1016" y="806"/>
                  </a:lnTo>
                  <a:lnTo>
                    <a:pt x="1008" y="805"/>
                  </a:lnTo>
                  <a:lnTo>
                    <a:pt x="997" y="787"/>
                  </a:lnTo>
                  <a:lnTo>
                    <a:pt x="992" y="793"/>
                  </a:lnTo>
                  <a:lnTo>
                    <a:pt x="997" y="812"/>
                  </a:lnTo>
                  <a:lnTo>
                    <a:pt x="991" y="806"/>
                  </a:lnTo>
                  <a:lnTo>
                    <a:pt x="992" y="816"/>
                  </a:lnTo>
                  <a:lnTo>
                    <a:pt x="987" y="815"/>
                  </a:lnTo>
                  <a:lnTo>
                    <a:pt x="979" y="823"/>
                  </a:lnTo>
                  <a:lnTo>
                    <a:pt x="974" y="816"/>
                  </a:lnTo>
                  <a:lnTo>
                    <a:pt x="971" y="822"/>
                  </a:lnTo>
                  <a:lnTo>
                    <a:pt x="963" y="822"/>
                  </a:lnTo>
                  <a:lnTo>
                    <a:pt x="950" y="829"/>
                  </a:lnTo>
                  <a:lnTo>
                    <a:pt x="937" y="834"/>
                  </a:lnTo>
                  <a:lnTo>
                    <a:pt x="933" y="835"/>
                  </a:lnTo>
                  <a:lnTo>
                    <a:pt x="931" y="848"/>
                  </a:lnTo>
                  <a:lnTo>
                    <a:pt x="937" y="861"/>
                  </a:lnTo>
                  <a:lnTo>
                    <a:pt x="924" y="858"/>
                  </a:lnTo>
                  <a:lnTo>
                    <a:pt x="918" y="834"/>
                  </a:lnTo>
                  <a:lnTo>
                    <a:pt x="912" y="828"/>
                  </a:lnTo>
                  <a:lnTo>
                    <a:pt x="902" y="829"/>
                  </a:lnTo>
                  <a:lnTo>
                    <a:pt x="895" y="825"/>
                  </a:lnTo>
                  <a:lnTo>
                    <a:pt x="886" y="822"/>
                  </a:lnTo>
                  <a:lnTo>
                    <a:pt x="883" y="825"/>
                  </a:lnTo>
                  <a:lnTo>
                    <a:pt x="876" y="829"/>
                  </a:lnTo>
                  <a:lnTo>
                    <a:pt x="853" y="819"/>
                  </a:lnTo>
                  <a:lnTo>
                    <a:pt x="843" y="812"/>
                  </a:lnTo>
                  <a:lnTo>
                    <a:pt x="840" y="794"/>
                  </a:lnTo>
                  <a:lnTo>
                    <a:pt x="812" y="786"/>
                  </a:lnTo>
                  <a:lnTo>
                    <a:pt x="802" y="784"/>
                  </a:lnTo>
                  <a:lnTo>
                    <a:pt x="789" y="799"/>
                  </a:lnTo>
                  <a:lnTo>
                    <a:pt x="780" y="799"/>
                  </a:lnTo>
                  <a:lnTo>
                    <a:pt x="777" y="802"/>
                  </a:lnTo>
                  <a:lnTo>
                    <a:pt x="770" y="800"/>
                  </a:lnTo>
                  <a:lnTo>
                    <a:pt x="761" y="800"/>
                  </a:lnTo>
                  <a:lnTo>
                    <a:pt x="757" y="805"/>
                  </a:lnTo>
                  <a:lnTo>
                    <a:pt x="744" y="800"/>
                  </a:lnTo>
                  <a:lnTo>
                    <a:pt x="740" y="806"/>
                  </a:lnTo>
                  <a:lnTo>
                    <a:pt x="728" y="808"/>
                  </a:lnTo>
                  <a:lnTo>
                    <a:pt x="734" y="838"/>
                  </a:lnTo>
                  <a:lnTo>
                    <a:pt x="724" y="834"/>
                  </a:lnTo>
                  <a:lnTo>
                    <a:pt x="721" y="828"/>
                  </a:lnTo>
                  <a:lnTo>
                    <a:pt x="713" y="825"/>
                  </a:lnTo>
                  <a:lnTo>
                    <a:pt x="697" y="829"/>
                  </a:lnTo>
                  <a:lnTo>
                    <a:pt x="686" y="815"/>
                  </a:lnTo>
                  <a:lnTo>
                    <a:pt x="674" y="810"/>
                  </a:lnTo>
                  <a:lnTo>
                    <a:pt x="676" y="789"/>
                  </a:lnTo>
                  <a:lnTo>
                    <a:pt x="661" y="781"/>
                  </a:lnTo>
                  <a:lnTo>
                    <a:pt x="655" y="764"/>
                  </a:lnTo>
                  <a:lnTo>
                    <a:pt x="654" y="761"/>
                  </a:lnTo>
                  <a:lnTo>
                    <a:pt x="629" y="764"/>
                  </a:lnTo>
                  <a:lnTo>
                    <a:pt x="629" y="752"/>
                  </a:lnTo>
                  <a:lnTo>
                    <a:pt x="628" y="742"/>
                  </a:lnTo>
                  <a:lnTo>
                    <a:pt x="638" y="723"/>
                  </a:lnTo>
                  <a:lnTo>
                    <a:pt x="642" y="712"/>
                  </a:lnTo>
                  <a:lnTo>
                    <a:pt x="636" y="690"/>
                  </a:lnTo>
                  <a:lnTo>
                    <a:pt x="632" y="669"/>
                  </a:lnTo>
                  <a:lnTo>
                    <a:pt x="622" y="664"/>
                  </a:lnTo>
                  <a:lnTo>
                    <a:pt x="603" y="645"/>
                  </a:lnTo>
                  <a:lnTo>
                    <a:pt x="600" y="653"/>
                  </a:lnTo>
                  <a:lnTo>
                    <a:pt x="575" y="645"/>
                  </a:lnTo>
                  <a:lnTo>
                    <a:pt x="577" y="633"/>
                  </a:lnTo>
                  <a:lnTo>
                    <a:pt x="568" y="630"/>
                  </a:lnTo>
                  <a:lnTo>
                    <a:pt x="570" y="626"/>
                  </a:lnTo>
                  <a:lnTo>
                    <a:pt x="559" y="623"/>
                  </a:lnTo>
                  <a:lnTo>
                    <a:pt x="548" y="630"/>
                  </a:lnTo>
                  <a:lnTo>
                    <a:pt x="529" y="62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="" xmlns:a16="http://schemas.microsoft.com/office/drawing/2014/main" id="{E97A80EB-C151-4FC8-B034-4EE5B9F6C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7781" y="3190875"/>
              <a:ext cx="68263" cy="58738"/>
            </a:xfrm>
            <a:custGeom>
              <a:avLst/>
              <a:gdLst>
                <a:gd name="T0" fmla="*/ 68079627 w 51"/>
                <a:gd name="T1" fmla="*/ 0 h 45"/>
                <a:gd name="T2" fmla="*/ 25081971 w 51"/>
                <a:gd name="T3" fmla="*/ 5111511 h 45"/>
                <a:gd name="T4" fmla="*/ 0 w 51"/>
                <a:gd name="T5" fmla="*/ 25556253 h 45"/>
                <a:gd name="T6" fmla="*/ 1790900 w 51"/>
                <a:gd name="T7" fmla="*/ 61335524 h 45"/>
                <a:gd name="T8" fmla="*/ 34039144 w 51"/>
                <a:gd name="T9" fmla="*/ 76670053 h 45"/>
                <a:gd name="T10" fmla="*/ 48371704 w 51"/>
                <a:gd name="T11" fmla="*/ 71558544 h 45"/>
                <a:gd name="T12" fmla="*/ 71662765 w 51"/>
                <a:gd name="T13" fmla="*/ 44298900 h 45"/>
                <a:gd name="T14" fmla="*/ 91369371 w 51"/>
                <a:gd name="T15" fmla="*/ 15334534 h 45"/>
                <a:gd name="T16" fmla="*/ 82412176 w 51"/>
                <a:gd name="T17" fmla="*/ 0 h 45"/>
                <a:gd name="T18" fmla="*/ 68079627 w 51"/>
                <a:gd name="T19" fmla="*/ 0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1"/>
                <a:gd name="T31" fmla="*/ 0 h 45"/>
                <a:gd name="T32" fmla="*/ 51 w 51"/>
                <a:gd name="T33" fmla="*/ 45 h 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1" h="45">
                  <a:moveTo>
                    <a:pt x="38" y="0"/>
                  </a:moveTo>
                  <a:lnTo>
                    <a:pt x="14" y="3"/>
                  </a:lnTo>
                  <a:lnTo>
                    <a:pt x="0" y="15"/>
                  </a:lnTo>
                  <a:lnTo>
                    <a:pt x="1" y="36"/>
                  </a:lnTo>
                  <a:lnTo>
                    <a:pt x="19" y="45"/>
                  </a:lnTo>
                  <a:lnTo>
                    <a:pt x="27" y="42"/>
                  </a:lnTo>
                  <a:lnTo>
                    <a:pt x="40" y="26"/>
                  </a:lnTo>
                  <a:lnTo>
                    <a:pt x="51" y="9"/>
                  </a:lnTo>
                  <a:lnTo>
                    <a:pt x="46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="" xmlns:a16="http://schemas.microsoft.com/office/drawing/2014/main" id="{D95D693D-CAB7-4607-AD2C-8D1B51EE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4669" y="2476500"/>
              <a:ext cx="249237" cy="266700"/>
            </a:xfrm>
            <a:custGeom>
              <a:avLst/>
              <a:gdLst>
                <a:gd name="T0" fmla="*/ 294517151 w 197"/>
                <a:gd name="T1" fmla="*/ 254838205 h 210"/>
                <a:gd name="T2" fmla="*/ 284913306 w 197"/>
                <a:gd name="T3" fmla="*/ 245160808 h 210"/>
                <a:gd name="T4" fmla="*/ 288114166 w 197"/>
                <a:gd name="T5" fmla="*/ 264515602 h 210"/>
                <a:gd name="T6" fmla="*/ 272108601 w 197"/>
                <a:gd name="T7" fmla="*/ 270967201 h 210"/>
                <a:gd name="T8" fmla="*/ 268906476 w 197"/>
                <a:gd name="T9" fmla="*/ 287096196 h 210"/>
                <a:gd name="T10" fmla="*/ 259302631 w 197"/>
                <a:gd name="T11" fmla="*/ 269354301 h 210"/>
                <a:gd name="T12" fmla="*/ 251300481 w 197"/>
                <a:gd name="T13" fmla="*/ 290321995 h 210"/>
                <a:gd name="T14" fmla="*/ 212885101 w 197"/>
                <a:gd name="T15" fmla="*/ 287096196 h 210"/>
                <a:gd name="T16" fmla="*/ 201679561 w 197"/>
                <a:gd name="T17" fmla="*/ 283870397 h 210"/>
                <a:gd name="T18" fmla="*/ 190475286 w 197"/>
                <a:gd name="T19" fmla="*/ 274193000 h 210"/>
                <a:gd name="T20" fmla="*/ 196878271 w 197"/>
                <a:gd name="T21" fmla="*/ 291934895 h 210"/>
                <a:gd name="T22" fmla="*/ 204881686 w 197"/>
                <a:gd name="T23" fmla="*/ 304838091 h 210"/>
                <a:gd name="T24" fmla="*/ 187274426 w 197"/>
                <a:gd name="T25" fmla="*/ 320967086 h 210"/>
                <a:gd name="T26" fmla="*/ 182473136 w 197"/>
                <a:gd name="T27" fmla="*/ 338709060 h 210"/>
                <a:gd name="T28" fmla="*/ 150459436 w 197"/>
                <a:gd name="T29" fmla="*/ 312902588 h 210"/>
                <a:gd name="T30" fmla="*/ 145658146 w 197"/>
                <a:gd name="T31" fmla="*/ 285483296 h 210"/>
                <a:gd name="T32" fmla="*/ 104041905 w 197"/>
                <a:gd name="T33" fmla="*/ 290321995 h 210"/>
                <a:gd name="T34" fmla="*/ 56022660 w 197"/>
                <a:gd name="T35" fmla="*/ 301612292 h 210"/>
                <a:gd name="T36" fmla="*/ 41616260 w 197"/>
                <a:gd name="T37" fmla="*/ 320967086 h 210"/>
                <a:gd name="T38" fmla="*/ 0 w 197"/>
                <a:gd name="T39" fmla="*/ 311289689 h 210"/>
                <a:gd name="T40" fmla="*/ 6402988 w 197"/>
                <a:gd name="T41" fmla="*/ 296773593 h 210"/>
                <a:gd name="T42" fmla="*/ 32012405 w 197"/>
                <a:gd name="T43" fmla="*/ 274193000 h 210"/>
                <a:gd name="T44" fmla="*/ 52820535 w 197"/>
                <a:gd name="T45" fmla="*/ 249999507 h 210"/>
                <a:gd name="T46" fmla="*/ 89635505 w 197"/>
                <a:gd name="T47" fmla="*/ 248386607 h 210"/>
                <a:gd name="T48" fmla="*/ 124850026 w 197"/>
                <a:gd name="T49" fmla="*/ 245160808 h 210"/>
                <a:gd name="T50" fmla="*/ 131251746 w 197"/>
                <a:gd name="T51" fmla="*/ 249999507 h 210"/>
                <a:gd name="T52" fmla="*/ 153661561 w 197"/>
                <a:gd name="T53" fmla="*/ 240322110 h 210"/>
                <a:gd name="T54" fmla="*/ 145658146 w 197"/>
                <a:gd name="T55" fmla="*/ 217741516 h 210"/>
                <a:gd name="T56" fmla="*/ 144057716 w 197"/>
                <a:gd name="T57" fmla="*/ 182257726 h 210"/>
                <a:gd name="T58" fmla="*/ 160063281 w 197"/>
                <a:gd name="T59" fmla="*/ 172580329 h 210"/>
                <a:gd name="T60" fmla="*/ 156862421 w 197"/>
                <a:gd name="T61" fmla="*/ 185483525 h 210"/>
                <a:gd name="T62" fmla="*/ 169667165 w 197"/>
                <a:gd name="T63" fmla="*/ 198386722 h 210"/>
                <a:gd name="T64" fmla="*/ 187274426 w 197"/>
                <a:gd name="T65" fmla="*/ 182257726 h 210"/>
                <a:gd name="T66" fmla="*/ 204881686 w 197"/>
                <a:gd name="T67" fmla="*/ 162902892 h 210"/>
                <a:gd name="T68" fmla="*/ 208082546 w 197"/>
                <a:gd name="T69" fmla="*/ 133870701 h 210"/>
                <a:gd name="T70" fmla="*/ 211283406 w 197"/>
                <a:gd name="T71" fmla="*/ 99999811 h 210"/>
                <a:gd name="T72" fmla="*/ 192075716 w 197"/>
                <a:gd name="T73" fmla="*/ 67741800 h 210"/>
                <a:gd name="T74" fmla="*/ 179271010 w 197"/>
                <a:gd name="T75" fmla="*/ 32258001 h 210"/>
                <a:gd name="T76" fmla="*/ 182473136 w 197"/>
                <a:gd name="T77" fmla="*/ 11290302 h 210"/>
                <a:gd name="T78" fmla="*/ 200079131 w 197"/>
                <a:gd name="T79" fmla="*/ 22580603 h 210"/>
                <a:gd name="T80" fmla="*/ 208082546 w 197"/>
                <a:gd name="T81" fmla="*/ 16129000 h 210"/>
                <a:gd name="T82" fmla="*/ 204881686 w 197"/>
                <a:gd name="T83" fmla="*/ 11290302 h 210"/>
                <a:gd name="T84" fmla="*/ 190475286 w 197"/>
                <a:gd name="T85" fmla="*/ 11290302 h 210"/>
                <a:gd name="T86" fmla="*/ 192075716 w 197"/>
                <a:gd name="T87" fmla="*/ 0 h 210"/>
                <a:gd name="T88" fmla="*/ 211283406 w 197"/>
                <a:gd name="T89" fmla="*/ 6451601 h 210"/>
                <a:gd name="T90" fmla="*/ 241696636 w 197"/>
                <a:gd name="T91" fmla="*/ 43548307 h 210"/>
                <a:gd name="T92" fmla="*/ 276909891 w 197"/>
                <a:gd name="T93" fmla="*/ 82257896 h 210"/>
                <a:gd name="T94" fmla="*/ 280110751 w 197"/>
                <a:gd name="T95" fmla="*/ 130644902 h 210"/>
                <a:gd name="T96" fmla="*/ 272108601 w 197"/>
                <a:gd name="T97" fmla="*/ 145160997 h 210"/>
                <a:gd name="T98" fmla="*/ 292916721 w 197"/>
                <a:gd name="T99" fmla="*/ 198386722 h 210"/>
                <a:gd name="T100" fmla="*/ 315325272 w 197"/>
                <a:gd name="T101" fmla="*/ 238709210 h 210"/>
                <a:gd name="T102" fmla="*/ 302520567 w 197"/>
                <a:gd name="T103" fmla="*/ 279031698 h 210"/>
                <a:gd name="T104" fmla="*/ 294517151 w 197"/>
                <a:gd name="T105" fmla="*/ 254838205 h 21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7"/>
                <a:gd name="T160" fmla="*/ 0 h 210"/>
                <a:gd name="T161" fmla="*/ 197 w 197"/>
                <a:gd name="T162" fmla="*/ 210 h 210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7" h="210">
                  <a:moveTo>
                    <a:pt x="184" y="158"/>
                  </a:moveTo>
                  <a:lnTo>
                    <a:pt x="178" y="152"/>
                  </a:lnTo>
                  <a:lnTo>
                    <a:pt x="180" y="164"/>
                  </a:lnTo>
                  <a:lnTo>
                    <a:pt x="170" y="168"/>
                  </a:lnTo>
                  <a:lnTo>
                    <a:pt x="168" y="178"/>
                  </a:lnTo>
                  <a:lnTo>
                    <a:pt x="162" y="167"/>
                  </a:lnTo>
                  <a:lnTo>
                    <a:pt x="157" y="180"/>
                  </a:lnTo>
                  <a:lnTo>
                    <a:pt x="133" y="178"/>
                  </a:lnTo>
                  <a:lnTo>
                    <a:pt x="126" y="176"/>
                  </a:lnTo>
                  <a:lnTo>
                    <a:pt x="119" y="170"/>
                  </a:lnTo>
                  <a:lnTo>
                    <a:pt x="123" y="181"/>
                  </a:lnTo>
                  <a:lnTo>
                    <a:pt x="128" y="189"/>
                  </a:lnTo>
                  <a:lnTo>
                    <a:pt x="117" y="199"/>
                  </a:lnTo>
                  <a:lnTo>
                    <a:pt x="114" y="210"/>
                  </a:lnTo>
                  <a:lnTo>
                    <a:pt x="94" y="194"/>
                  </a:lnTo>
                  <a:lnTo>
                    <a:pt x="91" y="177"/>
                  </a:lnTo>
                  <a:lnTo>
                    <a:pt x="65" y="180"/>
                  </a:lnTo>
                  <a:lnTo>
                    <a:pt x="35" y="187"/>
                  </a:lnTo>
                  <a:lnTo>
                    <a:pt x="26" y="199"/>
                  </a:lnTo>
                  <a:lnTo>
                    <a:pt x="0" y="193"/>
                  </a:lnTo>
                  <a:lnTo>
                    <a:pt x="4" y="184"/>
                  </a:lnTo>
                  <a:lnTo>
                    <a:pt x="20" y="170"/>
                  </a:lnTo>
                  <a:lnTo>
                    <a:pt x="33" y="155"/>
                  </a:lnTo>
                  <a:lnTo>
                    <a:pt x="56" y="154"/>
                  </a:lnTo>
                  <a:lnTo>
                    <a:pt x="78" y="152"/>
                  </a:lnTo>
                  <a:lnTo>
                    <a:pt x="82" y="155"/>
                  </a:lnTo>
                  <a:lnTo>
                    <a:pt x="96" y="149"/>
                  </a:lnTo>
                  <a:lnTo>
                    <a:pt x="91" y="135"/>
                  </a:lnTo>
                  <a:lnTo>
                    <a:pt x="90" y="113"/>
                  </a:lnTo>
                  <a:lnTo>
                    <a:pt x="100" y="107"/>
                  </a:lnTo>
                  <a:lnTo>
                    <a:pt x="98" y="115"/>
                  </a:lnTo>
                  <a:lnTo>
                    <a:pt x="106" y="123"/>
                  </a:lnTo>
                  <a:lnTo>
                    <a:pt x="117" y="113"/>
                  </a:lnTo>
                  <a:lnTo>
                    <a:pt x="128" y="101"/>
                  </a:lnTo>
                  <a:lnTo>
                    <a:pt x="130" y="83"/>
                  </a:lnTo>
                  <a:lnTo>
                    <a:pt x="132" y="62"/>
                  </a:lnTo>
                  <a:lnTo>
                    <a:pt x="120" y="42"/>
                  </a:lnTo>
                  <a:lnTo>
                    <a:pt x="112" y="20"/>
                  </a:lnTo>
                  <a:lnTo>
                    <a:pt x="114" y="7"/>
                  </a:lnTo>
                  <a:lnTo>
                    <a:pt x="125" y="14"/>
                  </a:lnTo>
                  <a:lnTo>
                    <a:pt x="130" y="10"/>
                  </a:lnTo>
                  <a:lnTo>
                    <a:pt x="128" y="7"/>
                  </a:lnTo>
                  <a:lnTo>
                    <a:pt x="119" y="7"/>
                  </a:lnTo>
                  <a:lnTo>
                    <a:pt x="120" y="0"/>
                  </a:lnTo>
                  <a:lnTo>
                    <a:pt x="132" y="4"/>
                  </a:lnTo>
                  <a:lnTo>
                    <a:pt x="151" y="27"/>
                  </a:lnTo>
                  <a:lnTo>
                    <a:pt x="173" y="51"/>
                  </a:lnTo>
                  <a:lnTo>
                    <a:pt x="175" y="81"/>
                  </a:lnTo>
                  <a:lnTo>
                    <a:pt x="170" y="90"/>
                  </a:lnTo>
                  <a:lnTo>
                    <a:pt x="183" y="123"/>
                  </a:lnTo>
                  <a:lnTo>
                    <a:pt x="197" y="148"/>
                  </a:lnTo>
                  <a:lnTo>
                    <a:pt x="189" y="173"/>
                  </a:lnTo>
                  <a:lnTo>
                    <a:pt x="184" y="15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="" xmlns:a16="http://schemas.microsoft.com/office/drawing/2014/main" id="{ED586FCB-1042-4993-9963-540661D98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569" y="2344738"/>
              <a:ext cx="144462" cy="133350"/>
            </a:xfrm>
            <a:custGeom>
              <a:avLst/>
              <a:gdLst>
                <a:gd name="T0" fmla="*/ 140443446 w 115"/>
                <a:gd name="T1" fmla="*/ 64887356 h 106"/>
                <a:gd name="T2" fmla="*/ 108882904 w 115"/>
                <a:gd name="T3" fmla="*/ 56974420 h 106"/>
                <a:gd name="T4" fmla="*/ 55230968 w 115"/>
                <a:gd name="T5" fmla="*/ 28486581 h 106"/>
                <a:gd name="T6" fmla="*/ 0 w 115"/>
                <a:gd name="T7" fmla="*/ 0 h 106"/>
                <a:gd name="T8" fmla="*/ 9467914 w 115"/>
                <a:gd name="T9" fmla="*/ 23738819 h 106"/>
                <a:gd name="T10" fmla="*/ 28403744 w 115"/>
                <a:gd name="T11" fmla="*/ 56974420 h 106"/>
                <a:gd name="T12" fmla="*/ 44184025 w 115"/>
                <a:gd name="T13" fmla="*/ 91791360 h 106"/>
                <a:gd name="T14" fmla="*/ 20513603 w 115"/>
                <a:gd name="T15" fmla="*/ 91791360 h 106"/>
                <a:gd name="T16" fmla="*/ 17358052 w 115"/>
                <a:gd name="T17" fmla="*/ 96539121 h 106"/>
                <a:gd name="T18" fmla="*/ 17358052 w 115"/>
                <a:gd name="T19" fmla="*/ 112364994 h 106"/>
                <a:gd name="T20" fmla="*/ 23670416 w 115"/>
                <a:gd name="T21" fmla="*/ 137687649 h 106"/>
                <a:gd name="T22" fmla="*/ 45763057 w 115"/>
                <a:gd name="T23" fmla="*/ 167756846 h 106"/>
                <a:gd name="T24" fmla="*/ 55230968 w 115"/>
                <a:gd name="T25" fmla="*/ 158261283 h 106"/>
                <a:gd name="T26" fmla="*/ 74166791 w 115"/>
                <a:gd name="T27" fmla="*/ 156678696 h 106"/>
                <a:gd name="T28" fmla="*/ 33138328 w 115"/>
                <a:gd name="T29" fmla="*/ 129774712 h 106"/>
                <a:gd name="T30" fmla="*/ 48918608 w 115"/>
                <a:gd name="T31" fmla="*/ 126609538 h 106"/>
                <a:gd name="T32" fmla="*/ 64698879 w 115"/>
                <a:gd name="T33" fmla="*/ 121860518 h 106"/>
                <a:gd name="T34" fmla="*/ 134131086 w 115"/>
                <a:gd name="T35" fmla="*/ 142435411 h 106"/>
                <a:gd name="T36" fmla="*/ 135708862 w 115"/>
                <a:gd name="T37" fmla="*/ 132939887 h 106"/>
                <a:gd name="T38" fmla="*/ 151489133 w 115"/>
                <a:gd name="T39" fmla="*/ 106034645 h 106"/>
                <a:gd name="T40" fmla="*/ 181471939 w 115"/>
                <a:gd name="T41" fmla="*/ 91791360 h 106"/>
                <a:gd name="T42" fmla="*/ 164113852 w 115"/>
                <a:gd name="T43" fmla="*/ 79130642 h 106"/>
                <a:gd name="T44" fmla="*/ 149911357 w 115"/>
                <a:gd name="T45" fmla="*/ 50644071 h 106"/>
                <a:gd name="T46" fmla="*/ 140443446 w 115"/>
                <a:gd name="T47" fmla="*/ 64887356 h 10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5"/>
                <a:gd name="T73" fmla="*/ 0 h 106"/>
                <a:gd name="T74" fmla="*/ 115 w 115"/>
                <a:gd name="T75" fmla="*/ 106 h 10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5" h="106">
                  <a:moveTo>
                    <a:pt x="89" y="41"/>
                  </a:moveTo>
                  <a:lnTo>
                    <a:pt x="69" y="36"/>
                  </a:lnTo>
                  <a:lnTo>
                    <a:pt x="35" y="18"/>
                  </a:lnTo>
                  <a:lnTo>
                    <a:pt x="0" y="0"/>
                  </a:lnTo>
                  <a:lnTo>
                    <a:pt x="6" y="15"/>
                  </a:lnTo>
                  <a:lnTo>
                    <a:pt x="18" y="36"/>
                  </a:lnTo>
                  <a:lnTo>
                    <a:pt x="28" y="58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1" y="71"/>
                  </a:lnTo>
                  <a:lnTo>
                    <a:pt x="15" y="87"/>
                  </a:lnTo>
                  <a:lnTo>
                    <a:pt x="29" y="106"/>
                  </a:lnTo>
                  <a:lnTo>
                    <a:pt x="35" y="100"/>
                  </a:lnTo>
                  <a:lnTo>
                    <a:pt x="47" y="99"/>
                  </a:lnTo>
                  <a:lnTo>
                    <a:pt x="21" y="82"/>
                  </a:lnTo>
                  <a:lnTo>
                    <a:pt x="31" y="80"/>
                  </a:lnTo>
                  <a:lnTo>
                    <a:pt x="41" y="77"/>
                  </a:lnTo>
                  <a:lnTo>
                    <a:pt x="85" y="90"/>
                  </a:lnTo>
                  <a:lnTo>
                    <a:pt x="86" y="84"/>
                  </a:lnTo>
                  <a:lnTo>
                    <a:pt x="96" y="67"/>
                  </a:lnTo>
                  <a:lnTo>
                    <a:pt x="115" y="58"/>
                  </a:lnTo>
                  <a:lnTo>
                    <a:pt x="104" y="50"/>
                  </a:lnTo>
                  <a:lnTo>
                    <a:pt x="95" y="32"/>
                  </a:lnTo>
                  <a:lnTo>
                    <a:pt x="89" y="4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="" xmlns:a16="http://schemas.microsoft.com/office/drawing/2014/main" id="{C20EDE8A-FE7C-4AD1-8827-7E5A588DE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0856" y="2727325"/>
              <a:ext cx="73025" cy="93663"/>
            </a:xfrm>
            <a:custGeom>
              <a:avLst/>
              <a:gdLst>
                <a:gd name="T0" fmla="*/ 91942267 w 58"/>
                <a:gd name="T1" fmla="*/ 42307049 h 72"/>
                <a:gd name="T2" fmla="*/ 88771976 w 58"/>
                <a:gd name="T3" fmla="*/ 76151910 h 72"/>
                <a:gd name="T4" fmla="*/ 85601684 w 58"/>
                <a:gd name="T5" fmla="*/ 108305644 h 72"/>
                <a:gd name="T6" fmla="*/ 76089532 w 58"/>
                <a:gd name="T7" fmla="*/ 121843844 h 72"/>
                <a:gd name="T8" fmla="*/ 61823220 w 58"/>
                <a:gd name="T9" fmla="*/ 98152319 h 72"/>
                <a:gd name="T10" fmla="*/ 63408366 w 58"/>
                <a:gd name="T11" fmla="*/ 118458969 h 72"/>
                <a:gd name="T12" fmla="*/ 55482637 w 58"/>
                <a:gd name="T13" fmla="*/ 108305644 h 72"/>
                <a:gd name="T14" fmla="*/ 42800213 w 58"/>
                <a:gd name="T15" fmla="*/ 76151910 h 72"/>
                <a:gd name="T16" fmla="*/ 45971763 w 58"/>
                <a:gd name="T17" fmla="*/ 55845260 h 72"/>
                <a:gd name="T18" fmla="*/ 22193309 w 58"/>
                <a:gd name="T19" fmla="*/ 33844861 h 72"/>
                <a:gd name="T20" fmla="*/ 31704183 w 58"/>
                <a:gd name="T21" fmla="*/ 55845260 h 72"/>
                <a:gd name="T22" fmla="*/ 20608158 w 58"/>
                <a:gd name="T23" fmla="*/ 55845260 h 72"/>
                <a:gd name="T24" fmla="*/ 11096025 w 58"/>
                <a:gd name="T25" fmla="*/ 38922174 h 72"/>
                <a:gd name="T26" fmla="*/ 15852721 w 58"/>
                <a:gd name="T27" fmla="*/ 38922174 h 72"/>
                <a:gd name="T28" fmla="*/ 0 w 58"/>
                <a:gd name="T29" fmla="*/ 23691536 h 72"/>
                <a:gd name="T30" fmla="*/ 38044766 w 58"/>
                <a:gd name="T31" fmla="*/ 0 h 72"/>
                <a:gd name="T32" fmla="*/ 60238075 w 58"/>
                <a:gd name="T33" fmla="*/ 15230643 h 72"/>
                <a:gd name="T34" fmla="*/ 71334094 w 58"/>
                <a:gd name="T35" fmla="*/ 21999098 h 72"/>
                <a:gd name="T36" fmla="*/ 72919240 w 58"/>
                <a:gd name="T37" fmla="*/ 28768849 h 72"/>
                <a:gd name="T38" fmla="*/ 91942267 w 58"/>
                <a:gd name="T39" fmla="*/ 42307049 h 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58"/>
                <a:gd name="T61" fmla="*/ 0 h 72"/>
                <a:gd name="T62" fmla="*/ 58 w 58"/>
                <a:gd name="T63" fmla="*/ 72 h 7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58" h="72">
                  <a:moveTo>
                    <a:pt x="58" y="25"/>
                  </a:moveTo>
                  <a:lnTo>
                    <a:pt x="56" y="45"/>
                  </a:lnTo>
                  <a:lnTo>
                    <a:pt x="54" y="64"/>
                  </a:lnTo>
                  <a:lnTo>
                    <a:pt x="48" y="72"/>
                  </a:lnTo>
                  <a:lnTo>
                    <a:pt x="39" y="58"/>
                  </a:lnTo>
                  <a:lnTo>
                    <a:pt x="40" y="70"/>
                  </a:lnTo>
                  <a:lnTo>
                    <a:pt x="35" y="64"/>
                  </a:lnTo>
                  <a:lnTo>
                    <a:pt x="27" y="45"/>
                  </a:lnTo>
                  <a:lnTo>
                    <a:pt x="29" y="33"/>
                  </a:lnTo>
                  <a:lnTo>
                    <a:pt x="14" y="20"/>
                  </a:lnTo>
                  <a:lnTo>
                    <a:pt x="20" y="33"/>
                  </a:lnTo>
                  <a:lnTo>
                    <a:pt x="13" y="33"/>
                  </a:lnTo>
                  <a:lnTo>
                    <a:pt x="7" y="23"/>
                  </a:lnTo>
                  <a:lnTo>
                    <a:pt x="10" y="23"/>
                  </a:lnTo>
                  <a:lnTo>
                    <a:pt x="0" y="14"/>
                  </a:lnTo>
                  <a:lnTo>
                    <a:pt x="24" y="0"/>
                  </a:lnTo>
                  <a:lnTo>
                    <a:pt x="38" y="9"/>
                  </a:lnTo>
                  <a:lnTo>
                    <a:pt x="45" y="13"/>
                  </a:lnTo>
                  <a:lnTo>
                    <a:pt x="46" y="17"/>
                  </a:lnTo>
                  <a:lnTo>
                    <a:pt x="58" y="2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="" xmlns:a16="http://schemas.microsoft.com/office/drawing/2014/main" id="{D2A2E3E3-4B4D-4FD3-B2BB-14CBB4D8D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2294" y="2714625"/>
              <a:ext cx="65087" cy="50800"/>
            </a:xfrm>
            <a:custGeom>
              <a:avLst/>
              <a:gdLst>
                <a:gd name="T0" fmla="*/ 65800454 w 52"/>
                <a:gd name="T1" fmla="*/ 39915166 h 41"/>
                <a:gd name="T2" fmla="*/ 39167352 w 52"/>
                <a:gd name="T3" fmla="*/ 39915166 h 41"/>
                <a:gd name="T4" fmla="*/ 34467321 w 52"/>
                <a:gd name="T5" fmla="*/ 62942435 h 41"/>
                <a:gd name="T6" fmla="*/ 14100098 w 52"/>
                <a:gd name="T7" fmla="*/ 47590928 h 41"/>
                <a:gd name="T8" fmla="*/ 4700032 w 52"/>
                <a:gd name="T9" fmla="*/ 35309714 h 41"/>
                <a:gd name="T10" fmla="*/ 0 w 52"/>
                <a:gd name="T11" fmla="*/ 38380015 h 41"/>
                <a:gd name="T12" fmla="*/ 20367223 w 52"/>
                <a:gd name="T13" fmla="*/ 13816361 h 41"/>
                <a:gd name="T14" fmla="*/ 39167352 w 52"/>
                <a:gd name="T15" fmla="*/ 9210906 h 41"/>
                <a:gd name="T16" fmla="*/ 56400392 w 52"/>
                <a:gd name="T17" fmla="*/ 0 h 41"/>
                <a:gd name="T18" fmla="*/ 72067579 w 52"/>
                <a:gd name="T19" fmla="*/ 10746059 h 41"/>
                <a:gd name="T20" fmla="*/ 81467641 w 52"/>
                <a:gd name="T21" fmla="*/ 19956963 h 41"/>
                <a:gd name="T22" fmla="*/ 65800454 w 52"/>
                <a:gd name="T23" fmla="*/ 39915166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2"/>
                <a:gd name="T37" fmla="*/ 0 h 41"/>
                <a:gd name="T38" fmla="*/ 52 w 52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2" h="41">
                  <a:moveTo>
                    <a:pt x="42" y="26"/>
                  </a:moveTo>
                  <a:lnTo>
                    <a:pt x="25" y="26"/>
                  </a:lnTo>
                  <a:lnTo>
                    <a:pt x="22" y="41"/>
                  </a:lnTo>
                  <a:lnTo>
                    <a:pt x="9" y="31"/>
                  </a:lnTo>
                  <a:lnTo>
                    <a:pt x="3" y="23"/>
                  </a:lnTo>
                  <a:lnTo>
                    <a:pt x="0" y="25"/>
                  </a:lnTo>
                  <a:lnTo>
                    <a:pt x="13" y="9"/>
                  </a:lnTo>
                  <a:lnTo>
                    <a:pt x="25" y="6"/>
                  </a:lnTo>
                  <a:lnTo>
                    <a:pt x="36" y="0"/>
                  </a:lnTo>
                  <a:lnTo>
                    <a:pt x="46" y="7"/>
                  </a:lnTo>
                  <a:lnTo>
                    <a:pt x="52" y="13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="" xmlns:a16="http://schemas.microsoft.com/office/drawing/2014/main" id="{4F93C82E-70EB-4E16-8CFC-6CFB3774C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9431" y="2847975"/>
              <a:ext cx="9525" cy="23813"/>
            </a:xfrm>
            <a:custGeom>
              <a:avLst/>
              <a:gdLst>
                <a:gd name="T0" fmla="*/ 0 w 10"/>
                <a:gd name="T1" fmla="*/ 31503273 h 18"/>
                <a:gd name="T2" fmla="*/ 9072563 w 10"/>
                <a:gd name="T3" fmla="*/ 5250766 h 18"/>
                <a:gd name="T4" fmla="*/ 8165783 w 10"/>
                <a:gd name="T5" fmla="*/ 0 h 18"/>
                <a:gd name="T6" fmla="*/ 0 w 10"/>
                <a:gd name="T7" fmla="*/ 31503273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18"/>
                <a:gd name="T14" fmla="*/ 10 w 10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18">
                  <a:moveTo>
                    <a:pt x="0" y="18"/>
                  </a:moveTo>
                  <a:lnTo>
                    <a:pt x="10" y="3"/>
                  </a:lnTo>
                  <a:lnTo>
                    <a:pt x="9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="" xmlns:a16="http://schemas.microsoft.com/office/drawing/2014/main" id="{9EAD1BD8-91A8-487C-A407-16635D534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5956" y="2589213"/>
              <a:ext cx="4763" cy="4762"/>
            </a:xfrm>
            <a:custGeom>
              <a:avLst/>
              <a:gdLst>
                <a:gd name="T0" fmla="*/ 3781029 w 6"/>
                <a:gd name="T1" fmla="*/ 3239521 h 7"/>
                <a:gd name="T2" fmla="*/ 0 w 6"/>
                <a:gd name="T3" fmla="*/ 0 h 7"/>
                <a:gd name="T4" fmla="*/ 0 w 6"/>
                <a:gd name="T5" fmla="*/ 3239521 h 7"/>
                <a:gd name="T6" fmla="*/ 3781029 w 6"/>
                <a:gd name="T7" fmla="*/ 3239521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7"/>
                <a:gd name="T14" fmla="*/ 6 w 6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7">
                  <a:moveTo>
                    <a:pt x="6" y="7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="" xmlns:a16="http://schemas.microsoft.com/office/drawing/2014/main" id="{DC488D5E-E3EC-4702-BD26-33620E0C0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3081" y="2663825"/>
              <a:ext cx="7938" cy="3175"/>
            </a:xfrm>
            <a:custGeom>
              <a:avLst/>
              <a:gdLst>
                <a:gd name="T0" fmla="*/ 8751645 w 6"/>
                <a:gd name="T1" fmla="*/ 0 h 3"/>
                <a:gd name="T2" fmla="*/ 10501973 w 6"/>
                <a:gd name="T3" fmla="*/ 3360208 h 3"/>
                <a:gd name="T4" fmla="*/ 0 w 6"/>
                <a:gd name="T5" fmla="*/ 3360208 h 3"/>
                <a:gd name="T6" fmla="*/ 8751645 w 6"/>
                <a:gd name="T7" fmla="*/ 0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3"/>
                <a:gd name="T14" fmla="*/ 6 w 6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3">
                  <a:moveTo>
                    <a:pt x="5" y="0"/>
                  </a:moveTo>
                  <a:lnTo>
                    <a:pt x="6" y="3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="" xmlns:a16="http://schemas.microsoft.com/office/drawing/2014/main" id="{792C847E-2466-44B2-AEC8-26018DAF5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794" y="2428875"/>
              <a:ext cx="131762" cy="168275"/>
            </a:xfrm>
            <a:custGeom>
              <a:avLst/>
              <a:gdLst>
                <a:gd name="T0" fmla="*/ 40942843 w 105"/>
                <a:gd name="T1" fmla="*/ 139834008 h 135"/>
                <a:gd name="T2" fmla="*/ 20470794 w 105"/>
                <a:gd name="T3" fmla="*/ 135173416 h 135"/>
                <a:gd name="T4" fmla="*/ 0 w 105"/>
                <a:gd name="T5" fmla="*/ 116528554 h 135"/>
                <a:gd name="T6" fmla="*/ 20470794 w 105"/>
                <a:gd name="T7" fmla="*/ 94776216 h 135"/>
                <a:gd name="T8" fmla="*/ 39367974 w 105"/>
                <a:gd name="T9" fmla="*/ 60595196 h 135"/>
                <a:gd name="T10" fmla="*/ 51965682 w 105"/>
                <a:gd name="T11" fmla="*/ 51272766 h 135"/>
                <a:gd name="T12" fmla="*/ 94483405 w 105"/>
                <a:gd name="T13" fmla="*/ 65255788 h 135"/>
                <a:gd name="T14" fmla="*/ 80310818 w 105"/>
                <a:gd name="T15" fmla="*/ 41950335 h 135"/>
                <a:gd name="T16" fmla="*/ 91333666 w 105"/>
                <a:gd name="T17" fmla="*/ 40397210 h 135"/>
                <a:gd name="T18" fmla="*/ 114954194 w 105"/>
                <a:gd name="T19" fmla="*/ 21752348 h 135"/>
                <a:gd name="T20" fmla="*/ 114954194 w 105"/>
                <a:gd name="T21" fmla="*/ 0 h 135"/>
                <a:gd name="T22" fmla="*/ 152747289 w 105"/>
                <a:gd name="T23" fmla="*/ 21752348 h 135"/>
                <a:gd name="T24" fmla="*/ 160620380 w 105"/>
                <a:gd name="T25" fmla="*/ 27967302 h 135"/>
                <a:gd name="T26" fmla="*/ 141724460 w 105"/>
                <a:gd name="T27" fmla="*/ 48165289 h 135"/>
                <a:gd name="T28" fmla="*/ 155897028 w 105"/>
                <a:gd name="T29" fmla="*/ 90115623 h 135"/>
                <a:gd name="T30" fmla="*/ 136999853 w 105"/>
                <a:gd name="T31" fmla="*/ 111867962 h 135"/>
                <a:gd name="T32" fmla="*/ 119678802 w 105"/>
                <a:gd name="T33" fmla="*/ 136726531 h 135"/>
                <a:gd name="T34" fmla="*/ 125977023 w 105"/>
                <a:gd name="T35" fmla="*/ 155371392 h 135"/>
                <a:gd name="T36" fmla="*/ 165345027 w 105"/>
                <a:gd name="T37" fmla="*/ 177123770 h 135"/>
                <a:gd name="T38" fmla="*/ 148022682 w 105"/>
                <a:gd name="T39" fmla="*/ 189553678 h 135"/>
                <a:gd name="T40" fmla="*/ 124402154 w 105"/>
                <a:gd name="T41" fmla="*/ 201983585 h 135"/>
                <a:gd name="T42" fmla="*/ 124402154 w 105"/>
                <a:gd name="T43" fmla="*/ 209751654 h 135"/>
                <a:gd name="T44" fmla="*/ 89758797 w 105"/>
                <a:gd name="T45" fmla="*/ 205091062 h 135"/>
                <a:gd name="T46" fmla="*/ 80310818 w 105"/>
                <a:gd name="T47" fmla="*/ 209751654 h 135"/>
                <a:gd name="T48" fmla="*/ 64563381 w 105"/>
                <a:gd name="T49" fmla="*/ 200429224 h 135"/>
                <a:gd name="T50" fmla="*/ 51965682 w 105"/>
                <a:gd name="T51" fmla="*/ 192661155 h 135"/>
                <a:gd name="T52" fmla="*/ 59838773 w 105"/>
                <a:gd name="T53" fmla="*/ 175569408 h 135"/>
                <a:gd name="T54" fmla="*/ 64563381 w 105"/>
                <a:gd name="T55" fmla="*/ 172461931 h 135"/>
                <a:gd name="T56" fmla="*/ 50390813 w 105"/>
                <a:gd name="T57" fmla="*/ 164693862 h 135"/>
                <a:gd name="T58" fmla="*/ 40942843 w 105"/>
                <a:gd name="T59" fmla="*/ 139834008 h 13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05"/>
                <a:gd name="T91" fmla="*/ 0 h 135"/>
                <a:gd name="T92" fmla="*/ 105 w 105"/>
                <a:gd name="T93" fmla="*/ 135 h 13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05" h="135">
                  <a:moveTo>
                    <a:pt x="26" y="90"/>
                  </a:moveTo>
                  <a:lnTo>
                    <a:pt x="13" y="87"/>
                  </a:lnTo>
                  <a:lnTo>
                    <a:pt x="0" y="75"/>
                  </a:lnTo>
                  <a:lnTo>
                    <a:pt x="13" y="61"/>
                  </a:lnTo>
                  <a:lnTo>
                    <a:pt x="25" y="39"/>
                  </a:lnTo>
                  <a:lnTo>
                    <a:pt x="33" y="33"/>
                  </a:lnTo>
                  <a:lnTo>
                    <a:pt x="60" y="42"/>
                  </a:lnTo>
                  <a:lnTo>
                    <a:pt x="51" y="27"/>
                  </a:lnTo>
                  <a:lnTo>
                    <a:pt x="58" y="26"/>
                  </a:lnTo>
                  <a:lnTo>
                    <a:pt x="73" y="14"/>
                  </a:lnTo>
                  <a:lnTo>
                    <a:pt x="73" y="0"/>
                  </a:lnTo>
                  <a:lnTo>
                    <a:pt x="97" y="14"/>
                  </a:lnTo>
                  <a:lnTo>
                    <a:pt x="102" y="18"/>
                  </a:lnTo>
                  <a:lnTo>
                    <a:pt x="90" y="31"/>
                  </a:lnTo>
                  <a:lnTo>
                    <a:pt x="99" y="58"/>
                  </a:lnTo>
                  <a:lnTo>
                    <a:pt x="87" y="72"/>
                  </a:lnTo>
                  <a:lnTo>
                    <a:pt x="76" y="88"/>
                  </a:lnTo>
                  <a:lnTo>
                    <a:pt x="80" y="100"/>
                  </a:lnTo>
                  <a:lnTo>
                    <a:pt x="105" y="114"/>
                  </a:lnTo>
                  <a:lnTo>
                    <a:pt x="94" y="122"/>
                  </a:lnTo>
                  <a:lnTo>
                    <a:pt x="79" y="130"/>
                  </a:lnTo>
                  <a:lnTo>
                    <a:pt x="79" y="135"/>
                  </a:lnTo>
                  <a:lnTo>
                    <a:pt x="57" y="132"/>
                  </a:lnTo>
                  <a:lnTo>
                    <a:pt x="51" y="135"/>
                  </a:lnTo>
                  <a:lnTo>
                    <a:pt x="41" y="129"/>
                  </a:lnTo>
                  <a:lnTo>
                    <a:pt x="33" y="124"/>
                  </a:lnTo>
                  <a:lnTo>
                    <a:pt x="38" y="113"/>
                  </a:lnTo>
                  <a:lnTo>
                    <a:pt x="41" y="111"/>
                  </a:lnTo>
                  <a:lnTo>
                    <a:pt x="32" y="106"/>
                  </a:lnTo>
                  <a:lnTo>
                    <a:pt x="26" y="9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="" xmlns:a16="http://schemas.microsoft.com/office/drawing/2014/main" id="{13614B83-2479-44FA-ADBD-D1975ABD3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44806" y="2574925"/>
              <a:ext cx="111125" cy="139700"/>
            </a:xfrm>
            <a:custGeom>
              <a:avLst/>
              <a:gdLst>
                <a:gd name="T0" fmla="*/ 79943572 w 87"/>
                <a:gd name="T1" fmla="*/ 177403651 h 109"/>
                <a:gd name="T2" fmla="*/ 79943572 w 87"/>
                <a:gd name="T3" fmla="*/ 169190831 h 109"/>
                <a:gd name="T4" fmla="*/ 65259750 w 87"/>
                <a:gd name="T5" fmla="*/ 174118779 h 109"/>
                <a:gd name="T6" fmla="*/ 58734032 w 87"/>
                <a:gd name="T7" fmla="*/ 179046727 h 109"/>
                <a:gd name="T8" fmla="*/ 50575928 w 87"/>
                <a:gd name="T9" fmla="*/ 172475702 h 109"/>
                <a:gd name="T10" fmla="*/ 53839425 w 87"/>
                <a:gd name="T11" fmla="*/ 167547714 h 109"/>
                <a:gd name="T12" fmla="*/ 50575928 w 87"/>
                <a:gd name="T13" fmla="*/ 162619766 h 109"/>
                <a:gd name="T14" fmla="*/ 44050210 w 87"/>
                <a:gd name="T15" fmla="*/ 152765151 h 109"/>
                <a:gd name="T16" fmla="*/ 37524482 w 87"/>
                <a:gd name="T17" fmla="*/ 129767206 h 109"/>
                <a:gd name="T18" fmla="*/ 34260985 w 87"/>
                <a:gd name="T19" fmla="*/ 118269514 h 109"/>
                <a:gd name="T20" fmla="*/ 34260985 w 87"/>
                <a:gd name="T21" fmla="*/ 113341566 h 109"/>
                <a:gd name="T22" fmla="*/ 11420330 w 87"/>
                <a:gd name="T23" fmla="*/ 87060030 h 109"/>
                <a:gd name="T24" fmla="*/ 3263499 w 87"/>
                <a:gd name="T25" fmla="*/ 77204114 h 109"/>
                <a:gd name="T26" fmla="*/ 8156830 w 87"/>
                <a:gd name="T27" fmla="*/ 73917961 h 109"/>
                <a:gd name="T28" fmla="*/ 24471770 w 87"/>
                <a:gd name="T29" fmla="*/ 78845909 h 109"/>
                <a:gd name="T30" fmla="*/ 24471770 w 87"/>
                <a:gd name="T31" fmla="*/ 72276166 h 109"/>
                <a:gd name="T32" fmla="*/ 1631111 w 87"/>
                <a:gd name="T33" fmla="*/ 41065390 h 109"/>
                <a:gd name="T34" fmla="*/ 0 w 87"/>
                <a:gd name="T35" fmla="*/ 34495647 h 109"/>
                <a:gd name="T36" fmla="*/ 0 w 87"/>
                <a:gd name="T37" fmla="*/ 26281546 h 109"/>
                <a:gd name="T38" fmla="*/ 24471770 w 87"/>
                <a:gd name="T39" fmla="*/ 13140773 h 109"/>
                <a:gd name="T40" fmla="*/ 42419100 w 87"/>
                <a:gd name="T41" fmla="*/ 0 h 109"/>
                <a:gd name="T42" fmla="*/ 79943572 w 87"/>
                <a:gd name="T43" fmla="*/ 41065390 h 109"/>
                <a:gd name="T44" fmla="*/ 120730285 w 87"/>
                <a:gd name="T45" fmla="*/ 83773857 h 109"/>
                <a:gd name="T46" fmla="*/ 141939825 w 87"/>
                <a:gd name="T47" fmla="*/ 142909255 h 109"/>
                <a:gd name="T48" fmla="*/ 125624892 w 87"/>
                <a:gd name="T49" fmla="*/ 151122075 h 109"/>
                <a:gd name="T50" fmla="*/ 107678850 w 87"/>
                <a:gd name="T51" fmla="*/ 160977971 h 109"/>
                <a:gd name="T52" fmla="*/ 101153132 w 87"/>
                <a:gd name="T53" fmla="*/ 157693100 h 109"/>
                <a:gd name="T54" fmla="*/ 96258525 w 87"/>
                <a:gd name="T55" fmla="*/ 162619766 h 109"/>
                <a:gd name="T56" fmla="*/ 91363917 w 87"/>
                <a:gd name="T57" fmla="*/ 165905919 h 109"/>
                <a:gd name="T58" fmla="*/ 84838200 w 87"/>
                <a:gd name="T59" fmla="*/ 167547714 h 109"/>
                <a:gd name="T60" fmla="*/ 79943572 w 87"/>
                <a:gd name="T61" fmla="*/ 177403651 h 10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7"/>
                <a:gd name="T94" fmla="*/ 0 h 109"/>
                <a:gd name="T95" fmla="*/ 87 w 87"/>
                <a:gd name="T96" fmla="*/ 109 h 10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7" h="109">
                  <a:moveTo>
                    <a:pt x="49" y="108"/>
                  </a:moveTo>
                  <a:lnTo>
                    <a:pt x="49" y="103"/>
                  </a:lnTo>
                  <a:lnTo>
                    <a:pt x="40" y="106"/>
                  </a:lnTo>
                  <a:lnTo>
                    <a:pt x="36" y="109"/>
                  </a:lnTo>
                  <a:lnTo>
                    <a:pt x="31" y="105"/>
                  </a:lnTo>
                  <a:lnTo>
                    <a:pt x="33" y="102"/>
                  </a:lnTo>
                  <a:lnTo>
                    <a:pt x="31" y="99"/>
                  </a:lnTo>
                  <a:lnTo>
                    <a:pt x="27" y="93"/>
                  </a:lnTo>
                  <a:lnTo>
                    <a:pt x="23" y="79"/>
                  </a:lnTo>
                  <a:lnTo>
                    <a:pt x="21" y="72"/>
                  </a:lnTo>
                  <a:lnTo>
                    <a:pt x="21" y="69"/>
                  </a:lnTo>
                  <a:lnTo>
                    <a:pt x="7" y="53"/>
                  </a:lnTo>
                  <a:lnTo>
                    <a:pt x="2" y="47"/>
                  </a:lnTo>
                  <a:lnTo>
                    <a:pt x="5" y="45"/>
                  </a:lnTo>
                  <a:lnTo>
                    <a:pt x="15" y="48"/>
                  </a:lnTo>
                  <a:lnTo>
                    <a:pt x="15" y="44"/>
                  </a:lnTo>
                  <a:lnTo>
                    <a:pt x="1" y="25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15" y="8"/>
                  </a:lnTo>
                  <a:lnTo>
                    <a:pt x="26" y="0"/>
                  </a:lnTo>
                  <a:lnTo>
                    <a:pt x="49" y="25"/>
                  </a:lnTo>
                  <a:lnTo>
                    <a:pt x="74" y="51"/>
                  </a:lnTo>
                  <a:lnTo>
                    <a:pt x="87" y="87"/>
                  </a:lnTo>
                  <a:lnTo>
                    <a:pt x="77" y="92"/>
                  </a:lnTo>
                  <a:lnTo>
                    <a:pt x="66" y="98"/>
                  </a:lnTo>
                  <a:lnTo>
                    <a:pt x="62" y="96"/>
                  </a:lnTo>
                  <a:lnTo>
                    <a:pt x="59" y="99"/>
                  </a:lnTo>
                  <a:lnTo>
                    <a:pt x="56" y="101"/>
                  </a:lnTo>
                  <a:lnTo>
                    <a:pt x="52" y="102"/>
                  </a:lnTo>
                  <a:lnTo>
                    <a:pt x="49" y="10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="" xmlns:a16="http://schemas.microsoft.com/office/drawing/2014/main" id="{3C1BDF34-D095-4CB9-8EE1-0D44F7E24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1956" y="2136775"/>
              <a:ext cx="865188" cy="339725"/>
            </a:xfrm>
            <a:custGeom>
              <a:avLst/>
              <a:gdLst>
                <a:gd name="T0" fmla="*/ 642620208 w 686"/>
                <a:gd name="T1" fmla="*/ 410040497 h 270"/>
                <a:gd name="T2" fmla="*/ 590128791 w 686"/>
                <a:gd name="T3" fmla="*/ 389459463 h 270"/>
                <a:gd name="T4" fmla="*/ 494689508 w 686"/>
                <a:gd name="T5" fmla="*/ 384709606 h 270"/>
                <a:gd name="T6" fmla="*/ 399251486 w 686"/>
                <a:gd name="T7" fmla="*/ 379961008 h 270"/>
                <a:gd name="T8" fmla="*/ 340397283 w 686"/>
                <a:gd name="T9" fmla="*/ 315050835 h 270"/>
                <a:gd name="T10" fmla="*/ 244959182 w 686"/>
                <a:gd name="T11" fmla="*/ 284970087 h 270"/>
                <a:gd name="T12" fmla="*/ 167017878 w 686"/>
                <a:gd name="T13" fmla="*/ 270721776 h 270"/>
                <a:gd name="T14" fmla="*/ 141566691 w 686"/>
                <a:gd name="T15" fmla="*/ 207395806 h 270"/>
                <a:gd name="T16" fmla="*/ 65215749 w 686"/>
                <a:gd name="T17" fmla="*/ 166232479 h 270"/>
                <a:gd name="T18" fmla="*/ 4772407 w 686"/>
                <a:gd name="T19" fmla="*/ 121904638 h 270"/>
                <a:gd name="T20" fmla="*/ 19087105 w 686"/>
                <a:gd name="T21" fmla="*/ 102906470 h 270"/>
                <a:gd name="T22" fmla="*/ 77941323 w 686"/>
                <a:gd name="T23" fmla="*/ 71242836 h 270"/>
                <a:gd name="T24" fmla="*/ 178151810 w 686"/>
                <a:gd name="T25" fmla="*/ 60160257 h 270"/>
                <a:gd name="T26" fmla="*/ 238596395 w 686"/>
                <a:gd name="T27" fmla="*/ 82325416 h 270"/>
                <a:gd name="T28" fmla="*/ 311766554 w 686"/>
                <a:gd name="T29" fmla="*/ 69659970 h 270"/>
                <a:gd name="T30" fmla="*/ 289497430 w 686"/>
                <a:gd name="T31" fmla="*/ 0 h 270"/>
                <a:gd name="T32" fmla="*/ 402432249 w 686"/>
                <a:gd name="T33" fmla="*/ 25330901 h 270"/>
                <a:gd name="T34" fmla="*/ 475602408 w 686"/>
                <a:gd name="T35" fmla="*/ 74408569 h 270"/>
                <a:gd name="T36" fmla="*/ 577403217 w 686"/>
                <a:gd name="T37" fmla="*/ 74408569 h 270"/>
                <a:gd name="T38" fmla="*/ 642620208 w 686"/>
                <a:gd name="T39" fmla="*/ 96573747 h 270"/>
                <a:gd name="T40" fmla="*/ 749192319 w 686"/>
                <a:gd name="T41" fmla="*/ 107655068 h 270"/>
                <a:gd name="T42" fmla="*/ 822362478 w 686"/>
                <a:gd name="T43" fmla="*/ 71242836 h 270"/>
                <a:gd name="T44" fmla="*/ 914619737 w 686"/>
                <a:gd name="T45" fmla="*/ 90241024 h 270"/>
                <a:gd name="T46" fmla="*/ 924163287 w 686"/>
                <a:gd name="T47" fmla="*/ 151984128 h 270"/>
                <a:gd name="T48" fmla="*/ 944842029 w 686"/>
                <a:gd name="T49" fmla="*/ 172565202 h 270"/>
                <a:gd name="T50" fmla="*/ 990970659 w 686"/>
                <a:gd name="T51" fmla="*/ 178897925 h 270"/>
                <a:gd name="T52" fmla="*/ 1081637536 w 686"/>
                <a:gd name="T53" fmla="*/ 199478959 h 270"/>
                <a:gd name="T54" fmla="*/ 1033918525 w 686"/>
                <a:gd name="T55" fmla="*/ 218477127 h 270"/>
                <a:gd name="T56" fmla="*/ 989380277 w 686"/>
                <a:gd name="T57" fmla="*/ 267556044 h 270"/>
                <a:gd name="T58" fmla="*/ 922572905 w 686"/>
                <a:gd name="T59" fmla="*/ 294469801 h 270"/>
                <a:gd name="T60" fmla="*/ 881216681 w 686"/>
                <a:gd name="T61" fmla="*/ 319800692 h 270"/>
                <a:gd name="T62" fmla="*/ 871671870 w 686"/>
                <a:gd name="T63" fmla="*/ 365712696 h 270"/>
                <a:gd name="T64" fmla="*/ 801683735 w 686"/>
                <a:gd name="T65" fmla="*/ 394209320 h 270"/>
                <a:gd name="T66" fmla="*/ 738058387 w 686"/>
                <a:gd name="T67" fmla="*/ 411624622 h 270"/>
                <a:gd name="T68" fmla="*/ 683976589 w 686"/>
                <a:gd name="T69" fmla="*/ 416373220 h 27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86"/>
                <a:gd name="T106" fmla="*/ 0 h 270"/>
                <a:gd name="T107" fmla="*/ 686 w 686"/>
                <a:gd name="T108" fmla="*/ 270 h 270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86" h="270">
                  <a:moveTo>
                    <a:pt x="430" y="263"/>
                  </a:moveTo>
                  <a:lnTo>
                    <a:pt x="404" y="259"/>
                  </a:lnTo>
                  <a:lnTo>
                    <a:pt x="378" y="253"/>
                  </a:lnTo>
                  <a:lnTo>
                    <a:pt x="371" y="246"/>
                  </a:lnTo>
                  <a:lnTo>
                    <a:pt x="340" y="244"/>
                  </a:lnTo>
                  <a:lnTo>
                    <a:pt x="311" y="243"/>
                  </a:lnTo>
                  <a:lnTo>
                    <a:pt x="282" y="241"/>
                  </a:lnTo>
                  <a:lnTo>
                    <a:pt x="251" y="240"/>
                  </a:lnTo>
                  <a:lnTo>
                    <a:pt x="232" y="219"/>
                  </a:lnTo>
                  <a:lnTo>
                    <a:pt x="214" y="199"/>
                  </a:lnTo>
                  <a:lnTo>
                    <a:pt x="183" y="190"/>
                  </a:lnTo>
                  <a:lnTo>
                    <a:pt x="154" y="180"/>
                  </a:lnTo>
                  <a:lnTo>
                    <a:pt x="129" y="176"/>
                  </a:lnTo>
                  <a:lnTo>
                    <a:pt x="105" y="171"/>
                  </a:lnTo>
                  <a:lnTo>
                    <a:pt x="96" y="151"/>
                  </a:lnTo>
                  <a:lnTo>
                    <a:pt x="89" y="131"/>
                  </a:lnTo>
                  <a:lnTo>
                    <a:pt x="58" y="109"/>
                  </a:lnTo>
                  <a:lnTo>
                    <a:pt x="41" y="105"/>
                  </a:lnTo>
                  <a:lnTo>
                    <a:pt x="10" y="87"/>
                  </a:lnTo>
                  <a:lnTo>
                    <a:pt x="3" y="77"/>
                  </a:lnTo>
                  <a:lnTo>
                    <a:pt x="0" y="73"/>
                  </a:lnTo>
                  <a:lnTo>
                    <a:pt x="12" y="65"/>
                  </a:lnTo>
                  <a:lnTo>
                    <a:pt x="29" y="57"/>
                  </a:lnTo>
                  <a:lnTo>
                    <a:pt x="49" y="45"/>
                  </a:lnTo>
                  <a:lnTo>
                    <a:pt x="70" y="33"/>
                  </a:lnTo>
                  <a:lnTo>
                    <a:pt x="112" y="38"/>
                  </a:lnTo>
                  <a:lnTo>
                    <a:pt x="119" y="47"/>
                  </a:lnTo>
                  <a:lnTo>
                    <a:pt x="150" y="52"/>
                  </a:lnTo>
                  <a:lnTo>
                    <a:pt x="180" y="57"/>
                  </a:lnTo>
                  <a:lnTo>
                    <a:pt x="196" y="44"/>
                  </a:lnTo>
                  <a:lnTo>
                    <a:pt x="177" y="26"/>
                  </a:lnTo>
                  <a:lnTo>
                    <a:pt x="182" y="0"/>
                  </a:lnTo>
                  <a:lnTo>
                    <a:pt x="218" y="9"/>
                  </a:lnTo>
                  <a:lnTo>
                    <a:pt x="253" y="16"/>
                  </a:lnTo>
                  <a:lnTo>
                    <a:pt x="267" y="31"/>
                  </a:lnTo>
                  <a:lnTo>
                    <a:pt x="299" y="47"/>
                  </a:lnTo>
                  <a:lnTo>
                    <a:pt x="334" y="41"/>
                  </a:lnTo>
                  <a:lnTo>
                    <a:pt x="363" y="47"/>
                  </a:lnTo>
                  <a:lnTo>
                    <a:pt x="392" y="52"/>
                  </a:lnTo>
                  <a:lnTo>
                    <a:pt x="404" y="61"/>
                  </a:lnTo>
                  <a:lnTo>
                    <a:pt x="446" y="73"/>
                  </a:lnTo>
                  <a:lnTo>
                    <a:pt x="471" y="68"/>
                  </a:lnTo>
                  <a:lnTo>
                    <a:pt x="494" y="64"/>
                  </a:lnTo>
                  <a:lnTo>
                    <a:pt x="517" y="45"/>
                  </a:lnTo>
                  <a:lnTo>
                    <a:pt x="557" y="54"/>
                  </a:lnTo>
                  <a:lnTo>
                    <a:pt x="575" y="57"/>
                  </a:lnTo>
                  <a:lnTo>
                    <a:pt x="578" y="76"/>
                  </a:lnTo>
                  <a:lnTo>
                    <a:pt x="581" y="96"/>
                  </a:lnTo>
                  <a:lnTo>
                    <a:pt x="575" y="99"/>
                  </a:lnTo>
                  <a:lnTo>
                    <a:pt x="594" y="109"/>
                  </a:lnTo>
                  <a:lnTo>
                    <a:pt x="616" y="109"/>
                  </a:lnTo>
                  <a:lnTo>
                    <a:pt x="623" y="113"/>
                  </a:lnTo>
                  <a:lnTo>
                    <a:pt x="634" y="102"/>
                  </a:lnTo>
                  <a:lnTo>
                    <a:pt x="680" y="126"/>
                  </a:lnTo>
                  <a:lnTo>
                    <a:pt x="686" y="140"/>
                  </a:lnTo>
                  <a:lnTo>
                    <a:pt x="650" y="138"/>
                  </a:lnTo>
                  <a:lnTo>
                    <a:pt x="626" y="151"/>
                  </a:lnTo>
                  <a:lnTo>
                    <a:pt x="622" y="169"/>
                  </a:lnTo>
                  <a:lnTo>
                    <a:pt x="600" y="174"/>
                  </a:lnTo>
                  <a:lnTo>
                    <a:pt x="580" y="186"/>
                  </a:lnTo>
                  <a:lnTo>
                    <a:pt x="551" y="177"/>
                  </a:lnTo>
                  <a:lnTo>
                    <a:pt x="554" y="202"/>
                  </a:lnTo>
                  <a:lnTo>
                    <a:pt x="568" y="215"/>
                  </a:lnTo>
                  <a:lnTo>
                    <a:pt x="548" y="231"/>
                  </a:lnTo>
                  <a:lnTo>
                    <a:pt x="529" y="247"/>
                  </a:lnTo>
                  <a:lnTo>
                    <a:pt x="504" y="249"/>
                  </a:lnTo>
                  <a:lnTo>
                    <a:pt x="478" y="251"/>
                  </a:lnTo>
                  <a:lnTo>
                    <a:pt x="464" y="260"/>
                  </a:lnTo>
                  <a:lnTo>
                    <a:pt x="448" y="270"/>
                  </a:lnTo>
                  <a:lnTo>
                    <a:pt x="430" y="26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="" xmlns:a16="http://schemas.microsoft.com/office/drawing/2014/main" id="{217CEDF9-92F3-4A34-84D0-86E440B5B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031" y="2027238"/>
              <a:ext cx="1030288" cy="458787"/>
            </a:xfrm>
            <a:custGeom>
              <a:avLst/>
              <a:gdLst>
                <a:gd name="T0" fmla="*/ 150221042 w 815"/>
                <a:gd name="T1" fmla="*/ 345936910 h 360"/>
                <a:gd name="T2" fmla="*/ 103875794 w 815"/>
                <a:gd name="T3" fmla="*/ 367050025 h 360"/>
                <a:gd name="T4" fmla="*/ 39952417 w 815"/>
                <a:gd name="T5" fmla="*/ 293965201 h 360"/>
                <a:gd name="T6" fmla="*/ 6392843 w 815"/>
                <a:gd name="T7" fmla="*/ 216007121 h 360"/>
                <a:gd name="T8" fmla="*/ 51138950 w 815"/>
                <a:gd name="T9" fmla="*/ 190021944 h 360"/>
                <a:gd name="T10" fmla="*/ 81502729 w 815"/>
                <a:gd name="T11" fmla="*/ 152666460 h 360"/>
                <a:gd name="T12" fmla="*/ 153416830 w 815"/>
                <a:gd name="T13" fmla="*/ 134801810 h 360"/>
                <a:gd name="T14" fmla="*/ 241312419 w 815"/>
                <a:gd name="T15" fmla="*/ 173780890 h 360"/>
                <a:gd name="T16" fmla="*/ 353178986 w 815"/>
                <a:gd name="T17" fmla="*/ 168907554 h 360"/>
                <a:gd name="T18" fmla="*/ 421897279 w 815"/>
                <a:gd name="T19" fmla="*/ 168907554 h 360"/>
                <a:gd name="T20" fmla="*/ 401120864 w 815"/>
                <a:gd name="T21" fmla="*/ 79581696 h 360"/>
                <a:gd name="T22" fmla="*/ 391532236 w 815"/>
                <a:gd name="T23" fmla="*/ 61717046 h 360"/>
                <a:gd name="T24" fmla="*/ 476231997 w 815"/>
                <a:gd name="T25" fmla="*/ 47099587 h 360"/>
                <a:gd name="T26" fmla="*/ 554538918 w 815"/>
                <a:gd name="T27" fmla="*/ 25986461 h 360"/>
                <a:gd name="T28" fmla="*/ 631246681 w 815"/>
                <a:gd name="T29" fmla="*/ 1623596 h 360"/>
                <a:gd name="T30" fmla="*/ 683983663 w 815"/>
                <a:gd name="T31" fmla="*/ 25986461 h 360"/>
                <a:gd name="T32" fmla="*/ 773477107 w 815"/>
                <a:gd name="T33" fmla="*/ 61717046 h 360"/>
                <a:gd name="T34" fmla="*/ 837400453 w 815"/>
                <a:gd name="T35" fmla="*/ 48723183 h 360"/>
                <a:gd name="T36" fmla="*/ 888539383 w 815"/>
                <a:gd name="T37" fmla="*/ 38979050 h 360"/>
                <a:gd name="T38" fmla="*/ 926893897 w 815"/>
                <a:gd name="T39" fmla="*/ 89325838 h 360"/>
                <a:gd name="T40" fmla="*/ 1014789447 w 815"/>
                <a:gd name="T41" fmla="*/ 151042864 h 360"/>
                <a:gd name="T42" fmla="*/ 1067526271 w 815"/>
                <a:gd name="T43" fmla="*/ 172156020 h 360"/>
                <a:gd name="T44" fmla="*/ 1133047511 w 815"/>
                <a:gd name="T45" fmla="*/ 173780890 h 360"/>
                <a:gd name="T46" fmla="*/ 1220943061 w 815"/>
                <a:gd name="T47" fmla="*/ 229000984 h 360"/>
                <a:gd name="T48" fmla="*/ 1302445770 w 815"/>
                <a:gd name="T49" fmla="*/ 259858223 h 360"/>
                <a:gd name="T50" fmla="*/ 1275277779 w 815"/>
                <a:gd name="T51" fmla="*/ 297213667 h 360"/>
                <a:gd name="T52" fmla="*/ 1257699680 w 815"/>
                <a:gd name="T53" fmla="*/ 345936910 h 360"/>
                <a:gd name="T54" fmla="*/ 1209756538 w 815"/>
                <a:gd name="T55" fmla="*/ 371922087 h 360"/>
                <a:gd name="T56" fmla="*/ 1225736743 w 815"/>
                <a:gd name="T57" fmla="*/ 423894990 h 360"/>
                <a:gd name="T58" fmla="*/ 1142636140 w 815"/>
                <a:gd name="T59" fmla="*/ 433639113 h 360"/>
                <a:gd name="T60" fmla="*/ 1179392759 w 815"/>
                <a:gd name="T61" fmla="*/ 475866618 h 360"/>
                <a:gd name="T62" fmla="*/ 1193775070 w 815"/>
                <a:gd name="T63" fmla="*/ 516469254 h 360"/>
                <a:gd name="T64" fmla="*/ 1142636140 w 815"/>
                <a:gd name="T65" fmla="*/ 496979734 h 360"/>
                <a:gd name="T66" fmla="*/ 1054741854 w 815"/>
                <a:gd name="T67" fmla="*/ 506723857 h 360"/>
                <a:gd name="T68" fmla="*/ 973239145 w 815"/>
                <a:gd name="T69" fmla="*/ 505100261 h 360"/>
                <a:gd name="T70" fmla="*/ 918903163 w 815"/>
                <a:gd name="T71" fmla="*/ 522964911 h 360"/>
                <a:gd name="T72" fmla="*/ 861372656 w 815"/>
                <a:gd name="T73" fmla="*/ 537582370 h 360"/>
                <a:gd name="T74" fmla="*/ 799045940 w 815"/>
                <a:gd name="T75" fmla="*/ 584681937 h 360"/>
                <a:gd name="T76" fmla="*/ 733524699 w 815"/>
                <a:gd name="T77" fmla="*/ 552199828 h 360"/>
                <a:gd name="T78" fmla="*/ 691974398 w 815"/>
                <a:gd name="T79" fmla="*/ 490482803 h 360"/>
                <a:gd name="T80" fmla="*/ 621658053 w 815"/>
                <a:gd name="T81" fmla="*/ 485610741 h 360"/>
                <a:gd name="T82" fmla="*/ 549743972 w 815"/>
                <a:gd name="T83" fmla="*/ 480738680 h 360"/>
                <a:gd name="T84" fmla="*/ 471437051 w 815"/>
                <a:gd name="T85" fmla="*/ 414149593 h 360"/>
                <a:gd name="T86" fmla="*/ 385140659 w 815"/>
                <a:gd name="T87" fmla="*/ 407652661 h 360"/>
                <a:gd name="T88" fmla="*/ 353178986 w 815"/>
                <a:gd name="T89" fmla="*/ 459625564 h 360"/>
                <a:gd name="T90" fmla="*/ 370757085 w 815"/>
                <a:gd name="T91" fmla="*/ 537582370 h 360"/>
                <a:gd name="T92" fmla="*/ 340393306 w 815"/>
                <a:gd name="T93" fmla="*/ 563568821 h 360"/>
                <a:gd name="T94" fmla="*/ 306833659 w 815"/>
                <a:gd name="T95" fmla="*/ 521341316 h 360"/>
                <a:gd name="T96" fmla="*/ 217340216 w 815"/>
                <a:gd name="T97" fmla="*/ 509972323 h 360"/>
                <a:gd name="T98" fmla="*/ 174192020 w 815"/>
                <a:gd name="T99" fmla="*/ 459625564 h 360"/>
                <a:gd name="T100" fmla="*/ 194967171 w 815"/>
                <a:gd name="T101" fmla="*/ 445008106 h 360"/>
                <a:gd name="T102" fmla="*/ 199762117 w 815"/>
                <a:gd name="T103" fmla="*/ 412525997 h 360"/>
                <a:gd name="T104" fmla="*/ 231723790 w 815"/>
                <a:gd name="T105" fmla="*/ 397908538 h 360"/>
                <a:gd name="T106" fmla="*/ 178986966 w 815"/>
                <a:gd name="T107" fmla="*/ 349185375 h 3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815"/>
                <a:gd name="T163" fmla="*/ 0 h 360"/>
                <a:gd name="T164" fmla="*/ 815 w 815"/>
                <a:gd name="T165" fmla="*/ 360 h 36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815" h="360">
                  <a:moveTo>
                    <a:pt x="112" y="215"/>
                  </a:moveTo>
                  <a:lnTo>
                    <a:pt x="94" y="213"/>
                  </a:lnTo>
                  <a:lnTo>
                    <a:pt x="68" y="225"/>
                  </a:lnTo>
                  <a:lnTo>
                    <a:pt x="65" y="226"/>
                  </a:lnTo>
                  <a:lnTo>
                    <a:pt x="49" y="202"/>
                  </a:lnTo>
                  <a:lnTo>
                    <a:pt x="25" y="181"/>
                  </a:lnTo>
                  <a:lnTo>
                    <a:pt x="0" y="162"/>
                  </a:lnTo>
                  <a:lnTo>
                    <a:pt x="4" y="133"/>
                  </a:lnTo>
                  <a:lnTo>
                    <a:pt x="7" y="106"/>
                  </a:lnTo>
                  <a:lnTo>
                    <a:pt x="32" y="117"/>
                  </a:lnTo>
                  <a:lnTo>
                    <a:pt x="35" y="106"/>
                  </a:lnTo>
                  <a:lnTo>
                    <a:pt x="51" y="94"/>
                  </a:lnTo>
                  <a:lnTo>
                    <a:pt x="65" y="83"/>
                  </a:lnTo>
                  <a:lnTo>
                    <a:pt x="96" y="83"/>
                  </a:lnTo>
                  <a:lnTo>
                    <a:pt x="123" y="94"/>
                  </a:lnTo>
                  <a:lnTo>
                    <a:pt x="151" y="107"/>
                  </a:lnTo>
                  <a:lnTo>
                    <a:pt x="181" y="106"/>
                  </a:lnTo>
                  <a:lnTo>
                    <a:pt x="221" y="104"/>
                  </a:lnTo>
                  <a:lnTo>
                    <a:pt x="260" y="112"/>
                  </a:lnTo>
                  <a:lnTo>
                    <a:pt x="264" y="104"/>
                  </a:lnTo>
                  <a:lnTo>
                    <a:pt x="242" y="78"/>
                  </a:lnTo>
                  <a:lnTo>
                    <a:pt x="251" y="49"/>
                  </a:lnTo>
                  <a:lnTo>
                    <a:pt x="270" y="51"/>
                  </a:lnTo>
                  <a:lnTo>
                    <a:pt x="245" y="38"/>
                  </a:lnTo>
                  <a:lnTo>
                    <a:pt x="272" y="33"/>
                  </a:lnTo>
                  <a:lnTo>
                    <a:pt x="298" y="29"/>
                  </a:lnTo>
                  <a:lnTo>
                    <a:pt x="322" y="22"/>
                  </a:lnTo>
                  <a:lnTo>
                    <a:pt x="347" y="16"/>
                  </a:lnTo>
                  <a:lnTo>
                    <a:pt x="372" y="8"/>
                  </a:lnTo>
                  <a:lnTo>
                    <a:pt x="395" y="1"/>
                  </a:lnTo>
                  <a:lnTo>
                    <a:pt x="414" y="0"/>
                  </a:lnTo>
                  <a:lnTo>
                    <a:pt x="428" y="16"/>
                  </a:lnTo>
                  <a:lnTo>
                    <a:pt x="468" y="29"/>
                  </a:lnTo>
                  <a:lnTo>
                    <a:pt x="484" y="38"/>
                  </a:lnTo>
                  <a:lnTo>
                    <a:pt x="498" y="39"/>
                  </a:lnTo>
                  <a:lnTo>
                    <a:pt x="524" y="30"/>
                  </a:lnTo>
                  <a:lnTo>
                    <a:pt x="551" y="20"/>
                  </a:lnTo>
                  <a:lnTo>
                    <a:pt x="556" y="24"/>
                  </a:lnTo>
                  <a:lnTo>
                    <a:pt x="552" y="36"/>
                  </a:lnTo>
                  <a:lnTo>
                    <a:pt x="580" y="55"/>
                  </a:lnTo>
                  <a:lnTo>
                    <a:pt x="607" y="74"/>
                  </a:lnTo>
                  <a:lnTo>
                    <a:pt x="635" y="93"/>
                  </a:lnTo>
                  <a:lnTo>
                    <a:pt x="662" y="112"/>
                  </a:lnTo>
                  <a:lnTo>
                    <a:pt x="668" y="106"/>
                  </a:lnTo>
                  <a:lnTo>
                    <a:pt x="683" y="110"/>
                  </a:lnTo>
                  <a:lnTo>
                    <a:pt x="709" y="107"/>
                  </a:lnTo>
                  <a:lnTo>
                    <a:pt x="737" y="123"/>
                  </a:lnTo>
                  <a:lnTo>
                    <a:pt x="764" y="141"/>
                  </a:lnTo>
                  <a:lnTo>
                    <a:pt x="792" y="135"/>
                  </a:lnTo>
                  <a:lnTo>
                    <a:pt x="815" y="160"/>
                  </a:lnTo>
                  <a:lnTo>
                    <a:pt x="806" y="177"/>
                  </a:lnTo>
                  <a:lnTo>
                    <a:pt x="798" y="183"/>
                  </a:lnTo>
                  <a:lnTo>
                    <a:pt x="808" y="212"/>
                  </a:lnTo>
                  <a:lnTo>
                    <a:pt x="787" y="213"/>
                  </a:lnTo>
                  <a:lnTo>
                    <a:pt x="755" y="208"/>
                  </a:lnTo>
                  <a:lnTo>
                    <a:pt x="757" y="229"/>
                  </a:lnTo>
                  <a:lnTo>
                    <a:pt x="760" y="251"/>
                  </a:lnTo>
                  <a:lnTo>
                    <a:pt x="767" y="261"/>
                  </a:lnTo>
                  <a:lnTo>
                    <a:pt x="739" y="258"/>
                  </a:lnTo>
                  <a:lnTo>
                    <a:pt x="715" y="267"/>
                  </a:lnTo>
                  <a:lnTo>
                    <a:pt x="728" y="274"/>
                  </a:lnTo>
                  <a:lnTo>
                    <a:pt x="738" y="293"/>
                  </a:lnTo>
                  <a:lnTo>
                    <a:pt x="747" y="314"/>
                  </a:lnTo>
                  <a:lnTo>
                    <a:pt x="747" y="318"/>
                  </a:lnTo>
                  <a:lnTo>
                    <a:pt x="742" y="324"/>
                  </a:lnTo>
                  <a:lnTo>
                    <a:pt x="715" y="306"/>
                  </a:lnTo>
                  <a:lnTo>
                    <a:pt x="687" y="309"/>
                  </a:lnTo>
                  <a:lnTo>
                    <a:pt x="660" y="312"/>
                  </a:lnTo>
                  <a:lnTo>
                    <a:pt x="629" y="312"/>
                  </a:lnTo>
                  <a:lnTo>
                    <a:pt x="609" y="311"/>
                  </a:lnTo>
                  <a:lnTo>
                    <a:pt x="598" y="325"/>
                  </a:lnTo>
                  <a:lnTo>
                    <a:pt x="575" y="322"/>
                  </a:lnTo>
                  <a:lnTo>
                    <a:pt x="553" y="319"/>
                  </a:lnTo>
                  <a:lnTo>
                    <a:pt x="539" y="331"/>
                  </a:lnTo>
                  <a:lnTo>
                    <a:pt x="520" y="346"/>
                  </a:lnTo>
                  <a:lnTo>
                    <a:pt x="500" y="360"/>
                  </a:lnTo>
                  <a:lnTo>
                    <a:pt x="479" y="350"/>
                  </a:lnTo>
                  <a:lnTo>
                    <a:pt x="459" y="340"/>
                  </a:lnTo>
                  <a:lnTo>
                    <a:pt x="456" y="318"/>
                  </a:lnTo>
                  <a:lnTo>
                    <a:pt x="433" y="302"/>
                  </a:lnTo>
                  <a:lnTo>
                    <a:pt x="411" y="301"/>
                  </a:lnTo>
                  <a:lnTo>
                    <a:pt x="389" y="299"/>
                  </a:lnTo>
                  <a:lnTo>
                    <a:pt x="367" y="298"/>
                  </a:lnTo>
                  <a:lnTo>
                    <a:pt x="344" y="296"/>
                  </a:lnTo>
                  <a:lnTo>
                    <a:pt x="322" y="270"/>
                  </a:lnTo>
                  <a:lnTo>
                    <a:pt x="295" y="255"/>
                  </a:lnTo>
                  <a:lnTo>
                    <a:pt x="267" y="241"/>
                  </a:lnTo>
                  <a:lnTo>
                    <a:pt x="241" y="251"/>
                  </a:lnTo>
                  <a:lnTo>
                    <a:pt x="215" y="260"/>
                  </a:lnTo>
                  <a:lnTo>
                    <a:pt x="221" y="283"/>
                  </a:lnTo>
                  <a:lnTo>
                    <a:pt x="226" y="308"/>
                  </a:lnTo>
                  <a:lnTo>
                    <a:pt x="232" y="331"/>
                  </a:lnTo>
                  <a:lnTo>
                    <a:pt x="240" y="354"/>
                  </a:lnTo>
                  <a:lnTo>
                    <a:pt x="213" y="347"/>
                  </a:lnTo>
                  <a:lnTo>
                    <a:pt x="189" y="338"/>
                  </a:lnTo>
                  <a:lnTo>
                    <a:pt x="192" y="321"/>
                  </a:lnTo>
                  <a:lnTo>
                    <a:pt x="154" y="321"/>
                  </a:lnTo>
                  <a:lnTo>
                    <a:pt x="136" y="314"/>
                  </a:lnTo>
                  <a:lnTo>
                    <a:pt x="128" y="309"/>
                  </a:lnTo>
                  <a:lnTo>
                    <a:pt x="109" y="283"/>
                  </a:lnTo>
                  <a:lnTo>
                    <a:pt x="99" y="276"/>
                  </a:lnTo>
                  <a:lnTo>
                    <a:pt x="122" y="274"/>
                  </a:lnTo>
                  <a:lnTo>
                    <a:pt x="113" y="264"/>
                  </a:lnTo>
                  <a:lnTo>
                    <a:pt x="125" y="254"/>
                  </a:lnTo>
                  <a:lnTo>
                    <a:pt x="151" y="254"/>
                  </a:lnTo>
                  <a:lnTo>
                    <a:pt x="145" y="245"/>
                  </a:lnTo>
                  <a:lnTo>
                    <a:pt x="139" y="215"/>
                  </a:lnTo>
                  <a:lnTo>
                    <a:pt x="112" y="21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="" xmlns:a16="http://schemas.microsoft.com/office/drawing/2014/main" id="{8C5554A1-B7C6-41A7-8E9E-C9C783AD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106" y="2397125"/>
              <a:ext cx="225425" cy="80963"/>
            </a:xfrm>
            <a:custGeom>
              <a:avLst/>
              <a:gdLst>
                <a:gd name="T0" fmla="*/ 58392716 w 177"/>
                <a:gd name="T1" fmla="*/ 35046097 h 67"/>
                <a:gd name="T2" fmla="*/ 0 w 177"/>
                <a:gd name="T3" fmla="*/ 2920710 h 67"/>
                <a:gd name="T4" fmla="*/ 4866378 w 177"/>
                <a:gd name="T5" fmla="*/ 0 h 67"/>
                <a:gd name="T6" fmla="*/ 42172311 w 177"/>
                <a:gd name="T7" fmla="*/ 2920710 h 67"/>
                <a:gd name="T8" fmla="*/ 79479498 w 177"/>
                <a:gd name="T9" fmla="*/ 4380460 h 67"/>
                <a:gd name="T10" fmla="*/ 131384562 w 177"/>
                <a:gd name="T11" fmla="*/ 23363262 h 67"/>
                <a:gd name="T12" fmla="*/ 183288372 w 177"/>
                <a:gd name="T13" fmla="*/ 42347274 h 67"/>
                <a:gd name="T14" fmla="*/ 235193415 w 177"/>
                <a:gd name="T15" fmla="*/ 62789818 h 67"/>
                <a:gd name="T16" fmla="*/ 287098459 w 177"/>
                <a:gd name="T17" fmla="*/ 78853111 h 67"/>
                <a:gd name="T18" fmla="*/ 275744429 w 177"/>
                <a:gd name="T19" fmla="*/ 97835924 h 67"/>
                <a:gd name="T20" fmla="*/ 243303618 w 177"/>
                <a:gd name="T21" fmla="*/ 93455465 h 67"/>
                <a:gd name="T22" fmla="*/ 191398574 w 177"/>
                <a:gd name="T23" fmla="*/ 93455465 h 67"/>
                <a:gd name="T24" fmla="*/ 139494765 w 177"/>
                <a:gd name="T25" fmla="*/ 91994507 h 67"/>
                <a:gd name="T26" fmla="*/ 94077374 w 177"/>
                <a:gd name="T27" fmla="*/ 96376174 h 67"/>
                <a:gd name="T28" fmla="*/ 94077374 w 177"/>
                <a:gd name="T29" fmla="*/ 65710526 h 67"/>
                <a:gd name="T30" fmla="*/ 58392716 w 177"/>
                <a:gd name="T31" fmla="*/ 3504609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77"/>
                <a:gd name="T49" fmla="*/ 0 h 67"/>
                <a:gd name="T50" fmla="*/ 177 w 177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77" h="67">
                  <a:moveTo>
                    <a:pt x="36" y="24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26" y="2"/>
                  </a:lnTo>
                  <a:lnTo>
                    <a:pt x="49" y="3"/>
                  </a:lnTo>
                  <a:lnTo>
                    <a:pt x="81" y="16"/>
                  </a:lnTo>
                  <a:lnTo>
                    <a:pt x="113" y="29"/>
                  </a:lnTo>
                  <a:lnTo>
                    <a:pt x="145" y="43"/>
                  </a:lnTo>
                  <a:lnTo>
                    <a:pt x="177" y="54"/>
                  </a:lnTo>
                  <a:lnTo>
                    <a:pt x="170" y="67"/>
                  </a:lnTo>
                  <a:lnTo>
                    <a:pt x="150" y="64"/>
                  </a:lnTo>
                  <a:lnTo>
                    <a:pt x="118" y="64"/>
                  </a:lnTo>
                  <a:lnTo>
                    <a:pt x="86" y="63"/>
                  </a:lnTo>
                  <a:lnTo>
                    <a:pt x="58" y="66"/>
                  </a:lnTo>
                  <a:lnTo>
                    <a:pt x="58" y="45"/>
                  </a:lnTo>
                  <a:lnTo>
                    <a:pt x="36" y="2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="" xmlns:a16="http://schemas.microsoft.com/office/drawing/2014/main" id="{DAB79329-A186-476B-A539-1B9E25B2B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5244" y="2414588"/>
              <a:ext cx="263525" cy="136525"/>
            </a:xfrm>
            <a:custGeom>
              <a:avLst/>
              <a:gdLst>
                <a:gd name="T0" fmla="*/ 111288254 w 209"/>
                <a:gd name="T1" fmla="*/ 103128395 h 105"/>
                <a:gd name="T2" fmla="*/ 73132599 w 209"/>
                <a:gd name="T3" fmla="*/ 79458847 h 105"/>
                <a:gd name="T4" fmla="*/ 25437100 w 209"/>
                <a:gd name="T5" fmla="*/ 74386620 h 105"/>
                <a:gd name="T6" fmla="*/ 0 w 209"/>
                <a:gd name="T7" fmla="*/ 42265537 h 105"/>
                <a:gd name="T8" fmla="*/ 22257148 w 209"/>
                <a:gd name="T9" fmla="*/ 21977928 h 105"/>
                <a:gd name="T10" fmla="*/ 57234103 w 209"/>
                <a:gd name="T11" fmla="*/ 27050156 h 105"/>
                <a:gd name="T12" fmla="*/ 93799781 w 209"/>
                <a:gd name="T13" fmla="*/ 32122383 h 105"/>
                <a:gd name="T14" fmla="*/ 111288254 w 209"/>
                <a:gd name="T15" fmla="*/ 8452848 h 105"/>
                <a:gd name="T16" fmla="*/ 143085246 w 209"/>
                <a:gd name="T17" fmla="*/ 10143157 h 105"/>
                <a:gd name="T18" fmla="*/ 192369490 w 209"/>
                <a:gd name="T19" fmla="*/ 10143157 h 105"/>
                <a:gd name="T20" fmla="*/ 235295052 w 209"/>
                <a:gd name="T21" fmla="*/ 5072229 h 105"/>
                <a:gd name="T22" fmla="*/ 279810590 w 209"/>
                <a:gd name="T23" fmla="*/ 0 h 105"/>
                <a:gd name="T24" fmla="*/ 322736152 w 209"/>
                <a:gd name="T25" fmla="*/ 30430774 h 105"/>
                <a:gd name="T26" fmla="*/ 332274824 w 209"/>
                <a:gd name="T27" fmla="*/ 49028084 h 105"/>
                <a:gd name="T28" fmla="*/ 306837656 w 209"/>
                <a:gd name="T29" fmla="*/ 71006002 h 105"/>
                <a:gd name="T30" fmla="*/ 279810590 w 209"/>
                <a:gd name="T31" fmla="*/ 96365859 h 105"/>
                <a:gd name="T32" fmla="*/ 244833646 w 209"/>
                <a:gd name="T33" fmla="*/ 103128395 h 105"/>
                <a:gd name="T34" fmla="*/ 220986531 w 209"/>
                <a:gd name="T35" fmla="*/ 133559159 h 105"/>
                <a:gd name="T36" fmla="*/ 200319369 w 209"/>
                <a:gd name="T37" fmla="*/ 128486931 h 105"/>
                <a:gd name="T38" fmla="*/ 184420872 w 209"/>
                <a:gd name="T39" fmla="*/ 128486931 h 105"/>
                <a:gd name="T40" fmla="*/ 162162433 w 209"/>
                <a:gd name="T41" fmla="*/ 145392622 h 105"/>
                <a:gd name="T42" fmla="*/ 147853913 w 209"/>
                <a:gd name="T43" fmla="*/ 177515036 h 105"/>
                <a:gd name="T44" fmla="*/ 87441139 w 209"/>
                <a:gd name="T45" fmla="*/ 170752499 h 105"/>
                <a:gd name="T46" fmla="*/ 27027076 w 209"/>
                <a:gd name="T47" fmla="*/ 162299613 h 105"/>
                <a:gd name="T48" fmla="*/ 25437100 w 209"/>
                <a:gd name="T49" fmla="*/ 133559159 h 105"/>
                <a:gd name="T50" fmla="*/ 69952647 w 209"/>
                <a:gd name="T51" fmla="*/ 118343777 h 105"/>
                <a:gd name="T52" fmla="*/ 111288254 w 209"/>
                <a:gd name="T53" fmla="*/ 103128395 h 10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09"/>
                <a:gd name="T82" fmla="*/ 0 h 105"/>
                <a:gd name="T83" fmla="*/ 209 w 209"/>
                <a:gd name="T84" fmla="*/ 105 h 10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09" h="105">
                  <a:moveTo>
                    <a:pt x="70" y="61"/>
                  </a:moveTo>
                  <a:lnTo>
                    <a:pt x="46" y="47"/>
                  </a:lnTo>
                  <a:lnTo>
                    <a:pt x="16" y="44"/>
                  </a:lnTo>
                  <a:lnTo>
                    <a:pt x="0" y="25"/>
                  </a:lnTo>
                  <a:lnTo>
                    <a:pt x="14" y="13"/>
                  </a:lnTo>
                  <a:lnTo>
                    <a:pt x="36" y="16"/>
                  </a:lnTo>
                  <a:lnTo>
                    <a:pt x="59" y="19"/>
                  </a:lnTo>
                  <a:lnTo>
                    <a:pt x="70" y="5"/>
                  </a:lnTo>
                  <a:lnTo>
                    <a:pt x="90" y="6"/>
                  </a:lnTo>
                  <a:lnTo>
                    <a:pt x="121" y="6"/>
                  </a:lnTo>
                  <a:lnTo>
                    <a:pt x="148" y="3"/>
                  </a:lnTo>
                  <a:lnTo>
                    <a:pt x="176" y="0"/>
                  </a:lnTo>
                  <a:lnTo>
                    <a:pt x="203" y="18"/>
                  </a:lnTo>
                  <a:lnTo>
                    <a:pt x="209" y="29"/>
                  </a:lnTo>
                  <a:lnTo>
                    <a:pt x="193" y="42"/>
                  </a:lnTo>
                  <a:lnTo>
                    <a:pt x="176" y="57"/>
                  </a:lnTo>
                  <a:lnTo>
                    <a:pt x="154" y="61"/>
                  </a:lnTo>
                  <a:lnTo>
                    <a:pt x="139" y="79"/>
                  </a:lnTo>
                  <a:lnTo>
                    <a:pt x="126" y="76"/>
                  </a:lnTo>
                  <a:lnTo>
                    <a:pt x="116" y="76"/>
                  </a:lnTo>
                  <a:lnTo>
                    <a:pt x="102" y="86"/>
                  </a:lnTo>
                  <a:lnTo>
                    <a:pt x="93" y="105"/>
                  </a:lnTo>
                  <a:lnTo>
                    <a:pt x="55" y="101"/>
                  </a:lnTo>
                  <a:lnTo>
                    <a:pt x="17" y="96"/>
                  </a:lnTo>
                  <a:lnTo>
                    <a:pt x="16" y="79"/>
                  </a:lnTo>
                  <a:lnTo>
                    <a:pt x="44" y="70"/>
                  </a:lnTo>
                  <a:lnTo>
                    <a:pt x="70" y="6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="" xmlns:a16="http://schemas.microsoft.com/office/drawing/2014/main" id="{45347AA4-0765-4DFD-987C-6570206A4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7881" y="2433638"/>
              <a:ext cx="401638" cy="249237"/>
            </a:xfrm>
            <a:custGeom>
              <a:avLst/>
              <a:gdLst>
                <a:gd name="T0" fmla="*/ 481750861 w 318"/>
                <a:gd name="T1" fmla="*/ 246497926 h 197"/>
                <a:gd name="T2" fmla="*/ 467394202 w 318"/>
                <a:gd name="T3" fmla="*/ 278510321 h 197"/>
                <a:gd name="T4" fmla="*/ 437084438 w 318"/>
                <a:gd name="T5" fmla="*/ 294517151 h 197"/>
                <a:gd name="T6" fmla="*/ 425918148 w 318"/>
                <a:gd name="T7" fmla="*/ 315325272 h 197"/>
                <a:gd name="T8" fmla="*/ 405180753 w 318"/>
                <a:gd name="T9" fmla="*/ 313724842 h 197"/>
                <a:gd name="T10" fmla="*/ 373277067 w 318"/>
                <a:gd name="T11" fmla="*/ 302520567 h 197"/>
                <a:gd name="T12" fmla="*/ 358920409 w 318"/>
                <a:gd name="T13" fmla="*/ 257702201 h 197"/>
                <a:gd name="T14" fmla="*/ 328611829 w 318"/>
                <a:gd name="T15" fmla="*/ 252900911 h 197"/>
                <a:gd name="T16" fmla="*/ 298302064 w 318"/>
                <a:gd name="T17" fmla="*/ 235293651 h 197"/>
                <a:gd name="T18" fmla="*/ 267993563 w 318"/>
                <a:gd name="T19" fmla="*/ 216085961 h 197"/>
                <a:gd name="T20" fmla="*/ 210566929 w 318"/>
                <a:gd name="T21" fmla="*/ 195277841 h 197"/>
                <a:gd name="T22" fmla="*/ 178661981 w 318"/>
                <a:gd name="T23" fmla="*/ 196878271 h 197"/>
                <a:gd name="T24" fmla="*/ 138782334 w 318"/>
                <a:gd name="T25" fmla="*/ 204881686 h 197"/>
                <a:gd name="T26" fmla="*/ 113259386 w 318"/>
                <a:gd name="T27" fmla="*/ 230491096 h 197"/>
                <a:gd name="T28" fmla="*/ 102093096 w 318"/>
                <a:gd name="T29" fmla="*/ 227290236 h 197"/>
                <a:gd name="T30" fmla="*/ 92521990 w 318"/>
                <a:gd name="T31" fmla="*/ 192075716 h 197"/>
                <a:gd name="T32" fmla="*/ 82950885 w 318"/>
                <a:gd name="T33" fmla="*/ 158462851 h 197"/>
                <a:gd name="T34" fmla="*/ 62212206 w 318"/>
                <a:gd name="T35" fmla="*/ 144057716 h 197"/>
                <a:gd name="T36" fmla="*/ 60617022 w 318"/>
                <a:gd name="T37" fmla="*/ 145658146 h 197"/>
                <a:gd name="T38" fmla="*/ 66999022 w 318"/>
                <a:gd name="T39" fmla="*/ 137654731 h 197"/>
                <a:gd name="T40" fmla="*/ 71784575 w 318"/>
                <a:gd name="T41" fmla="*/ 134453871 h 197"/>
                <a:gd name="T42" fmla="*/ 62212206 w 318"/>
                <a:gd name="T43" fmla="*/ 118447040 h 197"/>
                <a:gd name="T44" fmla="*/ 46260364 w 318"/>
                <a:gd name="T45" fmla="*/ 120047470 h 197"/>
                <a:gd name="T46" fmla="*/ 46260364 w 318"/>
                <a:gd name="T47" fmla="*/ 123249596 h 197"/>
                <a:gd name="T48" fmla="*/ 35094064 w 318"/>
                <a:gd name="T49" fmla="*/ 81632070 h 197"/>
                <a:gd name="T50" fmla="*/ 39879617 w 318"/>
                <a:gd name="T51" fmla="*/ 78431210 h 197"/>
                <a:gd name="T52" fmla="*/ 60617022 w 318"/>
                <a:gd name="T53" fmla="*/ 81632070 h 197"/>
                <a:gd name="T54" fmla="*/ 76570128 w 318"/>
                <a:gd name="T55" fmla="*/ 91235935 h 197"/>
                <a:gd name="T56" fmla="*/ 86141253 w 318"/>
                <a:gd name="T57" fmla="*/ 88035075 h 197"/>
                <a:gd name="T58" fmla="*/ 87736438 w 318"/>
                <a:gd name="T59" fmla="*/ 83232520 h 197"/>
                <a:gd name="T60" fmla="*/ 92521990 w 318"/>
                <a:gd name="T61" fmla="*/ 68827365 h 197"/>
                <a:gd name="T62" fmla="*/ 60617022 w 318"/>
                <a:gd name="T63" fmla="*/ 35214530 h 197"/>
                <a:gd name="T64" fmla="*/ 30308511 w 318"/>
                <a:gd name="T65" fmla="*/ 32012405 h 197"/>
                <a:gd name="T66" fmla="*/ 30308511 w 318"/>
                <a:gd name="T67" fmla="*/ 67226935 h 197"/>
                <a:gd name="T68" fmla="*/ 31903695 w 318"/>
                <a:gd name="T69" fmla="*/ 68827365 h 197"/>
                <a:gd name="T70" fmla="*/ 9571108 w 318"/>
                <a:gd name="T71" fmla="*/ 27211115 h 197"/>
                <a:gd name="T72" fmla="*/ 11166295 w 318"/>
                <a:gd name="T73" fmla="*/ 6402988 h 197"/>
                <a:gd name="T74" fmla="*/ 0 w 318"/>
                <a:gd name="T75" fmla="*/ 0 h 197"/>
                <a:gd name="T76" fmla="*/ 60617022 w 318"/>
                <a:gd name="T77" fmla="*/ 0 h 197"/>
                <a:gd name="T78" fmla="*/ 55831469 w 318"/>
                <a:gd name="T79" fmla="*/ 27211115 h 197"/>
                <a:gd name="T80" fmla="*/ 94117175 w 318"/>
                <a:gd name="T81" fmla="*/ 41616260 h 197"/>
                <a:gd name="T82" fmla="*/ 137187150 w 318"/>
                <a:gd name="T83" fmla="*/ 52820535 h 197"/>
                <a:gd name="T84" fmla="*/ 183447534 w 318"/>
                <a:gd name="T85" fmla="*/ 62424380 h 197"/>
                <a:gd name="T86" fmla="*/ 175471612 w 318"/>
                <a:gd name="T87" fmla="*/ 40015820 h 197"/>
                <a:gd name="T88" fmla="*/ 191423455 w 318"/>
                <a:gd name="T89" fmla="*/ 30411975 h 197"/>
                <a:gd name="T90" fmla="*/ 220138035 w 318"/>
                <a:gd name="T91" fmla="*/ 0 h 197"/>
                <a:gd name="T92" fmla="*/ 263208010 w 318"/>
                <a:gd name="T93" fmla="*/ 30411975 h 197"/>
                <a:gd name="T94" fmla="*/ 291921327 w 318"/>
                <a:gd name="T95" fmla="*/ 73628655 h 197"/>
                <a:gd name="T96" fmla="*/ 338183013 w 318"/>
                <a:gd name="T97" fmla="*/ 91235935 h 197"/>
                <a:gd name="T98" fmla="*/ 368491514 w 318"/>
                <a:gd name="T99" fmla="*/ 107242765 h 197"/>
                <a:gd name="T100" fmla="*/ 425918148 w 318"/>
                <a:gd name="T101" fmla="*/ 144057716 h 197"/>
                <a:gd name="T102" fmla="*/ 484941229 w 318"/>
                <a:gd name="T103" fmla="*/ 180871440 h 197"/>
                <a:gd name="T104" fmla="*/ 507273809 w 318"/>
                <a:gd name="T105" fmla="*/ 220887251 h 197"/>
                <a:gd name="T106" fmla="*/ 496107519 w 318"/>
                <a:gd name="T107" fmla="*/ 235293651 h 197"/>
                <a:gd name="T108" fmla="*/ 481750861 w 318"/>
                <a:gd name="T109" fmla="*/ 246497926 h 19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18"/>
                <a:gd name="T166" fmla="*/ 0 h 197"/>
                <a:gd name="T167" fmla="*/ 318 w 318"/>
                <a:gd name="T168" fmla="*/ 197 h 197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18" h="197">
                  <a:moveTo>
                    <a:pt x="302" y="154"/>
                  </a:moveTo>
                  <a:lnTo>
                    <a:pt x="293" y="174"/>
                  </a:lnTo>
                  <a:lnTo>
                    <a:pt x="274" y="184"/>
                  </a:lnTo>
                  <a:lnTo>
                    <a:pt x="267" y="197"/>
                  </a:lnTo>
                  <a:lnTo>
                    <a:pt x="254" y="196"/>
                  </a:lnTo>
                  <a:lnTo>
                    <a:pt x="234" y="189"/>
                  </a:lnTo>
                  <a:lnTo>
                    <a:pt x="225" y="161"/>
                  </a:lnTo>
                  <a:lnTo>
                    <a:pt x="206" y="158"/>
                  </a:lnTo>
                  <a:lnTo>
                    <a:pt x="187" y="147"/>
                  </a:lnTo>
                  <a:lnTo>
                    <a:pt x="168" y="135"/>
                  </a:lnTo>
                  <a:lnTo>
                    <a:pt x="132" y="122"/>
                  </a:lnTo>
                  <a:lnTo>
                    <a:pt x="112" y="123"/>
                  </a:lnTo>
                  <a:lnTo>
                    <a:pt x="87" y="128"/>
                  </a:lnTo>
                  <a:lnTo>
                    <a:pt x="71" y="144"/>
                  </a:lnTo>
                  <a:lnTo>
                    <a:pt x="64" y="142"/>
                  </a:lnTo>
                  <a:lnTo>
                    <a:pt x="58" y="120"/>
                  </a:lnTo>
                  <a:lnTo>
                    <a:pt x="52" y="99"/>
                  </a:lnTo>
                  <a:lnTo>
                    <a:pt x="39" y="90"/>
                  </a:lnTo>
                  <a:lnTo>
                    <a:pt x="38" y="91"/>
                  </a:lnTo>
                  <a:lnTo>
                    <a:pt x="42" y="86"/>
                  </a:lnTo>
                  <a:lnTo>
                    <a:pt x="45" y="84"/>
                  </a:lnTo>
                  <a:lnTo>
                    <a:pt x="39" y="74"/>
                  </a:lnTo>
                  <a:lnTo>
                    <a:pt x="29" y="75"/>
                  </a:lnTo>
                  <a:lnTo>
                    <a:pt x="29" y="77"/>
                  </a:lnTo>
                  <a:lnTo>
                    <a:pt x="22" y="51"/>
                  </a:lnTo>
                  <a:lnTo>
                    <a:pt x="25" y="49"/>
                  </a:lnTo>
                  <a:lnTo>
                    <a:pt x="38" y="51"/>
                  </a:lnTo>
                  <a:lnTo>
                    <a:pt x="48" y="57"/>
                  </a:lnTo>
                  <a:lnTo>
                    <a:pt x="54" y="55"/>
                  </a:lnTo>
                  <a:lnTo>
                    <a:pt x="55" y="52"/>
                  </a:lnTo>
                  <a:lnTo>
                    <a:pt x="58" y="43"/>
                  </a:lnTo>
                  <a:lnTo>
                    <a:pt x="38" y="22"/>
                  </a:lnTo>
                  <a:lnTo>
                    <a:pt x="19" y="20"/>
                  </a:lnTo>
                  <a:lnTo>
                    <a:pt x="19" y="42"/>
                  </a:lnTo>
                  <a:lnTo>
                    <a:pt x="20" y="43"/>
                  </a:lnTo>
                  <a:lnTo>
                    <a:pt x="6" y="17"/>
                  </a:lnTo>
                  <a:lnTo>
                    <a:pt x="7" y="4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5" y="17"/>
                  </a:lnTo>
                  <a:lnTo>
                    <a:pt x="59" y="26"/>
                  </a:lnTo>
                  <a:lnTo>
                    <a:pt x="86" y="33"/>
                  </a:lnTo>
                  <a:lnTo>
                    <a:pt x="115" y="39"/>
                  </a:lnTo>
                  <a:lnTo>
                    <a:pt x="110" y="25"/>
                  </a:lnTo>
                  <a:lnTo>
                    <a:pt x="120" y="19"/>
                  </a:lnTo>
                  <a:lnTo>
                    <a:pt x="138" y="0"/>
                  </a:lnTo>
                  <a:lnTo>
                    <a:pt x="165" y="19"/>
                  </a:lnTo>
                  <a:lnTo>
                    <a:pt x="183" y="46"/>
                  </a:lnTo>
                  <a:lnTo>
                    <a:pt x="212" y="57"/>
                  </a:lnTo>
                  <a:lnTo>
                    <a:pt x="231" y="67"/>
                  </a:lnTo>
                  <a:lnTo>
                    <a:pt x="267" y="90"/>
                  </a:lnTo>
                  <a:lnTo>
                    <a:pt x="304" y="113"/>
                  </a:lnTo>
                  <a:lnTo>
                    <a:pt x="318" y="138"/>
                  </a:lnTo>
                  <a:lnTo>
                    <a:pt x="311" y="147"/>
                  </a:lnTo>
                  <a:lnTo>
                    <a:pt x="302" y="15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="" xmlns:a16="http://schemas.microsoft.com/office/drawing/2014/main" id="{B9E7B594-3FF5-4977-B4FB-4D863C447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3631" y="2579688"/>
              <a:ext cx="369888" cy="298450"/>
            </a:xfrm>
            <a:custGeom>
              <a:avLst/>
              <a:gdLst>
                <a:gd name="T0" fmla="*/ 1604959 w 292"/>
                <a:gd name="T1" fmla="*/ 164724163 h 236"/>
                <a:gd name="T2" fmla="*/ 0 w 292"/>
                <a:gd name="T3" fmla="*/ 169522164 h 236"/>
                <a:gd name="T4" fmla="*/ 0 w 292"/>
                <a:gd name="T5" fmla="*/ 190312490 h 236"/>
                <a:gd name="T6" fmla="*/ 14442099 w 292"/>
                <a:gd name="T7" fmla="*/ 203106633 h 236"/>
                <a:gd name="T8" fmla="*/ 9627220 w 292"/>
                <a:gd name="T9" fmla="*/ 211102815 h 236"/>
                <a:gd name="T10" fmla="*/ 19255707 w 292"/>
                <a:gd name="T11" fmla="*/ 246285761 h 236"/>
                <a:gd name="T12" fmla="*/ 25674280 w 292"/>
                <a:gd name="T13" fmla="*/ 281469972 h 236"/>
                <a:gd name="T14" fmla="*/ 60975778 w 292"/>
                <a:gd name="T15" fmla="*/ 292664373 h 236"/>
                <a:gd name="T16" fmla="*/ 67394345 w 292"/>
                <a:gd name="T17" fmla="*/ 308656736 h 236"/>
                <a:gd name="T18" fmla="*/ 41720075 w 292"/>
                <a:gd name="T19" fmla="*/ 358234912 h 236"/>
                <a:gd name="T20" fmla="*/ 72207954 w 292"/>
                <a:gd name="T21" fmla="*/ 367829571 h 236"/>
                <a:gd name="T22" fmla="*/ 102695853 w 292"/>
                <a:gd name="T23" fmla="*/ 377425495 h 236"/>
                <a:gd name="T24" fmla="*/ 155649352 w 292"/>
                <a:gd name="T25" fmla="*/ 377425495 h 236"/>
                <a:gd name="T26" fmla="*/ 195764488 w 292"/>
                <a:gd name="T27" fmla="*/ 367829571 h 236"/>
                <a:gd name="T28" fmla="*/ 232670935 w 292"/>
                <a:gd name="T29" fmla="*/ 358234912 h 236"/>
                <a:gd name="T30" fmla="*/ 232670935 w 292"/>
                <a:gd name="T31" fmla="*/ 339043064 h 236"/>
                <a:gd name="T32" fmla="*/ 240694461 w 292"/>
                <a:gd name="T33" fmla="*/ 307058259 h 236"/>
                <a:gd name="T34" fmla="*/ 274390990 w 292"/>
                <a:gd name="T35" fmla="*/ 292664373 h 236"/>
                <a:gd name="T36" fmla="*/ 284019475 w 292"/>
                <a:gd name="T37" fmla="*/ 281469972 h 236"/>
                <a:gd name="T38" fmla="*/ 319320963 w 292"/>
                <a:gd name="T39" fmla="*/ 283069714 h 236"/>
                <a:gd name="T40" fmla="*/ 322530880 w 292"/>
                <a:gd name="T41" fmla="*/ 235091360 h 236"/>
                <a:gd name="T42" fmla="*/ 349808921 w 292"/>
                <a:gd name="T43" fmla="*/ 211102815 h 236"/>
                <a:gd name="T44" fmla="*/ 328949447 w 292"/>
                <a:gd name="T45" fmla="*/ 188712747 h 236"/>
                <a:gd name="T46" fmla="*/ 359437405 w 292"/>
                <a:gd name="T47" fmla="*/ 185514528 h 236"/>
                <a:gd name="T48" fmla="*/ 365855973 w 292"/>
                <a:gd name="T49" fmla="*/ 167922422 h 236"/>
                <a:gd name="T50" fmla="*/ 375483191 w 292"/>
                <a:gd name="T51" fmla="*/ 137536134 h 236"/>
                <a:gd name="T52" fmla="*/ 356227488 w 292"/>
                <a:gd name="T53" fmla="*/ 100753445 h 236"/>
                <a:gd name="T54" fmla="*/ 375483191 w 292"/>
                <a:gd name="T55" fmla="*/ 75165139 h 236"/>
                <a:gd name="T56" fmla="*/ 417203246 w 292"/>
                <a:gd name="T57" fmla="*/ 65569215 h 236"/>
                <a:gd name="T58" fmla="*/ 458924568 w 292"/>
                <a:gd name="T59" fmla="*/ 55974556 h 236"/>
                <a:gd name="T60" fmla="*/ 457319610 w 292"/>
                <a:gd name="T61" fmla="*/ 46378632 h 236"/>
                <a:gd name="T62" fmla="*/ 468551786 w 292"/>
                <a:gd name="T63" fmla="*/ 49576852 h 236"/>
                <a:gd name="T64" fmla="*/ 438063907 w 292"/>
                <a:gd name="T65" fmla="*/ 44778890 h 236"/>
                <a:gd name="T66" fmla="*/ 428436689 w 292"/>
                <a:gd name="T67" fmla="*/ 44778890 h 236"/>
                <a:gd name="T68" fmla="*/ 401157461 w 292"/>
                <a:gd name="T69" fmla="*/ 44778890 h 236"/>
                <a:gd name="T70" fmla="*/ 356227488 w 292"/>
                <a:gd name="T71" fmla="*/ 67168957 h 236"/>
                <a:gd name="T72" fmla="*/ 343390353 w 292"/>
                <a:gd name="T73" fmla="*/ 19190588 h 236"/>
                <a:gd name="T74" fmla="*/ 333763135 w 292"/>
                <a:gd name="T75" fmla="*/ 15992368 h 236"/>
                <a:gd name="T76" fmla="*/ 324134572 w 292"/>
                <a:gd name="T77" fmla="*/ 0 h 236"/>
                <a:gd name="T78" fmla="*/ 304880136 w 292"/>
                <a:gd name="T79" fmla="*/ 4797963 h 236"/>
                <a:gd name="T80" fmla="*/ 300065260 w 292"/>
                <a:gd name="T81" fmla="*/ 30386259 h 236"/>
                <a:gd name="T82" fmla="*/ 274390990 w 292"/>
                <a:gd name="T83" fmla="*/ 41580670 h 236"/>
                <a:gd name="T84" fmla="*/ 267973689 w 292"/>
                <a:gd name="T85" fmla="*/ 51176594 h 236"/>
                <a:gd name="T86" fmla="*/ 242299419 w 292"/>
                <a:gd name="T87" fmla="*/ 51176594 h 236"/>
                <a:gd name="T88" fmla="*/ 226252367 w 292"/>
                <a:gd name="T89" fmla="*/ 55974556 h 236"/>
                <a:gd name="T90" fmla="*/ 215020191 w 292"/>
                <a:gd name="T91" fmla="*/ 46378632 h 236"/>
                <a:gd name="T92" fmla="*/ 179718703 w 292"/>
                <a:gd name="T93" fmla="*/ 41580670 h 236"/>
                <a:gd name="T94" fmla="*/ 144417175 w 292"/>
                <a:gd name="T95" fmla="*/ 35184221 h 236"/>
                <a:gd name="T96" fmla="*/ 133183732 w 292"/>
                <a:gd name="T97" fmla="*/ 49576852 h 236"/>
                <a:gd name="T98" fmla="*/ 118742905 w 292"/>
                <a:gd name="T99" fmla="*/ 60772518 h 236"/>
                <a:gd name="T100" fmla="*/ 104300812 w 292"/>
                <a:gd name="T101" fmla="*/ 92757264 h 236"/>
                <a:gd name="T102" fmla="*/ 73812913 w 292"/>
                <a:gd name="T103" fmla="*/ 108749627 h 236"/>
                <a:gd name="T104" fmla="*/ 62580736 w 292"/>
                <a:gd name="T105" fmla="*/ 129539952 h 236"/>
                <a:gd name="T106" fmla="*/ 41720075 w 292"/>
                <a:gd name="T107" fmla="*/ 127941475 h 236"/>
                <a:gd name="T108" fmla="*/ 9627220 w 292"/>
                <a:gd name="T109" fmla="*/ 116745809 h 236"/>
                <a:gd name="T110" fmla="*/ 1604959 w 292"/>
                <a:gd name="T111" fmla="*/ 164724163 h 2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92"/>
                <a:gd name="T169" fmla="*/ 0 h 236"/>
                <a:gd name="T170" fmla="*/ 292 w 292"/>
                <a:gd name="T171" fmla="*/ 236 h 2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92" h="236">
                  <a:moveTo>
                    <a:pt x="1" y="103"/>
                  </a:moveTo>
                  <a:lnTo>
                    <a:pt x="0" y="106"/>
                  </a:lnTo>
                  <a:lnTo>
                    <a:pt x="0" y="119"/>
                  </a:lnTo>
                  <a:lnTo>
                    <a:pt x="9" y="127"/>
                  </a:lnTo>
                  <a:lnTo>
                    <a:pt x="6" y="132"/>
                  </a:lnTo>
                  <a:lnTo>
                    <a:pt x="12" y="154"/>
                  </a:lnTo>
                  <a:lnTo>
                    <a:pt x="16" y="176"/>
                  </a:lnTo>
                  <a:lnTo>
                    <a:pt x="38" y="183"/>
                  </a:lnTo>
                  <a:lnTo>
                    <a:pt x="42" y="193"/>
                  </a:lnTo>
                  <a:lnTo>
                    <a:pt x="26" y="224"/>
                  </a:lnTo>
                  <a:lnTo>
                    <a:pt x="45" y="230"/>
                  </a:lnTo>
                  <a:lnTo>
                    <a:pt x="64" y="236"/>
                  </a:lnTo>
                  <a:lnTo>
                    <a:pt x="97" y="236"/>
                  </a:lnTo>
                  <a:lnTo>
                    <a:pt x="122" y="230"/>
                  </a:lnTo>
                  <a:lnTo>
                    <a:pt x="145" y="224"/>
                  </a:lnTo>
                  <a:lnTo>
                    <a:pt x="145" y="212"/>
                  </a:lnTo>
                  <a:lnTo>
                    <a:pt x="150" y="192"/>
                  </a:lnTo>
                  <a:lnTo>
                    <a:pt x="171" y="183"/>
                  </a:lnTo>
                  <a:lnTo>
                    <a:pt x="177" y="176"/>
                  </a:lnTo>
                  <a:lnTo>
                    <a:pt x="199" y="177"/>
                  </a:lnTo>
                  <a:lnTo>
                    <a:pt x="201" y="147"/>
                  </a:lnTo>
                  <a:lnTo>
                    <a:pt x="218" y="132"/>
                  </a:lnTo>
                  <a:lnTo>
                    <a:pt x="205" y="118"/>
                  </a:lnTo>
                  <a:lnTo>
                    <a:pt x="224" y="116"/>
                  </a:lnTo>
                  <a:lnTo>
                    <a:pt x="228" y="105"/>
                  </a:lnTo>
                  <a:lnTo>
                    <a:pt x="234" y="86"/>
                  </a:lnTo>
                  <a:lnTo>
                    <a:pt x="222" y="63"/>
                  </a:lnTo>
                  <a:lnTo>
                    <a:pt x="234" y="47"/>
                  </a:lnTo>
                  <a:lnTo>
                    <a:pt x="260" y="41"/>
                  </a:lnTo>
                  <a:lnTo>
                    <a:pt x="286" y="35"/>
                  </a:lnTo>
                  <a:lnTo>
                    <a:pt x="285" y="29"/>
                  </a:lnTo>
                  <a:lnTo>
                    <a:pt x="292" y="31"/>
                  </a:lnTo>
                  <a:lnTo>
                    <a:pt x="273" y="28"/>
                  </a:lnTo>
                  <a:lnTo>
                    <a:pt x="267" y="28"/>
                  </a:lnTo>
                  <a:lnTo>
                    <a:pt x="250" y="28"/>
                  </a:lnTo>
                  <a:lnTo>
                    <a:pt x="222" y="42"/>
                  </a:lnTo>
                  <a:lnTo>
                    <a:pt x="214" y="12"/>
                  </a:lnTo>
                  <a:lnTo>
                    <a:pt x="208" y="10"/>
                  </a:lnTo>
                  <a:lnTo>
                    <a:pt x="202" y="0"/>
                  </a:lnTo>
                  <a:lnTo>
                    <a:pt x="190" y="3"/>
                  </a:lnTo>
                  <a:lnTo>
                    <a:pt x="187" y="19"/>
                  </a:lnTo>
                  <a:lnTo>
                    <a:pt x="171" y="26"/>
                  </a:lnTo>
                  <a:lnTo>
                    <a:pt x="167" y="32"/>
                  </a:lnTo>
                  <a:lnTo>
                    <a:pt x="151" y="32"/>
                  </a:lnTo>
                  <a:lnTo>
                    <a:pt x="141" y="35"/>
                  </a:lnTo>
                  <a:lnTo>
                    <a:pt x="134" y="29"/>
                  </a:lnTo>
                  <a:lnTo>
                    <a:pt x="112" y="26"/>
                  </a:lnTo>
                  <a:lnTo>
                    <a:pt x="90" y="22"/>
                  </a:lnTo>
                  <a:lnTo>
                    <a:pt x="83" y="31"/>
                  </a:lnTo>
                  <a:lnTo>
                    <a:pt x="74" y="38"/>
                  </a:lnTo>
                  <a:lnTo>
                    <a:pt x="65" y="58"/>
                  </a:lnTo>
                  <a:lnTo>
                    <a:pt x="46" y="68"/>
                  </a:lnTo>
                  <a:lnTo>
                    <a:pt x="39" y="81"/>
                  </a:lnTo>
                  <a:lnTo>
                    <a:pt x="26" y="80"/>
                  </a:lnTo>
                  <a:lnTo>
                    <a:pt x="6" y="73"/>
                  </a:lnTo>
                  <a:lnTo>
                    <a:pt x="1" y="10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="" xmlns:a16="http://schemas.microsoft.com/office/drawing/2014/main" id="{52569A00-C6F4-44C0-BBDE-15B034893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9406" y="2671763"/>
              <a:ext cx="55563" cy="33337"/>
            </a:xfrm>
            <a:custGeom>
              <a:avLst/>
              <a:gdLst>
                <a:gd name="T0" fmla="*/ 68605484 w 45"/>
                <a:gd name="T1" fmla="*/ 0 h 28"/>
                <a:gd name="T2" fmla="*/ 25917054 w 45"/>
                <a:gd name="T3" fmla="*/ 12757357 h 28"/>
                <a:gd name="T4" fmla="*/ 0 w 45"/>
                <a:gd name="T5" fmla="*/ 22681069 h 28"/>
                <a:gd name="T6" fmla="*/ 10671801 w 45"/>
                <a:gd name="T7" fmla="*/ 39691278 h 28"/>
                <a:gd name="T8" fmla="*/ 50310447 w 45"/>
                <a:gd name="T9" fmla="*/ 26933917 h 28"/>
                <a:gd name="T10" fmla="*/ 48785551 w 45"/>
                <a:gd name="T11" fmla="*/ 18428217 h 28"/>
                <a:gd name="T12" fmla="*/ 68605484 w 45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5"/>
                <a:gd name="T22" fmla="*/ 0 h 28"/>
                <a:gd name="T23" fmla="*/ 45 w 45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5" h="28">
                  <a:moveTo>
                    <a:pt x="45" y="0"/>
                  </a:moveTo>
                  <a:lnTo>
                    <a:pt x="17" y="9"/>
                  </a:lnTo>
                  <a:lnTo>
                    <a:pt x="0" y="16"/>
                  </a:lnTo>
                  <a:lnTo>
                    <a:pt x="7" y="28"/>
                  </a:lnTo>
                  <a:lnTo>
                    <a:pt x="33" y="19"/>
                  </a:lnTo>
                  <a:lnTo>
                    <a:pt x="32" y="13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5" name="Line 258">
              <a:extLst>
                <a:ext uri="{FF2B5EF4-FFF2-40B4-BE49-F238E27FC236}">
                  <a16:creationId xmlns="" xmlns:a16="http://schemas.microsoft.com/office/drawing/2014/main" id="{617BAC6D-0A3A-4DC2-93A3-74E0E1250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4469" y="2627313"/>
              <a:ext cx="7937" cy="635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6" name="Line 259">
              <a:extLst>
                <a:ext uri="{FF2B5EF4-FFF2-40B4-BE49-F238E27FC236}">
                  <a16:creationId xmlns="" xmlns:a16="http://schemas.microsoft.com/office/drawing/2014/main" id="{5B405963-89AC-4AAA-B3DB-4DCC7EA5B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2406" y="2633663"/>
              <a:ext cx="1588" cy="317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7" name="Line 260">
              <a:extLst>
                <a:ext uri="{FF2B5EF4-FFF2-40B4-BE49-F238E27FC236}">
                  <a16:creationId xmlns="" xmlns:a16="http://schemas.microsoft.com/office/drawing/2014/main" id="{7D83DA8F-5796-4117-9AB5-5A2E9A472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1294" y="2636838"/>
              <a:ext cx="11112" cy="4762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8" name="Line 261">
              <a:extLst>
                <a:ext uri="{FF2B5EF4-FFF2-40B4-BE49-F238E27FC236}">
                  <a16:creationId xmlns="" xmlns:a16="http://schemas.microsoft.com/office/drawing/2014/main" id="{9AE6581B-6DA9-4470-A30E-9B5E2AD9B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4944" y="2640013"/>
              <a:ext cx="9525" cy="11112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59" name="Line 262">
              <a:extLst>
                <a:ext uri="{FF2B5EF4-FFF2-40B4-BE49-F238E27FC236}">
                  <a16:creationId xmlns="" xmlns:a16="http://schemas.microsoft.com/office/drawing/2014/main" id="{B0B09DD2-A526-42B8-9B44-1BE54BB22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1769" y="2646363"/>
              <a:ext cx="3175" cy="4762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0" name="Line 263">
              <a:extLst>
                <a:ext uri="{FF2B5EF4-FFF2-40B4-BE49-F238E27FC236}">
                  <a16:creationId xmlns="" xmlns:a16="http://schemas.microsoft.com/office/drawing/2014/main" id="{999F4A60-E918-4924-8C5E-FABBC0512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5419" y="2651125"/>
              <a:ext cx="6350" cy="952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1" name="Line 264">
              <a:extLst>
                <a:ext uri="{FF2B5EF4-FFF2-40B4-BE49-F238E27FC236}">
                  <a16:creationId xmlns="" xmlns:a16="http://schemas.microsoft.com/office/drawing/2014/main" id="{1948D09F-1C9B-4891-B816-B63B637AEF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5419" y="2660650"/>
              <a:ext cx="1587" cy="952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2" name="Line 265">
              <a:extLst>
                <a:ext uri="{FF2B5EF4-FFF2-40B4-BE49-F238E27FC236}">
                  <a16:creationId xmlns="" xmlns:a16="http://schemas.microsoft.com/office/drawing/2014/main" id="{06E86B69-30A1-408E-86E4-47A2D94B2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5419" y="2665413"/>
              <a:ext cx="1587" cy="14287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3" name="Line 266">
              <a:extLst>
                <a:ext uri="{FF2B5EF4-FFF2-40B4-BE49-F238E27FC236}">
                  <a16:creationId xmlns="" xmlns:a16="http://schemas.microsoft.com/office/drawing/2014/main" id="{F8579F19-D6CC-4855-BCDC-3DF7FDC79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7006" y="2676525"/>
              <a:ext cx="4763" cy="317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4" name="Line 267">
              <a:extLst>
                <a:ext uri="{FF2B5EF4-FFF2-40B4-BE49-F238E27FC236}">
                  <a16:creationId xmlns="" xmlns:a16="http://schemas.microsoft.com/office/drawing/2014/main" id="{81044D79-9EEE-46BB-9E7D-1493EB5B9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1294" y="2714625"/>
              <a:ext cx="3175" cy="635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5" name="Line 268">
              <a:extLst>
                <a:ext uri="{FF2B5EF4-FFF2-40B4-BE49-F238E27FC236}">
                  <a16:creationId xmlns="" xmlns:a16="http://schemas.microsoft.com/office/drawing/2014/main" id="{A63EF083-B872-454F-B133-44B0E5105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1294" y="2720975"/>
              <a:ext cx="14287" cy="635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6" name="Line 269">
              <a:extLst>
                <a:ext uri="{FF2B5EF4-FFF2-40B4-BE49-F238E27FC236}">
                  <a16:creationId xmlns="" xmlns:a16="http://schemas.microsoft.com/office/drawing/2014/main" id="{B924F541-09AF-4E09-9EDC-BCFFAC890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3994" y="2724150"/>
              <a:ext cx="9525" cy="1270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7" name="Line 270">
              <a:extLst>
                <a:ext uri="{FF2B5EF4-FFF2-40B4-BE49-F238E27FC236}">
                  <a16:creationId xmlns="" xmlns:a16="http://schemas.microsoft.com/office/drawing/2014/main" id="{43E89C16-AA54-4CC0-B98C-49DF7F1BA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8756" y="2730500"/>
              <a:ext cx="4763" cy="1270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8" name="Line 271">
              <a:extLst>
                <a:ext uri="{FF2B5EF4-FFF2-40B4-BE49-F238E27FC236}">
                  <a16:creationId xmlns="" xmlns:a16="http://schemas.microsoft.com/office/drawing/2014/main" id="{88206F5C-A181-4B16-8E29-141031086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3519" y="2743200"/>
              <a:ext cx="3175" cy="11113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69" name="Line 272">
              <a:extLst>
                <a:ext uri="{FF2B5EF4-FFF2-40B4-BE49-F238E27FC236}">
                  <a16:creationId xmlns="" xmlns:a16="http://schemas.microsoft.com/office/drawing/2014/main" id="{8999220B-D27B-40DB-B8B7-EA7FBDC1C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3519" y="2754313"/>
              <a:ext cx="15875" cy="4762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0" name="Line 273">
              <a:extLst>
                <a:ext uri="{FF2B5EF4-FFF2-40B4-BE49-F238E27FC236}">
                  <a16:creationId xmlns="" xmlns:a16="http://schemas.microsoft.com/office/drawing/2014/main" id="{F254C494-CA9A-49B6-8C02-27120B1AD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4631" y="2757488"/>
              <a:ext cx="7938" cy="1587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1" name="Line 274">
              <a:extLst>
                <a:ext uri="{FF2B5EF4-FFF2-40B4-BE49-F238E27FC236}">
                  <a16:creationId xmlns="" xmlns:a16="http://schemas.microsoft.com/office/drawing/2014/main" id="{83595372-3253-4095-83BB-D0381B4065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79569" y="2716213"/>
              <a:ext cx="11112" cy="7937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2" name="Line 275">
              <a:extLst>
                <a:ext uri="{FF2B5EF4-FFF2-40B4-BE49-F238E27FC236}">
                  <a16:creationId xmlns="" xmlns:a16="http://schemas.microsoft.com/office/drawing/2014/main" id="{D7DD45CB-18A7-4461-A385-15D7C71BD5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89094" y="2700338"/>
              <a:ext cx="4762" cy="20637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3" name="Line 276">
              <a:extLst>
                <a:ext uri="{FF2B5EF4-FFF2-40B4-BE49-F238E27FC236}">
                  <a16:creationId xmlns="" xmlns:a16="http://schemas.microsoft.com/office/drawing/2014/main" id="{D89B3B9C-9FD1-4646-9802-95A5170A3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3856" y="2676525"/>
              <a:ext cx="6350" cy="2857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4" name="Line 277">
              <a:extLst>
                <a:ext uri="{FF2B5EF4-FFF2-40B4-BE49-F238E27FC236}">
                  <a16:creationId xmlns="" xmlns:a16="http://schemas.microsoft.com/office/drawing/2014/main" id="{6DCE0E79-4B2E-43B5-85B4-9187DF52E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84331" y="2670175"/>
              <a:ext cx="15875" cy="635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5" name="Line 278">
              <a:extLst>
                <a:ext uri="{FF2B5EF4-FFF2-40B4-BE49-F238E27FC236}">
                  <a16:creationId xmlns="" xmlns:a16="http://schemas.microsoft.com/office/drawing/2014/main" id="{AA9AF7AA-A527-4F93-9863-BD5A436DF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7819" y="2663825"/>
              <a:ext cx="3175" cy="0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6" name="Line 279">
              <a:extLst>
                <a:ext uri="{FF2B5EF4-FFF2-40B4-BE49-F238E27FC236}">
                  <a16:creationId xmlns="" xmlns:a16="http://schemas.microsoft.com/office/drawing/2014/main" id="{D7C5A67F-067D-4B8B-AE8D-F94E45652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8769" y="2663825"/>
              <a:ext cx="22225" cy="15875"/>
            </a:xfrm>
            <a:prstGeom prst="line">
              <a:avLst/>
            </a:pr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="" xmlns:a16="http://schemas.microsoft.com/office/drawing/2014/main" id="{D7486C66-F655-4B79-AF24-AB79662AC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8781" y="2705100"/>
              <a:ext cx="36513" cy="50800"/>
            </a:xfrm>
            <a:custGeom>
              <a:avLst/>
              <a:gdLst>
                <a:gd name="T0" fmla="*/ 41216881 w 29"/>
                <a:gd name="T1" fmla="*/ 33774563 h 41"/>
                <a:gd name="T2" fmla="*/ 17438106 w 29"/>
                <a:gd name="T3" fmla="*/ 58336983 h 41"/>
                <a:gd name="T4" fmla="*/ 0 w 29"/>
                <a:gd name="T5" fmla="*/ 62942435 h 41"/>
                <a:gd name="T6" fmla="*/ 11096177 w 29"/>
                <a:gd name="T7" fmla="*/ 32239412 h 41"/>
                <a:gd name="T8" fmla="*/ 22193613 w 29"/>
                <a:gd name="T9" fmla="*/ 0 h 41"/>
                <a:gd name="T10" fmla="*/ 45972393 w 29"/>
                <a:gd name="T11" fmla="*/ 9210906 h 41"/>
                <a:gd name="T12" fmla="*/ 41216881 w 29"/>
                <a:gd name="T13" fmla="*/ 33774563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9"/>
                <a:gd name="T22" fmla="*/ 0 h 41"/>
                <a:gd name="T23" fmla="*/ 29 w 29"/>
                <a:gd name="T24" fmla="*/ 41 h 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9" h="41">
                  <a:moveTo>
                    <a:pt x="26" y="22"/>
                  </a:moveTo>
                  <a:lnTo>
                    <a:pt x="11" y="38"/>
                  </a:lnTo>
                  <a:lnTo>
                    <a:pt x="0" y="41"/>
                  </a:lnTo>
                  <a:lnTo>
                    <a:pt x="7" y="21"/>
                  </a:lnTo>
                  <a:lnTo>
                    <a:pt x="14" y="0"/>
                  </a:lnTo>
                  <a:lnTo>
                    <a:pt x="29" y="6"/>
                  </a:lnTo>
                  <a:lnTo>
                    <a:pt x="26" y="2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="" xmlns:a16="http://schemas.microsoft.com/office/drawing/2014/main" id="{60E2F552-CAEA-48A1-8205-329588710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069" y="2617788"/>
              <a:ext cx="168275" cy="166687"/>
            </a:xfrm>
            <a:custGeom>
              <a:avLst/>
              <a:gdLst>
                <a:gd name="T0" fmla="*/ 132065939 w 135"/>
                <a:gd name="T1" fmla="*/ 16695832 h 129"/>
                <a:gd name="T2" fmla="*/ 80793173 w 135"/>
                <a:gd name="T3" fmla="*/ 16695832 h 129"/>
                <a:gd name="T4" fmla="*/ 31074779 w 135"/>
                <a:gd name="T5" fmla="*/ 18366578 h 129"/>
                <a:gd name="T6" fmla="*/ 17090505 w 135"/>
                <a:gd name="T7" fmla="*/ 23374943 h 129"/>
                <a:gd name="T8" fmla="*/ 15537390 w 135"/>
                <a:gd name="T9" fmla="*/ 43410980 h 129"/>
                <a:gd name="T10" fmla="*/ 1553116 w 135"/>
                <a:gd name="T11" fmla="*/ 58437354 h 129"/>
                <a:gd name="T12" fmla="*/ 0 w 135"/>
                <a:gd name="T13" fmla="*/ 55098447 h 129"/>
                <a:gd name="T14" fmla="*/ 6214956 w 135"/>
                <a:gd name="T15" fmla="*/ 110196893 h 129"/>
                <a:gd name="T16" fmla="*/ 29520417 w 135"/>
                <a:gd name="T17" fmla="*/ 120214906 h 129"/>
                <a:gd name="T18" fmla="*/ 24859825 w 135"/>
                <a:gd name="T19" fmla="*/ 146928747 h 129"/>
                <a:gd name="T20" fmla="*/ 1553116 w 135"/>
                <a:gd name="T21" fmla="*/ 173642627 h 129"/>
                <a:gd name="T22" fmla="*/ 4660593 w 135"/>
                <a:gd name="T23" fmla="*/ 195348107 h 129"/>
                <a:gd name="T24" fmla="*/ 46610927 w 135"/>
                <a:gd name="T25" fmla="*/ 215384134 h 129"/>
                <a:gd name="T26" fmla="*/ 79240058 w 135"/>
                <a:gd name="T27" fmla="*/ 190339747 h 129"/>
                <a:gd name="T28" fmla="*/ 110313600 w 135"/>
                <a:gd name="T29" fmla="*/ 166964773 h 129"/>
                <a:gd name="T30" fmla="*/ 146048962 w 135"/>
                <a:gd name="T31" fmla="*/ 145259293 h 129"/>
                <a:gd name="T32" fmla="*/ 180231247 w 135"/>
                <a:gd name="T33" fmla="*/ 120214906 h 129"/>
                <a:gd name="T34" fmla="*/ 180231247 w 135"/>
                <a:gd name="T35" fmla="*/ 80142833 h 129"/>
                <a:gd name="T36" fmla="*/ 177123770 w 135"/>
                <a:gd name="T37" fmla="*/ 38401317 h 129"/>
                <a:gd name="T38" fmla="*/ 209751654 w 135"/>
                <a:gd name="T39" fmla="*/ 5008362 h 129"/>
                <a:gd name="T40" fmla="*/ 198876108 w 135"/>
                <a:gd name="T41" fmla="*/ 0 h 129"/>
                <a:gd name="T42" fmla="*/ 166246977 w 135"/>
                <a:gd name="T43" fmla="*/ 8348562 h 129"/>
                <a:gd name="T44" fmla="*/ 132065939 w 135"/>
                <a:gd name="T45" fmla="*/ 16695832 h 12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5"/>
                <a:gd name="T70" fmla="*/ 0 h 129"/>
                <a:gd name="T71" fmla="*/ 135 w 135"/>
                <a:gd name="T72" fmla="*/ 129 h 12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5" h="129">
                  <a:moveTo>
                    <a:pt x="85" y="10"/>
                  </a:moveTo>
                  <a:lnTo>
                    <a:pt x="52" y="10"/>
                  </a:lnTo>
                  <a:lnTo>
                    <a:pt x="20" y="11"/>
                  </a:lnTo>
                  <a:lnTo>
                    <a:pt x="11" y="14"/>
                  </a:lnTo>
                  <a:lnTo>
                    <a:pt x="10" y="26"/>
                  </a:lnTo>
                  <a:lnTo>
                    <a:pt x="1" y="35"/>
                  </a:lnTo>
                  <a:lnTo>
                    <a:pt x="0" y="33"/>
                  </a:lnTo>
                  <a:lnTo>
                    <a:pt x="4" y="66"/>
                  </a:lnTo>
                  <a:lnTo>
                    <a:pt x="19" y="72"/>
                  </a:lnTo>
                  <a:lnTo>
                    <a:pt x="16" y="88"/>
                  </a:lnTo>
                  <a:lnTo>
                    <a:pt x="1" y="104"/>
                  </a:lnTo>
                  <a:lnTo>
                    <a:pt x="3" y="117"/>
                  </a:lnTo>
                  <a:lnTo>
                    <a:pt x="30" y="129"/>
                  </a:lnTo>
                  <a:lnTo>
                    <a:pt x="51" y="114"/>
                  </a:lnTo>
                  <a:lnTo>
                    <a:pt x="71" y="100"/>
                  </a:lnTo>
                  <a:lnTo>
                    <a:pt x="94" y="87"/>
                  </a:lnTo>
                  <a:lnTo>
                    <a:pt x="116" y="72"/>
                  </a:lnTo>
                  <a:lnTo>
                    <a:pt x="116" y="48"/>
                  </a:lnTo>
                  <a:lnTo>
                    <a:pt x="114" y="23"/>
                  </a:lnTo>
                  <a:lnTo>
                    <a:pt x="135" y="3"/>
                  </a:lnTo>
                  <a:lnTo>
                    <a:pt x="128" y="0"/>
                  </a:lnTo>
                  <a:lnTo>
                    <a:pt x="107" y="5"/>
                  </a:lnTo>
                  <a:lnTo>
                    <a:pt x="85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="" xmlns:a16="http://schemas.microsoft.com/office/drawing/2014/main" id="{D01C3500-7014-4F52-97DE-3CA805D8B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8094" y="2470150"/>
              <a:ext cx="230187" cy="165100"/>
            </a:xfrm>
            <a:custGeom>
              <a:avLst/>
              <a:gdLst>
                <a:gd name="T0" fmla="*/ 243657339 w 183"/>
                <a:gd name="T1" fmla="*/ 188370132 h 129"/>
                <a:gd name="T2" fmla="*/ 216760689 w 183"/>
                <a:gd name="T3" fmla="*/ 188370132 h 129"/>
                <a:gd name="T4" fmla="*/ 172459140 w 183"/>
                <a:gd name="T5" fmla="*/ 211302383 h 129"/>
                <a:gd name="T6" fmla="*/ 159801336 w 183"/>
                <a:gd name="T7" fmla="*/ 162162719 h 129"/>
                <a:gd name="T8" fmla="*/ 150308327 w 183"/>
                <a:gd name="T9" fmla="*/ 158886318 h 129"/>
                <a:gd name="T10" fmla="*/ 140815317 w 183"/>
                <a:gd name="T11" fmla="*/ 142505590 h 129"/>
                <a:gd name="T12" fmla="*/ 121829299 w 183"/>
                <a:gd name="T13" fmla="*/ 147420192 h 129"/>
                <a:gd name="T14" fmla="*/ 117082165 w 183"/>
                <a:gd name="T15" fmla="*/ 173628885 h 129"/>
                <a:gd name="T16" fmla="*/ 91766635 w 183"/>
                <a:gd name="T17" fmla="*/ 185093730 h 129"/>
                <a:gd name="T18" fmla="*/ 85438381 w 183"/>
                <a:gd name="T19" fmla="*/ 194922935 h 129"/>
                <a:gd name="T20" fmla="*/ 60122831 w 183"/>
                <a:gd name="T21" fmla="*/ 194922935 h 129"/>
                <a:gd name="T22" fmla="*/ 44301568 w 183"/>
                <a:gd name="T23" fmla="*/ 199836258 h 129"/>
                <a:gd name="T24" fmla="*/ 33226171 w 183"/>
                <a:gd name="T25" fmla="*/ 190008333 h 129"/>
                <a:gd name="T26" fmla="*/ 39554425 w 183"/>
                <a:gd name="T27" fmla="*/ 163799640 h 129"/>
                <a:gd name="T28" fmla="*/ 49047444 w 183"/>
                <a:gd name="T29" fmla="*/ 135954066 h 129"/>
                <a:gd name="T30" fmla="*/ 39554425 w 183"/>
                <a:gd name="T31" fmla="*/ 119574618 h 129"/>
                <a:gd name="T32" fmla="*/ 14240148 w 183"/>
                <a:gd name="T33" fmla="*/ 104832091 h 129"/>
                <a:gd name="T34" fmla="*/ 0 w 183"/>
                <a:gd name="T35" fmla="*/ 88452643 h 129"/>
                <a:gd name="T36" fmla="*/ 34808549 w 183"/>
                <a:gd name="T37" fmla="*/ 54054246 h 129"/>
                <a:gd name="T38" fmla="*/ 69617099 w 183"/>
                <a:gd name="T39" fmla="*/ 22932261 h 129"/>
                <a:gd name="T40" fmla="*/ 94931391 w 183"/>
                <a:gd name="T41" fmla="*/ 0 h 129"/>
                <a:gd name="T42" fmla="*/ 142397695 w 183"/>
                <a:gd name="T43" fmla="*/ 4914604 h 129"/>
                <a:gd name="T44" fmla="*/ 180369772 w 183"/>
                <a:gd name="T45" fmla="*/ 27845584 h 129"/>
                <a:gd name="T46" fmla="*/ 139232939 w 183"/>
                <a:gd name="T47" fmla="*/ 42588121 h 129"/>
                <a:gd name="T48" fmla="*/ 94931391 w 183"/>
                <a:gd name="T49" fmla="*/ 57330648 h 129"/>
                <a:gd name="T50" fmla="*/ 96513768 w 183"/>
                <a:gd name="T51" fmla="*/ 85176242 h 129"/>
                <a:gd name="T52" fmla="*/ 156636580 w 183"/>
                <a:gd name="T53" fmla="*/ 93365966 h 129"/>
                <a:gd name="T54" fmla="*/ 216760689 w 183"/>
                <a:gd name="T55" fmla="*/ 99918769 h 129"/>
                <a:gd name="T56" fmla="*/ 235746708 w 183"/>
                <a:gd name="T57" fmla="*/ 135954066 h 129"/>
                <a:gd name="T58" fmla="*/ 267390492 w 183"/>
                <a:gd name="T59" fmla="*/ 137592267 h 129"/>
                <a:gd name="T60" fmla="*/ 289541266 w 183"/>
                <a:gd name="T61" fmla="*/ 188370132 h 129"/>
                <a:gd name="T62" fmla="*/ 283213012 w 183"/>
                <a:gd name="T63" fmla="*/ 193284734 h 129"/>
                <a:gd name="T64" fmla="*/ 253150349 w 183"/>
                <a:gd name="T65" fmla="*/ 188370132 h 129"/>
                <a:gd name="T66" fmla="*/ 243657339 w 183"/>
                <a:gd name="T67" fmla="*/ 188370132 h 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3"/>
                <a:gd name="T103" fmla="*/ 0 h 129"/>
                <a:gd name="T104" fmla="*/ 183 w 183"/>
                <a:gd name="T105" fmla="*/ 129 h 12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3" h="129">
                  <a:moveTo>
                    <a:pt x="154" y="115"/>
                  </a:moveTo>
                  <a:lnTo>
                    <a:pt x="137" y="115"/>
                  </a:lnTo>
                  <a:lnTo>
                    <a:pt x="109" y="129"/>
                  </a:lnTo>
                  <a:lnTo>
                    <a:pt x="101" y="99"/>
                  </a:lnTo>
                  <a:lnTo>
                    <a:pt x="95" y="97"/>
                  </a:lnTo>
                  <a:lnTo>
                    <a:pt x="89" y="87"/>
                  </a:lnTo>
                  <a:lnTo>
                    <a:pt x="77" y="90"/>
                  </a:lnTo>
                  <a:lnTo>
                    <a:pt x="74" y="106"/>
                  </a:lnTo>
                  <a:lnTo>
                    <a:pt x="58" y="113"/>
                  </a:lnTo>
                  <a:lnTo>
                    <a:pt x="54" y="119"/>
                  </a:lnTo>
                  <a:lnTo>
                    <a:pt x="38" y="119"/>
                  </a:lnTo>
                  <a:lnTo>
                    <a:pt x="28" y="122"/>
                  </a:lnTo>
                  <a:lnTo>
                    <a:pt x="21" y="116"/>
                  </a:lnTo>
                  <a:lnTo>
                    <a:pt x="25" y="100"/>
                  </a:lnTo>
                  <a:lnTo>
                    <a:pt x="31" y="83"/>
                  </a:lnTo>
                  <a:lnTo>
                    <a:pt x="25" y="73"/>
                  </a:lnTo>
                  <a:lnTo>
                    <a:pt x="9" y="64"/>
                  </a:lnTo>
                  <a:lnTo>
                    <a:pt x="0" y="54"/>
                  </a:lnTo>
                  <a:lnTo>
                    <a:pt x="22" y="33"/>
                  </a:lnTo>
                  <a:lnTo>
                    <a:pt x="44" y="14"/>
                  </a:lnTo>
                  <a:lnTo>
                    <a:pt x="60" y="0"/>
                  </a:lnTo>
                  <a:lnTo>
                    <a:pt x="90" y="3"/>
                  </a:lnTo>
                  <a:lnTo>
                    <a:pt x="114" y="17"/>
                  </a:lnTo>
                  <a:lnTo>
                    <a:pt x="88" y="26"/>
                  </a:lnTo>
                  <a:lnTo>
                    <a:pt x="60" y="35"/>
                  </a:lnTo>
                  <a:lnTo>
                    <a:pt x="61" y="52"/>
                  </a:lnTo>
                  <a:lnTo>
                    <a:pt x="99" y="57"/>
                  </a:lnTo>
                  <a:lnTo>
                    <a:pt x="137" y="61"/>
                  </a:lnTo>
                  <a:lnTo>
                    <a:pt x="149" y="83"/>
                  </a:lnTo>
                  <a:lnTo>
                    <a:pt x="169" y="84"/>
                  </a:lnTo>
                  <a:lnTo>
                    <a:pt x="183" y="115"/>
                  </a:lnTo>
                  <a:lnTo>
                    <a:pt x="179" y="118"/>
                  </a:lnTo>
                  <a:lnTo>
                    <a:pt x="160" y="115"/>
                  </a:lnTo>
                  <a:lnTo>
                    <a:pt x="154" y="11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="" xmlns:a16="http://schemas.microsoft.com/office/drawing/2014/main" id="{C9B8B673-FBEC-4A97-97B2-DF4BEFACC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081" y="2335213"/>
              <a:ext cx="428625" cy="282575"/>
            </a:xfrm>
            <a:custGeom>
              <a:avLst/>
              <a:gdLst>
                <a:gd name="T0" fmla="*/ 386192405 w 340"/>
                <a:gd name="T1" fmla="*/ 304411136 h 225"/>
                <a:gd name="T2" fmla="*/ 327388779 w 340"/>
                <a:gd name="T3" fmla="*/ 268133539 h 225"/>
                <a:gd name="T4" fmla="*/ 270176187 w 340"/>
                <a:gd name="T5" fmla="*/ 231857199 h 225"/>
                <a:gd name="T6" fmla="*/ 239979566 w 340"/>
                <a:gd name="T7" fmla="*/ 216084494 h 225"/>
                <a:gd name="T8" fmla="*/ 193891049 w 340"/>
                <a:gd name="T9" fmla="*/ 198734394 h 225"/>
                <a:gd name="T10" fmla="*/ 165284123 w 340"/>
                <a:gd name="T11" fmla="*/ 156148430 h 225"/>
                <a:gd name="T12" fmla="*/ 122373694 w 340"/>
                <a:gd name="T13" fmla="*/ 126180418 h 225"/>
                <a:gd name="T14" fmla="*/ 93766767 w 340"/>
                <a:gd name="T15" fmla="*/ 156148430 h 225"/>
                <a:gd name="T16" fmla="*/ 77873590 w 340"/>
                <a:gd name="T17" fmla="*/ 165611590 h 225"/>
                <a:gd name="T18" fmla="*/ 85820819 w 340"/>
                <a:gd name="T19" fmla="*/ 187693878 h 225"/>
                <a:gd name="T20" fmla="*/ 39732272 w 340"/>
                <a:gd name="T21" fmla="*/ 178229502 h 225"/>
                <a:gd name="T22" fmla="*/ 27017242 w 340"/>
                <a:gd name="T23" fmla="*/ 141953122 h 225"/>
                <a:gd name="T24" fmla="*/ 17481595 w 340"/>
                <a:gd name="T25" fmla="*/ 105676781 h 225"/>
                <a:gd name="T26" fmla="*/ 9535645 w 340"/>
                <a:gd name="T27" fmla="*/ 66244373 h 225"/>
                <a:gd name="T28" fmla="*/ 0 w 340"/>
                <a:gd name="T29" fmla="*/ 29968022 h 225"/>
                <a:gd name="T30" fmla="*/ 41320716 w 340"/>
                <a:gd name="T31" fmla="*/ 15772709 h 225"/>
                <a:gd name="T32" fmla="*/ 82641431 w 340"/>
                <a:gd name="T33" fmla="*/ 0 h 225"/>
                <a:gd name="T34" fmla="*/ 127141515 w 340"/>
                <a:gd name="T35" fmla="*/ 22081042 h 225"/>
                <a:gd name="T36" fmla="*/ 170051944 w 340"/>
                <a:gd name="T37" fmla="*/ 45740736 h 225"/>
                <a:gd name="T38" fmla="*/ 205015125 w 340"/>
                <a:gd name="T39" fmla="*/ 86749285 h 225"/>
                <a:gd name="T40" fmla="*/ 241569260 w 340"/>
                <a:gd name="T41" fmla="*/ 89904077 h 225"/>
                <a:gd name="T42" fmla="*/ 276532441 w 340"/>
                <a:gd name="T43" fmla="*/ 91481473 h 225"/>
                <a:gd name="T44" fmla="*/ 311496882 w 340"/>
                <a:gd name="T45" fmla="*/ 94635009 h 225"/>
                <a:gd name="T46" fmla="*/ 346460142 w 340"/>
                <a:gd name="T47" fmla="*/ 96212405 h 225"/>
                <a:gd name="T48" fmla="*/ 383013017 w 340"/>
                <a:gd name="T49" fmla="*/ 121448230 h 225"/>
                <a:gd name="T50" fmla="*/ 387780838 w 340"/>
                <a:gd name="T51" fmla="*/ 156148430 h 225"/>
                <a:gd name="T52" fmla="*/ 419567152 w 340"/>
                <a:gd name="T53" fmla="*/ 171921174 h 225"/>
                <a:gd name="T54" fmla="*/ 452941900 w 340"/>
                <a:gd name="T55" fmla="*/ 187693878 h 225"/>
                <a:gd name="T56" fmla="*/ 484726953 w 340"/>
                <a:gd name="T57" fmla="*/ 165611590 h 225"/>
                <a:gd name="T58" fmla="*/ 514922313 w 340"/>
                <a:gd name="T59" fmla="*/ 141953122 h 225"/>
                <a:gd name="T60" fmla="*/ 540351112 w 340"/>
                <a:gd name="T61" fmla="*/ 171921174 h 225"/>
                <a:gd name="T62" fmla="*/ 514922313 w 340"/>
                <a:gd name="T63" fmla="*/ 194002206 h 225"/>
                <a:gd name="T64" fmla="*/ 479959132 w 340"/>
                <a:gd name="T65" fmla="*/ 223970219 h 225"/>
                <a:gd name="T66" fmla="*/ 444994691 w 340"/>
                <a:gd name="T67" fmla="*/ 257093023 h 225"/>
                <a:gd name="T68" fmla="*/ 459298154 w 340"/>
                <a:gd name="T69" fmla="*/ 272865727 h 225"/>
                <a:gd name="T70" fmla="*/ 484726953 w 340"/>
                <a:gd name="T71" fmla="*/ 287061036 h 225"/>
                <a:gd name="T72" fmla="*/ 494262596 w 340"/>
                <a:gd name="T73" fmla="*/ 302833740 h 225"/>
                <a:gd name="T74" fmla="*/ 484726953 w 340"/>
                <a:gd name="T75" fmla="*/ 329647039 h 225"/>
                <a:gd name="T76" fmla="*/ 478369438 w 340"/>
                <a:gd name="T77" fmla="*/ 354882863 h 225"/>
                <a:gd name="T78" fmla="*/ 443406258 w 340"/>
                <a:gd name="T79" fmla="*/ 350150675 h 225"/>
                <a:gd name="T80" fmla="*/ 408441816 w 340"/>
                <a:gd name="T81" fmla="*/ 343842347 h 225"/>
                <a:gd name="T82" fmla="*/ 386192405 w 340"/>
                <a:gd name="T83" fmla="*/ 304411136 h 2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40"/>
                <a:gd name="T127" fmla="*/ 0 h 225"/>
                <a:gd name="T128" fmla="*/ 340 w 340"/>
                <a:gd name="T129" fmla="*/ 225 h 2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40" h="225">
                  <a:moveTo>
                    <a:pt x="243" y="193"/>
                  </a:moveTo>
                  <a:lnTo>
                    <a:pt x="206" y="170"/>
                  </a:lnTo>
                  <a:lnTo>
                    <a:pt x="170" y="147"/>
                  </a:lnTo>
                  <a:lnTo>
                    <a:pt x="151" y="137"/>
                  </a:lnTo>
                  <a:lnTo>
                    <a:pt x="122" y="126"/>
                  </a:lnTo>
                  <a:lnTo>
                    <a:pt x="104" y="99"/>
                  </a:lnTo>
                  <a:lnTo>
                    <a:pt x="77" y="80"/>
                  </a:lnTo>
                  <a:lnTo>
                    <a:pt x="59" y="99"/>
                  </a:lnTo>
                  <a:lnTo>
                    <a:pt x="49" y="105"/>
                  </a:lnTo>
                  <a:lnTo>
                    <a:pt x="54" y="119"/>
                  </a:lnTo>
                  <a:lnTo>
                    <a:pt x="25" y="113"/>
                  </a:lnTo>
                  <a:lnTo>
                    <a:pt x="17" y="90"/>
                  </a:lnTo>
                  <a:lnTo>
                    <a:pt x="11" y="67"/>
                  </a:lnTo>
                  <a:lnTo>
                    <a:pt x="6" y="42"/>
                  </a:lnTo>
                  <a:lnTo>
                    <a:pt x="0" y="19"/>
                  </a:lnTo>
                  <a:lnTo>
                    <a:pt x="26" y="10"/>
                  </a:lnTo>
                  <a:lnTo>
                    <a:pt x="52" y="0"/>
                  </a:lnTo>
                  <a:lnTo>
                    <a:pt x="80" y="14"/>
                  </a:lnTo>
                  <a:lnTo>
                    <a:pt x="107" y="29"/>
                  </a:lnTo>
                  <a:lnTo>
                    <a:pt x="129" y="55"/>
                  </a:lnTo>
                  <a:lnTo>
                    <a:pt x="152" y="57"/>
                  </a:lnTo>
                  <a:lnTo>
                    <a:pt x="174" y="58"/>
                  </a:lnTo>
                  <a:lnTo>
                    <a:pt x="196" y="60"/>
                  </a:lnTo>
                  <a:lnTo>
                    <a:pt x="218" y="61"/>
                  </a:lnTo>
                  <a:lnTo>
                    <a:pt x="241" y="77"/>
                  </a:lnTo>
                  <a:lnTo>
                    <a:pt x="244" y="99"/>
                  </a:lnTo>
                  <a:lnTo>
                    <a:pt x="264" y="109"/>
                  </a:lnTo>
                  <a:lnTo>
                    <a:pt x="285" y="119"/>
                  </a:lnTo>
                  <a:lnTo>
                    <a:pt x="305" y="105"/>
                  </a:lnTo>
                  <a:lnTo>
                    <a:pt x="324" y="90"/>
                  </a:lnTo>
                  <a:lnTo>
                    <a:pt x="340" y="109"/>
                  </a:lnTo>
                  <a:lnTo>
                    <a:pt x="324" y="123"/>
                  </a:lnTo>
                  <a:lnTo>
                    <a:pt x="302" y="142"/>
                  </a:lnTo>
                  <a:lnTo>
                    <a:pt x="280" y="163"/>
                  </a:lnTo>
                  <a:lnTo>
                    <a:pt x="289" y="173"/>
                  </a:lnTo>
                  <a:lnTo>
                    <a:pt x="305" y="182"/>
                  </a:lnTo>
                  <a:lnTo>
                    <a:pt x="311" y="192"/>
                  </a:lnTo>
                  <a:lnTo>
                    <a:pt x="305" y="209"/>
                  </a:lnTo>
                  <a:lnTo>
                    <a:pt x="301" y="225"/>
                  </a:lnTo>
                  <a:lnTo>
                    <a:pt x="279" y="222"/>
                  </a:lnTo>
                  <a:lnTo>
                    <a:pt x="257" y="218"/>
                  </a:lnTo>
                  <a:lnTo>
                    <a:pt x="243" y="19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="" xmlns:a16="http://schemas.microsoft.com/office/drawing/2014/main" id="{EE2482B1-9711-4ABC-9A71-39B6B6259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0156" y="2449513"/>
              <a:ext cx="65088" cy="49212"/>
            </a:xfrm>
            <a:custGeom>
              <a:avLst/>
              <a:gdLst>
                <a:gd name="T0" fmla="*/ 21114305 w 53"/>
                <a:gd name="T1" fmla="*/ 63732125 h 38"/>
                <a:gd name="T2" fmla="*/ 0 w 53"/>
                <a:gd name="T3" fmla="*/ 20126410 h 38"/>
                <a:gd name="T4" fmla="*/ 7540384 w 53"/>
                <a:gd name="T5" fmla="*/ 16772225 h 38"/>
                <a:gd name="T6" fmla="*/ 7540384 w 53"/>
                <a:gd name="T7" fmla="*/ 11739652 h 38"/>
                <a:gd name="T8" fmla="*/ 18098148 w 53"/>
                <a:gd name="T9" fmla="*/ 6708372 h 38"/>
                <a:gd name="T10" fmla="*/ 24130458 w 53"/>
                <a:gd name="T11" fmla="*/ 10062557 h 38"/>
                <a:gd name="T12" fmla="*/ 28654686 w 53"/>
                <a:gd name="T13" fmla="*/ 1677093 h 38"/>
                <a:gd name="T14" fmla="*/ 33180143 w 53"/>
                <a:gd name="T15" fmla="*/ 5031279 h 38"/>
                <a:gd name="T16" fmla="*/ 40720534 w 53"/>
                <a:gd name="T17" fmla="*/ 5031279 h 38"/>
                <a:gd name="T18" fmla="*/ 45244763 w 53"/>
                <a:gd name="T19" fmla="*/ 1677093 h 38"/>
                <a:gd name="T20" fmla="*/ 55802524 w 53"/>
                <a:gd name="T21" fmla="*/ 0 h 38"/>
                <a:gd name="T22" fmla="*/ 64850982 w 53"/>
                <a:gd name="T23" fmla="*/ 10062557 h 38"/>
                <a:gd name="T24" fmla="*/ 69375211 w 53"/>
                <a:gd name="T25" fmla="*/ 5031279 h 38"/>
                <a:gd name="T26" fmla="*/ 75408744 w 53"/>
                <a:gd name="T27" fmla="*/ 11739652 h 38"/>
                <a:gd name="T28" fmla="*/ 79932972 w 53"/>
                <a:gd name="T29" fmla="*/ 43605720 h 38"/>
                <a:gd name="T30" fmla="*/ 21114305 w 53"/>
                <a:gd name="T31" fmla="*/ 63732125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3"/>
                <a:gd name="T49" fmla="*/ 0 h 38"/>
                <a:gd name="T50" fmla="*/ 53 w 53"/>
                <a:gd name="T51" fmla="*/ 38 h 3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3" h="38">
                  <a:moveTo>
                    <a:pt x="14" y="38"/>
                  </a:moveTo>
                  <a:lnTo>
                    <a:pt x="0" y="12"/>
                  </a:lnTo>
                  <a:lnTo>
                    <a:pt x="5" y="10"/>
                  </a:lnTo>
                  <a:lnTo>
                    <a:pt x="5" y="7"/>
                  </a:lnTo>
                  <a:lnTo>
                    <a:pt x="12" y="4"/>
                  </a:lnTo>
                  <a:lnTo>
                    <a:pt x="16" y="6"/>
                  </a:lnTo>
                  <a:lnTo>
                    <a:pt x="19" y="1"/>
                  </a:lnTo>
                  <a:lnTo>
                    <a:pt x="22" y="3"/>
                  </a:lnTo>
                  <a:lnTo>
                    <a:pt x="27" y="3"/>
                  </a:lnTo>
                  <a:lnTo>
                    <a:pt x="30" y="1"/>
                  </a:lnTo>
                  <a:lnTo>
                    <a:pt x="37" y="0"/>
                  </a:lnTo>
                  <a:lnTo>
                    <a:pt x="43" y="6"/>
                  </a:lnTo>
                  <a:lnTo>
                    <a:pt x="46" y="3"/>
                  </a:lnTo>
                  <a:lnTo>
                    <a:pt x="50" y="7"/>
                  </a:lnTo>
                  <a:lnTo>
                    <a:pt x="53" y="26"/>
                  </a:lnTo>
                  <a:lnTo>
                    <a:pt x="14" y="3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="" xmlns:a16="http://schemas.microsoft.com/office/drawing/2014/main" id="{2F83AE36-0145-4C48-B1C3-19CEEA203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0956" y="2387600"/>
              <a:ext cx="158750" cy="98425"/>
            </a:xfrm>
            <a:custGeom>
              <a:avLst/>
              <a:gdLst>
                <a:gd name="T0" fmla="*/ 12305604 w 128"/>
                <a:gd name="T1" fmla="*/ 8611530 h 75"/>
                <a:gd name="T2" fmla="*/ 4614911 w 128"/>
                <a:gd name="T3" fmla="*/ 0 h 75"/>
                <a:gd name="T4" fmla="*/ 0 w 128"/>
                <a:gd name="T5" fmla="*/ 27555062 h 75"/>
                <a:gd name="T6" fmla="*/ 15381384 w 128"/>
                <a:gd name="T7" fmla="*/ 51666563 h 75"/>
                <a:gd name="T8" fmla="*/ 3075781 w 128"/>
                <a:gd name="T9" fmla="*/ 74054960 h 75"/>
                <a:gd name="T10" fmla="*/ 12305604 w 128"/>
                <a:gd name="T11" fmla="*/ 89554944 h 75"/>
                <a:gd name="T12" fmla="*/ 18458404 w 128"/>
                <a:gd name="T13" fmla="*/ 96444691 h 75"/>
                <a:gd name="T14" fmla="*/ 23073319 w 128"/>
                <a:gd name="T15" fmla="*/ 129166397 h 75"/>
                <a:gd name="T16" fmla="*/ 58450997 w 128"/>
                <a:gd name="T17" fmla="*/ 122277962 h 75"/>
                <a:gd name="T18" fmla="*/ 116901995 w 128"/>
                <a:gd name="T19" fmla="*/ 129166397 h 75"/>
                <a:gd name="T20" fmla="*/ 127668464 w 128"/>
                <a:gd name="T21" fmla="*/ 118833088 h 75"/>
                <a:gd name="T22" fmla="*/ 133821264 w 128"/>
                <a:gd name="T23" fmla="*/ 111944653 h 75"/>
                <a:gd name="T24" fmla="*/ 141513194 w 128"/>
                <a:gd name="T25" fmla="*/ 101611345 h 75"/>
                <a:gd name="T26" fmla="*/ 187658611 w 128"/>
                <a:gd name="T27" fmla="*/ 99888252 h 75"/>
                <a:gd name="T28" fmla="*/ 172275991 w 128"/>
                <a:gd name="T29" fmla="*/ 79221615 h 75"/>
                <a:gd name="T30" fmla="*/ 179966681 w 128"/>
                <a:gd name="T31" fmla="*/ 63721652 h 75"/>
                <a:gd name="T32" fmla="*/ 187658611 w 128"/>
                <a:gd name="T33" fmla="*/ 36166590 h 75"/>
                <a:gd name="T34" fmla="*/ 196887191 w 128"/>
                <a:gd name="T35" fmla="*/ 18944841 h 75"/>
                <a:gd name="T36" fmla="*/ 133821264 w 128"/>
                <a:gd name="T37" fmla="*/ 6888437 h 75"/>
                <a:gd name="T38" fmla="*/ 84600106 w 128"/>
                <a:gd name="T39" fmla="*/ 24111501 h 75"/>
                <a:gd name="T40" fmla="*/ 47683288 w 128"/>
                <a:gd name="T41" fmla="*/ 17221748 h 75"/>
                <a:gd name="T42" fmla="*/ 12305604 w 128"/>
                <a:gd name="T43" fmla="*/ 8611530 h 7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8"/>
                <a:gd name="T67" fmla="*/ 0 h 75"/>
                <a:gd name="T68" fmla="*/ 128 w 128"/>
                <a:gd name="T69" fmla="*/ 75 h 7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8" h="75">
                  <a:moveTo>
                    <a:pt x="8" y="5"/>
                  </a:moveTo>
                  <a:lnTo>
                    <a:pt x="3" y="0"/>
                  </a:lnTo>
                  <a:lnTo>
                    <a:pt x="0" y="16"/>
                  </a:lnTo>
                  <a:lnTo>
                    <a:pt x="10" y="30"/>
                  </a:lnTo>
                  <a:lnTo>
                    <a:pt x="2" y="43"/>
                  </a:lnTo>
                  <a:lnTo>
                    <a:pt x="8" y="52"/>
                  </a:lnTo>
                  <a:lnTo>
                    <a:pt x="12" y="56"/>
                  </a:lnTo>
                  <a:lnTo>
                    <a:pt x="15" y="75"/>
                  </a:lnTo>
                  <a:lnTo>
                    <a:pt x="38" y="71"/>
                  </a:lnTo>
                  <a:lnTo>
                    <a:pt x="76" y="75"/>
                  </a:lnTo>
                  <a:lnTo>
                    <a:pt x="83" y="69"/>
                  </a:lnTo>
                  <a:lnTo>
                    <a:pt x="87" y="65"/>
                  </a:lnTo>
                  <a:lnTo>
                    <a:pt x="92" y="59"/>
                  </a:lnTo>
                  <a:lnTo>
                    <a:pt x="122" y="58"/>
                  </a:lnTo>
                  <a:lnTo>
                    <a:pt x="112" y="46"/>
                  </a:lnTo>
                  <a:lnTo>
                    <a:pt x="117" y="37"/>
                  </a:lnTo>
                  <a:lnTo>
                    <a:pt x="122" y="21"/>
                  </a:lnTo>
                  <a:lnTo>
                    <a:pt x="128" y="11"/>
                  </a:lnTo>
                  <a:lnTo>
                    <a:pt x="87" y="4"/>
                  </a:lnTo>
                  <a:lnTo>
                    <a:pt x="55" y="14"/>
                  </a:lnTo>
                  <a:lnTo>
                    <a:pt x="31" y="10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="" xmlns:a16="http://schemas.microsoft.com/office/drawing/2014/main" id="{661B85F6-6088-4255-A7DF-6EA244665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994" y="2444750"/>
              <a:ext cx="42862" cy="93663"/>
            </a:xfrm>
            <a:custGeom>
              <a:avLst/>
              <a:gdLst>
                <a:gd name="T0" fmla="*/ 0 w 37"/>
                <a:gd name="T1" fmla="*/ 28836811 h 74"/>
                <a:gd name="T2" fmla="*/ 6709640 w 37"/>
                <a:gd name="T3" fmla="*/ 83305649 h 74"/>
                <a:gd name="T4" fmla="*/ 25497096 w 37"/>
                <a:gd name="T5" fmla="*/ 118550769 h 74"/>
                <a:gd name="T6" fmla="*/ 33549357 w 37"/>
                <a:gd name="T7" fmla="*/ 108938924 h 74"/>
                <a:gd name="T8" fmla="*/ 49652729 w 37"/>
                <a:gd name="T9" fmla="*/ 72091389 h 74"/>
                <a:gd name="T10" fmla="*/ 49652729 w 37"/>
                <a:gd name="T11" fmla="*/ 70490258 h 74"/>
                <a:gd name="T12" fmla="*/ 30865270 w 37"/>
                <a:gd name="T13" fmla="*/ 28836811 h 74"/>
                <a:gd name="T14" fmla="*/ 21471545 w 37"/>
                <a:gd name="T15" fmla="*/ 8010717 h 74"/>
                <a:gd name="T16" fmla="*/ 4025552 w 37"/>
                <a:gd name="T17" fmla="*/ 0 h 74"/>
                <a:gd name="T18" fmla="*/ 0 w 37"/>
                <a:gd name="T19" fmla="*/ 28836811 h 7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"/>
                <a:gd name="T31" fmla="*/ 0 h 74"/>
                <a:gd name="T32" fmla="*/ 37 w 37"/>
                <a:gd name="T33" fmla="*/ 74 h 7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" h="74">
                  <a:moveTo>
                    <a:pt x="0" y="18"/>
                  </a:moveTo>
                  <a:lnTo>
                    <a:pt x="5" y="52"/>
                  </a:lnTo>
                  <a:lnTo>
                    <a:pt x="19" y="74"/>
                  </a:lnTo>
                  <a:lnTo>
                    <a:pt x="25" y="68"/>
                  </a:lnTo>
                  <a:lnTo>
                    <a:pt x="37" y="45"/>
                  </a:lnTo>
                  <a:lnTo>
                    <a:pt x="37" y="44"/>
                  </a:lnTo>
                  <a:lnTo>
                    <a:pt x="23" y="18"/>
                  </a:lnTo>
                  <a:lnTo>
                    <a:pt x="16" y="5"/>
                  </a:lnTo>
                  <a:lnTo>
                    <a:pt x="3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="" xmlns:a16="http://schemas.microsoft.com/office/drawing/2014/main" id="{D3FE40EB-D905-4DCE-8541-7560E6361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8644" y="2476500"/>
              <a:ext cx="127000" cy="80963"/>
            </a:xfrm>
            <a:custGeom>
              <a:avLst/>
              <a:gdLst>
                <a:gd name="T0" fmla="*/ 22580603 w 100"/>
                <a:gd name="T1" fmla="*/ 14602340 h 67"/>
                <a:gd name="T2" fmla="*/ 0 w 100"/>
                <a:gd name="T3" fmla="*/ 0 h 67"/>
                <a:gd name="T4" fmla="*/ 51612804 w 100"/>
                <a:gd name="T5" fmla="*/ 1459751 h 67"/>
                <a:gd name="T6" fmla="*/ 103225608 w 100"/>
                <a:gd name="T7" fmla="*/ 1459751 h 67"/>
                <a:gd name="T8" fmla="*/ 135483598 w 100"/>
                <a:gd name="T9" fmla="*/ 5841420 h 67"/>
                <a:gd name="T10" fmla="*/ 132257799 w 100"/>
                <a:gd name="T11" fmla="*/ 39426556 h 67"/>
                <a:gd name="T12" fmla="*/ 146773895 w 100"/>
                <a:gd name="T13" fmla="*/ 46727733 h 67"/>
                <a:gd name="T14" fmla="*/ 135483598 w 100"/>
                <a:gd name="T15" fmla="*/ 59870318 h 67"/>
                <a:gd name="T16" fmla="*/ 161289990 w 100"/>
                <a:gd name="T17" fmla="*/ 93455465 h 67"/>
                <a:gd name="T18" fmla="*/ 145160995 w 100"/>
                <a:gd name="T19" fmla="*/ 97835924 h 67"/>
                <a:gd name="T20" fmla="*/ 135483598 w 100"/>
                <a:gd name="T21" fmla="*/ 90534757 h 67"/>
                <a:gd name="T22" fmla="*/ 130644900 w 100"/>
                <a:gd name="T23" fmla="*/ 86154298 h 67"/>
                <a:gd name="T24" fmla="*/ 124193302 w 100"/>
                <a:gd name="T25" fmla="*/ 80312880 h 67"/>
                <a:gd name="T26" fmla="*/ 114515905 w 100"/>
                <a:gd name="T27" fmla="*/ 78853111 h 67"/>
                <a:gd name="T28" fmla="*/ 104838508 w 100"/>
                <a:gd name="T29" fmla="*/ 75932403 h 67"/>
                <a:gd name="T30" fmla="*/ 95161111 w 100"/>
                <a:gd name="T31" fmla="*/ 74472653 h 67"/>
                <a:gd name="T32" fmla="*/ 82257895 w 100"/>
                <a:gd name="T33" fmla="*/ 71551944 h 67"/>
                <a:gd name="T34" fmla="*/ 51612804 w 100"/>
                <a:gd name="T35" fmla="*/ 59870318 h 67"/>
                <a:gd name="T36" fmla="*/ 37096699 w 100"/>
                <a:gd name="T37" fmla="*/ 39426556 h 67"/>
                <a:gd name="T38" fmla="*/ 22580603 w 100"/>
                <a:gd name="T39" fmla="*/ 14602340 h 6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00"/>
                <a:gd name="T61" fmla="*/ 0 h 67"/>
                <a:gd name="T62" fmla="*/ 100 w 100"/>
                <a:gd name="T63" fmla="*/ 67 h 6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00" h="67">
                  <a:moveTo>
                    <a:pt x="14" y="1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64" y="1"/>
                  </a:lnTo>
                  <a:lnTo>
                    <a:pt x="84" y="4"/>
                  </a:lnTo>
                  <a:lnTo>
                    <a:pt x="82" y="27"/>
                  </a:lnTo>
                  <a:lnTo>
                    <a:pt x="91" y="32"/>
                  </a:lnTo>
                  <a:lnTo>
                    <a:pt x="84" y="41"/>
                  </a:lnTo>
                  <a:lnTo>
                    <a:pt x="100" y="64"/>
                  </a:lnTo>
                  <a:lnTo>
                    <a:pt x="90" y="67"/>
                  </a:lnTo>
                  <a:lnTo>
                    <a:pt x="84" y="62"/>
                  </a:lnTo>
                  <a:lnTo>
                    <a:pt x="81" y="59"/>
                  </a:lnTo>
                  <a:lnTo>
                    <a:pt x="77" y="55"/>
                  </a:lnTo>
                  <a:lnTo>
                    <a:pt x="71" y="54"/>
                  </a:lnTo>
                  <a:lnTo>
                    <a:pt x="65" y="52"/>
                  </a:lnTo>
                  <a:lnTo>
                    <a:pt x="59" y="51"/>
                  </a:lnTo>
                  <a:lnTo>
                    <a:pt x="51" y="49"/>
                  </a:lnTo>
                  <a:lnTo>
                    <a:pt x="32" y="41"/>
                  </a:lnTo>
                  <a:lnTo>
                    <a:pt x="23" y="27"/>
                  </a:lnTo>
                  <a:lnTo>
                    <a:pt x="14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="" xmlns:a16="http://schemas.microsoft.com/office/drawing/2014/main" id="{AF9D7475-9180-4452-AEAA-E7F5EDC33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5006" y="2462213"/>
              <a:ext cx="107950" cy="114300"/>
            </a:xfrm>
            <a:custGeom>
              <a:avLst/>
              <a:gdLst>
                <a:gd name="T0" fmla="*/ 28360724 w 86"/>
                <a:gd name="T1" fmla="*/ 112678681 h 92"/>
                <a:gd name="T2" fmla="*/ 3150634 w 86"/>
                <a:gd name="T3" fmla="*/ 77177342 h 92"/>
                <a:gd name="T4" fmla="*/ 14180362 w 86"/>
                <a:gd name="T5" fmla="*/ 63284927 h 92"/>
                <a:gd name="T6" fmla="*/ 0 w 86"/>
                <a:gd name="T7" fmla="*/ 55567194 h 92"/>
                <a:gd name="T8" fmla="*/ 3150634 w 86"/>
                <a:gd name="T9" fmla="*/ 20065860 h 92"/>
                <a:gd name="T10" fmla="*/ 14180362 w 86"/>
                <a:gd name="T11" fmla="*/ 0 h 92"/>
                <a:gd name="T12" fmla="*/ 69326489 w 86"/>
                <a:gd name="T13" fmla="*/ 9260784 h 92"/>
                <a:gd name="T14" fmla="*/ 89809386 w 86"/>
                <a:gd name="T15" fmla="*/ 35501329 h 92"/>
                <a:gd name="T16" fmla="*/ 135502346 w 86"/>
                <a:gd name="T17" fmla="*/ 63284927 h 92"/>
                <a:gd name="T18" fmla="*/ 113444152 w 86"/>
                <a:gd name="T19" fmla="*/ 67915318 h 92"/>
                <a:gd name="T20" fmla="*/ 103989744 w 86"/>
                <a:gd name="T21" fmla="*/ 114221730 h 92"/>
                <a:gd name="T22" fmla="*/ 99263795 w 86"/>
                <a:gd name="T23" fmla="*/ 142005318 h 92"/>
                <a:gd name="T24" fmla="*/ 69326489 w 86"/>
                <a:gd name="T25" fmla="*/ 121939463 h 92"/>
                <a:gd name="T26" fmla="*/ 72478377 w 86"/>
                <a:gd name="T27" fmla="*/ 112678681 h 92"/>
                <a:gd name="T28" fmla="*/ 63023969 w 86"/>
                <a:gd name="T29" fmla="*/ 89525484 h 92"/>
                <a:gd name="T30" fmla="*/ 28360724 w 86"/>
                <a:gd name="T31" fmla="*/ 112678681 h 9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6"/>
                <a:gd name="T49" fmla="*/ 0 h 92"/>
                <a:gd name="T50" fmla="*/ 86 w 86"/>
                <a:gd name="T51" fmla="*/ 92 h 9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6" h="92">
                  <a:moveTo>
                    <a:pt x="18" y="73"/>
                  </a:moveTo>
                  <a:lnTo>
                    <a:pt x="2" y="50"/>
                  </a:lnTo>
                  <a:lnTo>
                    <a:pt x="9" y="41"/>
                  </a:lnTo>
                  <a:lnTo>
                    <a:pt x="0" y="36"/>
                  </a:lnTo>
                  <a:lnTo>
                    <a:pt x="2" y="13"/>
                  </a:lnTo>
                  <a:lnTo>
                    <a:pt x="9" y="0"/>
                  </a:lnTo>
                  <a:lnTo>
                    <a:pt x="44" y="6"/>
                  </a:lnTo>
                  <a:lnTo>
                    <a:pt x="57" y="23"/>
                  </a:lnTo>
                  <a:lnTo>
                    <a:pt x="86" y="41"/>
                  </a:lnTo>
                  <a:lnTo>
                    <a:pt x="72" y="44"/>
                  </a:lnTo>
                  <a:lnTo>
                    <a:pt x="66" y="74"/>
                  </a:lnTo>
                  <a:lnTo>
                    <a:pt x="63" y="92"/>
                  </a:lnTo>
                  <a:lnTo>
                    <a:pt x="44" y="79"/>
                  </a:lnTo>
                  <a:lnTo>
                    <a:pt x="46" y="73"/>
                  </a:lnTo>
                  <a:lnTo>
                    <a:pt x="40" y="58"/>
                  </a:lnTo>
                  <a:lnTo>
                    <a:pt x="18" y="7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="" xmlns:a16="http://schemas.microsoft.com/office/drawing/2014/main" id="{AFAECE10-7AAA-428C-921F-B3B1FA16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5319" y="2538413"/>
              <a:ext cx="49212" cy="23812"/>
            </a:xfrm>
            <a:custGeom>
              <a:avLst/>
              <a:gdLst>
                <a:gd name="T0" fmla="*/ 60545520 w 40"/>
                <a:gd name="T1" fmla="*/ 21087692 h 22"/>
                <a:gd name="T2" fmla="*/ 46922413 w 40"/>
                <a:gd name="T3" fmla="*/ 25773242 h 22"/>
                <a:gd name="T4" fmla="*/ 7568805 w 40"/>
                <a:gd name="T5" fmla="*/ 9372188 h 22"/>
                <a:gd name="T6" fmla="*/ 1513269 w 40"/>
                <a:gd name="T7" fmla="*/ 2343318 h 22"/>
                <a:gd name="T8" fmla="*/ 0 w 40"/>
                <a:gd name="T9" fmla="*/ 0 h 22"/>
                <a:gd name="T10" fmla="*/ 12108613 w 40"/>
                <a:gd name="T11" fmla="*/ 2343318 h 22"/>
                <a:gd name="T12" fmla="*/ 21190689 w 40"/>
                <a:gd name="T13" fmla="*/ 3514435 h 22"/>
                <a:gd name="T14" fmla="*/ 30272760 w 40"/>
                <a:gd name="T15" fmla="*/ 5857752 h 22"/>
                <a:gd name="T16" fmla="*/ 39354831 w 40"/>
                <a:gd name="T17" fmla="*/ 7028869 h 22"/>
                <a:gd name="T18" fmla="*/ 45409145 w 40"/>
                <a:gd name="T19" fmla="*/ 11715504 h 22"/>
                <a:gd name="T20" fmla="*/ 49950180 w 40"/>
                <a:gd name="T21" fmla="*/ 15229938 h 22"/>
                <a:gd name="T22" fmla="*/ 59032251 w 40"/>
                <a:gd name="T23" fmla="*/ 21087692 h 22"/>
                <a:gd name="T24" fmla="*/ 60545520 w 40"/>
                <a:gd name="T25" fmla="*/ 21087692 h 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40"/>
                <a:gd name="T40" fmla="*/ 0 h 22"/>
                <a:gd name="T41" fmla="*/ 40 w 40"/>
                <a:gd name="T42" fmla="*/ 22 h 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40" h="22">
                  <a:moveTo>
                    <a:pt x="40" y="18"/>
                  </a:moveTo>
                  <a:lnTo>
                    <a:pt x="31" y="22"/>
                  </a:lnTo>
                  <a:lnTo>
                    <a:pt x="5" y="8"/>
                  </a:lnTo>
                  <a:lnTo>
                    <a:pt x="1" y="2"/>
                  </a:lnTo>
                  <a:lnTo>
                    <a:pt x="0" y="0"/>
                  </a:lnTo>
                  <a:lnTo>
                    <a:pt x="8" y="2"/>
                  </a:lnTo>
                  <a:lnTo>
                    <a:pt x="14" y="3"/>
                  </a:lnTo>
                  <a:lnTo>
                    <a:pt x="20" y="5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3" y="13"/>
                  </a:lnTo>
                  <a:lnTo>
                    <a:pt x="39" y="18"/>
                  </a:lnTo>
                  <a:lnTo>
                    <a:pt x="40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="" xmlns:a16="http://schemas.microsoft.com/office/drawing/2014/main" id="{5F248A6B-A7EA-4C16-BF4F-53B983DD5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3806" y="2470150"/>
              <a:ext cx="173038" cy="171450"/>
            </a:xfrm>
            <a:custGeom>
              <a:avLst/>
              <a:gdLst>
                <a:gd name="T0" fmla="*/ 42716033 w 135"/>
                <a:gd name="T1" fmla="*/ 111197203 h 137"/>
                <a:gd name="T2" fmla="*/ 16429635 w 135"/>
                <a:gd name="T3" fmla="*/ 101799996 h 137"/>
                <a:gd name="T4" fmla="*/ 0 w 135"/>
                <a:gd name="T5" fmla="*/ 81439985 h 137"/>
                <a:gd name="T6" fmla="*/ 9858037 w 135"/>
                <a:gd name="T7" fmla="*/ 72042777 h 137"/>
                <a:gd name="T8" fmla="*/ 29572832 w 135"/>
                <a:gd name="T9" fmla="*/ 36022014 h 137"/>
                <a:gd name="T10" fmla="*/ 29572832 w 135"/>
                <a:gd name="T11" fmla="*/ 34455187 h 137"/>
                <a:gd name="T12" fmla="*/ 93645600 w 135"/>
                <a:gd name="T13" fmla="*/ 15662018 h 137"/>
                <a:gd name="T14" fmla="*/ 131433237 w 135"/>
                <a:gd name="T15" fmla="*/ 9397210 h 137"/>
                <a:gd name="T16" fmla="*/ 193864077 w 135"/>
                <a:gd name="T17" fmla="*/ 15662018 h 137"/>
                <a:gd name="T18" fmla="*/ 205364049 w 135"/>
                <a:gd name="T19" fmla="*/ 6264808 h 137"/>
                <a:gd name="T20" fmla="*/ 211935645 w 135"/>
                <a:gd name="T21" fmla="*/ 0 h 137"/>
                <a:gd name="T22" fmla="*/ 221793679 w 135"/>
                <a:gd name="T23" fmla="*/ 14095191 h 137"/>
                <a:gd name="T24" fmla="*/ 208650488 w 135"/>
                <a:gd name="T25" fmla="*/ 40719992 h 137"/>
                <a:gd name="T26" fmla="*/ 164291215 w 135"/>
                <a:gd name="T27" fmla="*/ 31322785 h 137"/>
                <a:gd name="T28" fmla="*/ 126504860 w 135"/>
                <a:gd name="T29" fmla="*/ 43852405 h 137"/>
                <a:gd name="T30" fmla="*/ 146219647 w 135"/>
                <a:gd name="T31" fmla="*/ 61079993 h 137"/>
                <a:gd name="T32" fmla="*/ 129790017 w 135"/>
                <a:gd name="T33" fmla="*/ 61079993 h 137"/>
                <a:gd name="T34" fmla="*/ 131433237 w 135"/>
                <a:gd name="T35" fmla="*/ 68910374 h 137"/>
                <a:gd name="T36" fmla="*/ 116646826 w 135"/>
                <a:gd name="T37" fmla="*/ 64212396 h 137"/>
                <a:gd name="T38" fmla="*/ 124861641 w 135"/>
                <a:gd name="T39" fmla="*/ 72042777 h 137"/>
                <a:gd name="T40" fmla="*/ 100218477 w 135"/>
                <a:gd name="T41" fmla="*/ 46984807 h 137"/>
                <a:gd name="T42" fmla="*/ 90360443 w 135"/>
                <a:gd name="T43" fmla="*/ 54815188 h 137"/>
                <a:gd name="T44" fmla="*/ 105146854 w 135"/>
                <a:gd name="T45" fmla="*/ 89270385 h 137"/>
                <a:gd name="T46" fmla="*/ 115003606 w 135"/>
                <a:gd name="T47" fmla="*/ 106497974 h 137"/>
                <a:gd name="T48" fmla="*/ 100218477 w 135"/>
                <a:gd name="T49" fmla="*/ 100233169 h 137"/>
                <a:gd name="T50" fmla="*/ 103503634 w 135"/>
                <a:gd name="T51" fmla="*/ 114329606 h 137"/>
                <a:gd name="T52" fmla="*/ 98575258 w 135"/>
                <a:gd name="T53" fmla="*/ 115895182 h 137"/>
                <a:gd name="T54" fmla="*/ 146219647 w 135"/>
                <a:gd name="T55" fmla="*/ 147217956 h 137"/>
                <a:gd name="T56" fmla="*/ 142933209 w 135"/>
                <a:gd name="T57" fmla="*/ 161313142 h 137"/>
                <a:gd name="T58" fmla="*/ 126504860 w 135"/>
                <a:gd name="T59" fmla="*/ 151917186 h 137"/>
                <a:gd name="T60" fmla="*/ 115003606 w 135"/>
                <a:gd name="T61" fmla="*/ 156615164 h 137"/>
                <a:gd name="T62" fmla="*/ 126504860 w 135"/>
                <a:gd name="T63" fmla="*/ 175408368 h 137"/>
                <a:gd name="T64" fmla="*/ 105146854 w 135"/>
                <a:gd name="T65" fmla="*/ 175408368 h 137"/>
                <a:gd name="T66" fmla="*/ 116646826 w 135"/>
                <a:gd name="T67" fmla="*/ 214562775 h 137"/>
                <a:gd name="T68" fmla="*/ 98575258 w 135"/>
                <a:gd name="T69" fmla="*/ 205165567 h 137"/>
                <a:gd name="T70" fmla="*/ 93645600 w 135"/>
                <a:gd name="T71" fmla="*/ 214562775 h 137"/>
                <a:gd name="T72" fmla="*/ 77217231 w 135"/>
                <a:gd name="T73" fmla="*/ 192637208 h 137"/>
                <a:gd name="T74" fmla="*/ 72288855 w 135"/>
                <a:gd name="T75" fmla="*/ 202033164 h 137"/>
                <a:gd name="T76" fmla="*/ 52572786 w 135"/>
                <a:gd name="T77" fmla="*/ 166012411 h 137"/>
                <a:gd name="T78" fmla="*/ 50930848 w 135"/>
                <a:gd name="T79" fmla="*/ 150350359 h 137"/>
                <a:gd name="T80" fmla="*/ 78860451 w 135"/>
                <a:gd name="T81" fmla="*/ 140953151 h 137"/>
                <a:gd name="T82" fmla="*/ 111718449 w 135"/>
                <a:gd name="T83" fmla="*/ 150350359 h 137"/>
                <a:gd name="T84" fmla="*/ 111718449 w 135"/>
                <a:gd name="T85" fmla="*/ 142519978 h 137"/>
                <a:gd name="T86" fmla="*/ 90360443 w 135"/>
                <a:gd name="T87" fmla="*/ 134689597 h 137"/>
                <a:gd name="T88" fmla="*/ 50930848 w 135"/>
                <a:gd name="T89" fmla="*/ 131557195 h 137"/>
                <a:gd name="T90" fmla="*/ 42716033 w 135"/>
                <a:gd name="T91" fmla="*/ 134689597 h 137"/>
                <a:gd name="T92" fmla="*/ 32857989 w 135"/>
                <a:gd name="T93" fmla="*/ 114329606 h 137"/>
                <a:gd name="T94" fmla="*/ 42716033 w 135"/>
                <a:gd name="T95" fmla="*/ 111197203 h 13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35"/>
                <a:gd name="T145" fmla="*/ 0 h 137"/>
                <a:gd name="T146" fmla="*/ 135 w 135"/>
                <a:gd name="T147" fmla="*/ 137 h 137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35" h="137">
                  <a:moveTo>
                    <a:pt x="26" y="71"/>
                  </a:moveTo>
                  <a:lnTo>
                    <a:pt x="10" y="65"/>
                  </a:lnTo>
                  <a:lnTo>
                    <a:pt x="0" y="52"/>
                  </a:lnTo>
                  <a:lnTo>
                    <a:pt x="6" y="46"/>
                  </a:lnTo>
                  <a:lnTo>
                    <a:pt x="18" y="23"/>
                  </a:lnTo>
                  <a:lnTo>
                    <a:pt x="18" y="22"/>
                  </a:lnTo>
                  <a:lnTo>
                    <a:pt x="57" y="10"/>
                  </a:lnTo>
                  <a:lnTo>
                    <a:pt x="80" y="6"/>
                  </a:lnTo>
                  <a:lnTo>
                    <a:pt x="118" y="10"/>
                  </a:lnTo>
                  <a:lnTo>
                    <a:pt x="125" y="4"/>
                  </a:lnTo>
                  <a:lnTo>
                    <a:pt x="129" y="0"/>
                  </a:lnTo>
                  <a:lnTo>
                    <a:pt x="135" y="9"/>
                  </a:lnTo>
                  <a:lnTo>
                    <a:pt x="127" y="26"/>
                  </a:lnTo>
                  <a:lnTo>
                    <a:pt x="100" y="20"/>
                  </a:lnTo>
                  <a:lnTo>
                    <a:pt x="77" y="28"/>
                  </a:lnTo>
                  <a:lnTo>
                    <a:pt x="89" y="39"/>
                  </a:lnTo>
                  <a:lnTo>
                    <a:pt x="79" y="39"/>
                  </a:lnTo>
                  <a:lnTo>
                    <a:pt x="80" y="44"/>
                  </a:lnTo>
                  <a:lnTo>
                    <a:pt x="71" y="41"/>
                  </a:lnTo>
                  <a:lnTo>
                    <a:pt x="76" y="46"/>
                  </a:lnTo>
                  <a:lnTo>
                    <a:pt x="61" y="30"/>
                  </a:lnTo>
                  <a:lnTo>
                    <a:pt x="55" y="35"/>
                  </a:lnTo>
                  <a:lnTo>
                    <a:pt x="64" y="57"/>
                  </a:lnTo>
                  <a:lnTo>
                    <a:pt x="70" y="68"/>
                  </a:lnTo>
                  <a:lnTo>
                    <a:pt x="61" y="64"/>
                  </a:lnTo>
                  <a:lnTo>
                    <a:pt x="63" y="73"/>
                  </a:lnTo>
                  <a:lnTo>
                    <a:pt x="60" y="74"/>
                  </a:lnTo>
                  <a:lnTo>
                    <a:pt x="89" y="94"/>
                  </a:lnTo>
                  <a:lnTo>
                    <a:pt x="87" y="103"/>
                  </a:lnTo>
                  <a:lnTo>
                    <a:pt x="77" y="97"/>
                  </a:lnTo>
                  <a:lnTo>
                    <a:pt x="70" y="100"/>
                  </a:lnTo>
                  <a:lnTo>
                    <a:pt x="77" y="112"/>
                  </a:lnTo>
                  <a:lnTo>
                    <a:pt x="64" y="112"/>
                  </a:lnTo>
                  <a:lnTo>
                    <a:pt x="71" y="137"/>
                  </a:lnTo>
                  <a:lnTo>
                    <a:pt x="60" y="131"/>
                  </a:lnTo>
                  <a:lnTo>
                    <a:pt x="57" y="137"/>
                  </a:lnTo>
                  <a:lnTo>
                    <a:pt x="47" y="123"/>
                  </a:lnTo>
                  <a:lnTo>
                    <a:pt x="44" y="129"/>
                  </a:lnTo>
                  <a:lnTo>
                    <a:pt x="32" y="106"/>
                  </a:lnTo>
                  <a:lnTo>
                    <a:pt x="31" y="96"/>
                  </a:lnTo>
                  <a:lnTo>
                    <a:pt x="48" y="90"/>
                  </a:lnTo>
                  <a:lnTo>
                    <a:pt x="68" y="96"/>
                  </a:lnTo>
                  <a:lnTo>
                    <a:pt x="68" y="91"/>
                  </a:lnTo>
                  <a:lnTo>
                    <a:pt x="55" y="86"/>
                  </a:lnTo>
                  <a:lnTo>
                    <a:pt x="31" y="84"/>
                  </a:lnTo>
                  <a:lnTo>
                    <a:pt x="26" y="86"/>
                  </a:lnTo>
                  <a:lnTo>
                    <a:pt x="20" y="73"/>
                  </a:lnTo>
                  <a:lnTo>
                    <a:pt x="26" y="7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="" xmlns:a16="http://schemas.microsoft.com/office/drawing/2014/main" id="{FC95ED24-817D-4FE8-87C3-01E56B5A6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3344" y="2676525"/>
              <a:ext cx="74612" cy="17463"/>
            </a:xfrm>
            <a:custGeom>
              <a:avLst/>
              <a:gdLst>
                <a:gd name="T0" fmla="*/ 72679550 w 60"/>
                <a:gd name="T1" fmla="*/ 9022998 h 13"/>
                <a:gd name="T2" fmla="*/ 18556005 w 60"/>
                <a:gd name="T3" fmla="*/ 0 h 13"/>
                <a:gd name="T4" fmla="*/ 3092668 w 60"/>
                <a:gd name="T5" fmla="*/ 0 h 13"/>
                <a:gd name="T6" fmla="*/ 0 w 60"/>
                <a:gd name="T7" fmla="*/ 12631124 h 13"/>
                <a:gd name="T8" fmla="*/ 32473631 w 60"/>
                <a:gd name="T9" fmla="*/ 18044652 h 13"/>
                <a:gd name="T10" fmla="*/ 64947262 w 60"/>
                <a:gd name="T11" fmla="*/ 23458186 h 13"/>
                <a:gd name="T12" fmla="*/ 92782524 w 60"/>
                <a:gd name="T13" fmla="*/ 14435185 h 13"/>
                <a:gd name="T14" fmla="*/ 72679550 w 60"/>
                <a:gd name="T15" fmla="*/ 9022998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0"/>
                <a:gd name="T25" fmla="*/ 0 h 13"/>
                <a:gd name="T26" fmla="*/ 60 w 60"/>
                <a:gd name="T27" fmla="*/ 13 h 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0" h="13">
                  <a:moveTo>
                    <a:pt x="47" y="5"/>
                  </a:moveTo>
                  <a:lnTo>
                    <a:pt x="12" y="0"/>
                  </a:lnTo>
                  <a:lnTo>
                    <a:pt x="2" y="0"/>
                  </a:lnTo>
                  <a:lnTo>
                    <a:pt x="0" y="7"/>
                  </a:lnTo>
                  <a:lnTo>
                    <a:pt x="21" y="10"/>
                  </a:lnTo>
                  <a:lnTo>
                    <a:pt x="42" y="13"/>
                  </a:lnTo>
                  <a:lnTo>
                    <a:pt x="60" y="8"/>
                  </a:lnTo>
                  <a:lnTo>
                    <a:pt x="47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="" xmlns:a16="http://schemas.microsoft.com/office/drawing/2014/main" id="{C219B05E-3477-4DAA-A425-5E239EF8E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1119" y="2560638"/>
              <a:ext cx="41275" cy="31750"/>
            </a:xfrm>
            <a:custGeom>
              <a:avLst/>
              <a:gdLst>
                <a:gd name="T0" fmla="*/ 51625015 w 33"/>
                <a:gd name="T1" fmla="*/ 43828801 h 23"/>
                <a:gd name="T2" fmla="*/ 25030159 w 33"/>
                <a:gd name="T3" fmla="*/ 11434143 h 23"/>
                <a:gd name="T4" fmla="*/ 0 w 33"/>
                <a:gd name="T5" fmla="*/ 0 h 23"/>
                <a:gd name="T6" fmla="*/ 25030159 w 33"/>
                <a:gd name="T7" fmla="*/ 22866905 h 23"/>
                <a:gd name="T8" fmla="*/ 51625015 w 33"/>
                <a:gd name="T9" fmla="*/ 4382880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23"/>
                <a:gd name="T17" fmla="*/ 33 w 33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23">
                  <a:moveTo>
                    <a:pt x="33" y="23"/>
                  </a:moveTo>
                  <a:lnTo>
                    <a:pt x="16" y="6"/>
                  </a:lnTo>
                  <a:lnTo>
                    <a:pt x="0" y="0"/>
                  </a:lnTo>
                  <a:lnTo>
                    <a:pt x="16" y="12"/>
                  </a:lnTo>
                  <a:lnTo>
                    <a:pt x="33" y="2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="" xmlns:a16="http://schemas.microsoft.com/office/drawing/2014/main" id="{ADB1DCDF-D093-48A1-865C-80943F123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731" y="2552700"/>
              <a:ext cx="17463" cy="4763"/>
            </a:xfrm>
            <a:custGeom>
              <a:avLst/>
              <a:gdLst>
                <a:gd name="T0" fmla="*/ 23458186 w 13"/>
                <a:gd name="T1" fmla="*/ 3781029 h 6"/>
                <a:gd name="T2" fmla="*/ 7217593 w 13"/>
                <a:gd name="T3" fmla="*/ 1890911 h 6"/>
                <a:gd name="T4" fmla="*/ 0 w 13"/>
                <a:gd name="T5" fmla="*/ 0 h 6"/>
                <a:gd name="T6" fmla="*/ 21654119 w 13"/>
                <a:gd name="T7" fmla="*/ 1890911 h 6"/>
                <a:gd name="T8" fmla="*/ 23458186 w 13"/>
                <a:gd name="T9" fmla="*/ 378102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6"/>
                <a:gd name="T17" fmla="*/ 13 w 13"/>
                <a:gd name="T18" fmla="*/ 6 h 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6">
                  <a:moveTo>
                    <a:pt x="13" y="6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12" y="3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="" xmlns:a16="http://schemas.microsoft.com/office/drawing/2014/main" id="{A78ACCED-3FD2-4E67-A117-6679FB105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9681" y="2579688"/>
              <a:ext cx="9525" cy="9525"/>
            </a:xfrm>
            <a:custGeom>
              <a:avLst/>
              <a:gdLst>
                <a:gd name="T0" fmla="*/ 0 w 7"/>
                <a:gd name="T1" fmla="*/ 0 h 6"/>
                <a:gd name="T2" fmla="*/ 12960805 w 7"/>
                <a:gd name="T3" fmla="*/ 15120939 h 6"/>
                <a:gd name="T4" fmla="*/ 1851932 w 7"/>
                <a:gd name="T5" fmla="*/ 15120939 h 6"/>
                <a:gd name="T6" fmla="*/ 0 w 7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6"/>
                <a:gd name="T14" fmla="*/ 7 w 7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6">
                  <a:moveTo>
                    <a:pt x="0" y="0"/>
                  </a:moveTo>
                  <a:lnTo>
                    <a:pt x="7" y="6"/>
                  </a:lnTo>
                  <a:lnTo>
                    <a:pt x="1" y="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="" xmlns:a16="http://schemas.microsoft.com/office/drawing/2014/main" id="{E158727E-362A-4C7C-AD69-C7CC99507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731" y="2574925"/>
              <a:ext cx="9525" cy="6350"/>
            </a:xfrm>
            <a:custGeom>
              <a:avLst/>
              <a:gdLst>
                <a:gd name="T0" fmla="*/ 18145126 w 5"/>
                <a:gd name="T1" fmla="*/ 0 h 8"/>
                <a:gd name="T2" fmla="*/ 18145126 w 5"/>
                <a:gd name="T3" fmla="*/ 5040312 h 8"/>
                <a:gd name="T4" fmla="*/ 0 w 5"/>
                <a:gd name="T5" fmla="*/ 1889919 h 8"/>
                <a:gd name="T6" fmla="*/ 18145126 w 5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"/>
                <a:gd name="T13" fmla="*/ 0 h 8"/>
                <a:gd name="T14" fmla="*/ 5 w 5"/>
                <a:gd name="T15" fmla="*/ 8 h 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" h="8">
                  <a:moveTo>
                    <a:pt x="5" y="0"/>
                  </a:moveTo>
                  <a:lnTo>
                    <a:pt x="5" y="8"/>
                  </a:lnTo>
                  <a:lnTo>
                    <a:pt x="0" y="3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="" xmlns:a16="http://schemas.microsoft.com/office/drawing/2014/main" id="{106605F0-3736-4B22-BC85-499B825F8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0269" y="2301875"/>
              <a:ext cx="317500" cy="293688"/>
            </a:xfrm>
            <a:custGeom>
              <a:avLst/>
              <a:gdLst>
                <a:gd name="T0" fmla="*/ 223823665 w 252"/>
                <a:gd name="T1" fmla="*/ 15752471 h 234"/>
                <a:gd name="T2" fmla="*/ 171438698 w 252"/>
                <a:gd name="T3" fmla="*/ 0 h 234"/>
                <a:gd name="T4" fmla="*/ 136516187 w 252"/>
                <a:gd name="T5" fmla="*/ 4725365 h 234"/>
                <a:gd name="T6" fmla="*/ 115879952 w 252"/>
                <a:gd name="T7" fmla="*/ 1575122 h 234"/>
                <a:gd name="T8" fmla="*/ 115879952 w 252"/>
                <a:gd name="T9" fmla="*/ 4725365 h 234"/>
                <a:gd name="T10" fmla="*/ 111117453 w 252"/>
                <a:gd name="T11" fmla="*/ 11027108 h 234"/>
                <a:gd name="T12" fmla="*/ 101593715 w 252"/>
                <a:gd name="T13" fmla="*/ 22052961 h 234"/>
                <a:gd name="T14" fmla="*/ 79369961 w 252"/>
                <a:gd name="T15" fmla="*/ 22052961 h 234"/>
                <a:gd name="T16" fmla="*/ 68258723 w 252"/>
                <a:gd name="T17" fmla="*/ 39380548 h 234"/>
                <a:gd name="T18" fmla="*/ 46034989 w 252"/>
                <a:gd name="T19" fmla="*/ 22052961 h 234"/>
                <a:gd name="T20" fmla="*/ 25398744 w 252"/>
                <a:gd name="T21" fmla="*/ 39380548 h 234"/>
                <a:gd name="T22" fmla="*/ 4762500 w 252"/>
                <a:gd name="T23" fmla="*/ 40955669 h 234"/>
                <a:gd name="T24" fmla="*/ 4762500 w 252"/>
                <a:gd name="T25" fmla="*/ 56708145 h 234"/>
                <a:gd name="T26" fmla="*/ 0 w 252"/>
                <a:gd name="T27" fmla="*/ 72460612 h 234"/>
                <a:gd name="T28" fmla="*/ 0 w 252"/>
                <a:gd name="T29" fmla="*/ 81911339 h 234"/>
                <a:gd name="T30" fmla="*/ 3175000 w 252"/>
                <a:gd name="T31" fmla="*/ 97663825 h 234"/>
                <a:gd name="T32" fmla="*/ 25398744 w 252"/>
                <a:gd name="T33" fmla="*/ 111839915 h 234"/>
                <a:gd name="T34" fmla="*/ 25398744 w 252"/>
                <a:gd name="T35" fmla="*/ 127592381 h 234"/>
                <a:gd name="T36" fmla="*/ 55558726 w 252"/>
                <a:gd name="T37" fmla="*/ 105539430 h 234"/>
                <a:gd name="T38" fmla="*/ 101593715 w 252"/>
                <a:gd name="T39" fmla="*/ 113416291 h 234"/>
                <a:gd name="T40" fmla="*/ 126992449 w 252"/>
                <a:gd name="T41" fmla="*/ 157522193 h 234"/>
                <a:gd name="T42" fmla="*/ 157152422 w 252"/>
                <a:gd name="T43" fmla="*/ 185875667 h 234"/>
                <a:gd name="T44" fmla="*/ 187313694 w 252"/>
                <a:gd name="T45" fmla="*/ 212653981 h 234"/>
                <a:gd name="T46" fmla="*/ 196837432 w 252"/>
                <a:gd name="T47" fmla="*/ 217380600 h 234"/>
                <a:gd name="T48" fmla="*/ 198424931 w 252"/>
                <a:gd name="T49" fmla="*/ 217380600 h 234"/>
                <a:gd name="T50" fmla="*/ 223823665 w 252"/>
                <a:gd name="T51" fmla="*/ 228406448 h 234"/>
                <a:gd name="T52" fmla="*/ 263508636 w 252"/>
                <a:gd name="T53" fmla="*/ 258336259 h 234"/>
                <a:gd name="T54" fmla="*/ 284144871 w 252"/>
                <a:gd name="T55" fmla="*/ 264636744 h 234"/>
                <a:gd name="T56" fmla="*/ 303193607 w 252"/>
                <a:gd name="T57" fmla="*/ 278814089 h 234"/>
                <a:gd name="T58" fmla="*/ 325417341 w 252"/>
                <a:gd name="T59" fmla="*/ 322919991 h 234"/>
                <a:gd name="T60" fmla="*/ 312717344 w 252"/>
                <a:gd name="T61" fmla="*/ 359150365 h 234"/>
                <a:gd name="T62" fmla="*/ 325417341 w 252"/>
                <a:gd name="T63" fmla="*/ 368601092 h 234"/>
                <a:gd name="T64" fmla="*/ 341291156 w 252"/>
                <a:gd name="T65" fmla="*/ 343397899 h 234"/>
                <a:gd name="T66" fmla="*/ 355577393 w 252"/>
                <a:gd name="T67" fmla="*/ 327645354 h 234"/>
                <a:gd name="T68" fmla="*/ 360339892 w 252"/>
                <a:gd name="T69" fmla="*/ 315043130 h 234"/>
                <a:gd name="T70" fmla="*/ 341291156 w 252"/>
                <a:gd name="T71" fmla="*/ 299291919 h 234"/>
                <a:gd name="T72" fmla="*/ 349228654 w 252"/>
                <a:gd name="T73" fmla="*/ 264636744 h 234"/>
                <a:gd name="T74" fmla="*/ 369864889 w 252"/>
                <a:gd name="T75" fmla="*/ 269362107 h 234"/>
                <a:gd name="T76" fmla="*/ 395262363 w 252"/>
                <a:gd name="T77" fmla="*/ 289839937 h 234"/>
                <a:gd name="T78" fmla="*/ 400024862 w 252"/>
                <a:gd name="T79" fmla="*/ 272512350 h 234"/>
                <a:gd name="T80" fmla="*/ 358752392 w 252"/>
                <a:gd name="T81" fmla="*/ 247309156 h 234"/>
                <a:gd name="T82" fmla="*/ 314304844 w 252"/>
                <a:gd name="T83" fmla="*/ 223681084 h 234"/>
                <a:gd name="T84" fmla="*/ 319067343 w 252"/>
                <a:gd name="T85" fmla="*/ 209503739 h 234"/>
                <a:gd name="T86" fmla="*/ 307956105 w 252"/>
                <a:gd name="T87" fmla="*/ 203203255 h 234"/>
                <a:gd name="T88" fmla="*/ 263508636 w 252"/>
                <a:gd name="T89" fmla="*/ 192176152 h 234"/>
                <a:gd name="T90" fmla="*/ 247634900 w 252"/>
                <a:gd name="T91" fmla="*/ 163822677 h 234"/>
                <a:gd name="T92" fmla="*/ 228586164 w 252"/>
                <a:gd name="T93" fmla="*/ 138619484 h 234"/>
                <a:gd name="T94" fmla="*/ 196837432 w 252"/>
                <a:gd name="T95" fmla="*/ 118141654 h 234"/>
                <a:gd name="T96" fmla="*/ 182551195 w 252"/>
                <a:gd name="T97" fmla="*/ 86636722 h 234"/>
                <a:gd name="T98" fmla="*/ 177788696 w 252"/>
                <a:gd name="T99" fmla="*/ 66158872 h 234"/>
                <a:gd name="T100" fmla="*/ 207949929 w 252"/>
                <a:gd name="T101" fmla="*/ 50406406 h 234"/>
                <a:gd name="T102" fmla="*/ 226998665 w 252"/>
                <a:gd name="T103" fmla="*/ 55133024 h 234"/>
                <a:gd name="T104" fmla="*/ 219061167 w 252"/>
                <a:gd name="T105" fmla="*/ 29928566 h 234"/>
                <a:gd name="T106" fmla="*/ 223823665 w 252"/>
                <a:gd name="T107" fmla="*/ 15752471 h 234"/>
                <a:gd name="T108" fmla="*/ 192074933 w 252"/>
                <a:gd name="T109" fmla="*/ 121291897 h 234"/>
                <a:gd name="T110" fmla="*/ 192074933 w 252"/>
                <a:gd name="T111" fmla="*/ 118141654 h 234"/>
                <a:gd name="T112" fmla="*/ 190487433 w 252"/>
                <a:gd name="T113" fmla="*/ 118141654 h 234"/>
                <a:gd name="T114" fmla="*/ 187313694 w 252"/>
                <a:gd name="T115" fmla="*/ 121291897 h 234"/>
                <a:gd name="T116" fmla="*/ 190487433 w 252"/>
                <a:gd name="T117" fmla="*/ 122867018 h 234"/>
                <a:gd name="T118" fmla="*/ 192074933 w 252"/>
                <a:gd name="T119" fmla="*/ 121291897 h 234"/>
                <a:gd name="T120" fmla="*/ 223823665 w 252"/>
                <a:gd name="T121" fmla="*/ 15752471 h 234"/>
                <a:gd name="T122" fmla="*/ 198424931 w 252"/>
                <a:gd name="T123" fmla="*/ 212653981 h 234"/>
                <a:gd name="T124" fmla="*/ 223823665 w 252"/>
                <a:gd name="T125" fmla="*/ 15752471 h 23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52"/>
                <a:gd name="T190" fmla="*/ 0 h 234"/>
                <a:gd name="T191" fmla="*/ 252 w 252"/>
                <a:gd name="T192" fmla="*/ 234 h 23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52" h="234">
                  <a:moveTo>
                    <a:pt x="141" y="10"/>
                  </a:moveTo>
                  <a:lnTo>
                    <a:pt x="108" y="0"/>
                  </a:lnTo>
                  <a:lnTo>
                    <a:pt x="86" y="3"/>
                  </a:lnTo>
                  <a:lnTo>
                    <a:pt x="73" y="1"/>
                  </a:lnTo>
                  <a:lnTo>
                    <a:pt x="73" y="3"/>
                  </a:lnTo>
                  <a:lnTo>
                    <a:pt x="70" y="7"/>
                  </a:lnTo>
                  <a:lnTo>
                    <a:pt x="64" y="14"/>
                  </a:lnTo>
                  <a:lnTo>
                    <a:pt x="50" y="14"/>
                  </a:lnTo>
                  <a:lnTo>
                    <a:pt x="43" y="25"/>
                  </a:lnTo>
                  <a:lnTo>
                    <a:pt x="29" y="14"/>
                  </a:lnTo>
                  <a:lnTo>
                    <a:pt x="16" y="25"/>
                  </a:lnTo>
                  <a:lnTo>
                    <a:pt x="3" y="26"/>
                  </a:lnTo>
                  <a:lnTo>
                    <a:pt x="3" y="36"/>
                  </a:lnTo>
                  <a:lnTo>
                    <a:pt x="0" y="46"/>
                  </a:lnTo>
                  <a:lnTo>
                    <a:pt x="0" y="52"/>
                  </a:lnTo>
                  <a:lnTo>
                    <a:pt x="2" y="62"/>
                  </a:lnTo>
                  <a:lnTo>
                    <a:pt x="16" y="71"/>
                  </a:lnTo>
                  <a:lnTo>
                    <a:pt x="16" y="81"/>
                  </a:lnTo>
                  <a:lnTo>
                    <a:pt x="35" y="67"/>
                  </a:lnTo>
                  <a:lnTo>
                    <a:pt x="64" y="72"/>
                  </a:lnTo>
                  <a:lnTo>
                    <a:pt x="80" y="100"/>
                  </a:lnTo>
                  <a:lnTo>
                    <a:pt x="99" y="118"/>
                  </a:lnTo>
                  <a:lnTo>
                    <a:pt x="118" y="135"/>
                  </a:lnTo>
                  <a:lnTo>
                    <a:pt x="124" y="138"/>
                  </a:lnTo>
                  <a:lnTo>
                    <a:pt x="125" y="138"/>
                  </a:lnTo>
                  <a:lnTo>
                    <a:pt x="141" y="145"/>
                  </a:lnTo>
                  <a:lnTo>
                    <a:pt x="166" y="164"/>
                  </a:lnTo>
                  <a:lnTo>
                    <a:pt x="179" y="168"/>
                  </a:lnTo>
                  <a:lnTo>
                    <a:pt x="191" y="177"/>
                  </a:lnTo>
                  <a:lnTo>
                    <a:pt x="205" y="205"/>
                  </a:lnTo>
                  <a:lnTo>
                    <a:pt x="197" y="228"/>
                  </a:lnTo>
                  <a:lnTo>
                    <a:pt x="205" y="234"/>
                  </a:lnTo>
                  <a:lnTo>
                    <a:pt x="215" y="218"/>
                  </a:lnTo>
                  <a:lnTo>
                    <a:pt x="224" y="208"/>
                  </a:lnTo>
                  <a:lnTo>
                    <a:pt x="227" y="200"/>
                  </a:lnTo>
                  <a:lnTo>
                    <a:pt x="215" y="190"/>
                  </a:lnTo>
                  <a:lnTo>
                    <a:pt x="220" y="168"/>
                  </a:lnTo>
                  <a:lnTo>
                    <a:pt x="233" y="171"/>
                  </a:lnTo>
                  <a:lnTo>
                    <a:pt x="249" y="184"/>
                  </a:lnTo>
                  <a:lnTo>
                    <a:pt x="252" y="173"/>
                  </a:lnTo>
                  <a:lnTo>
                    <a:pt x="226" y="157"/>
                  </a:lnTo>
                  <a:lnTo>
                    <a:pt x="198" y="142"/>
                  </a:lnTo>
                  <a:lnTo>
                    <a:pt x="201" y="133"/>
                  </a:lnTo>
                  <a:lnTo>
                    <a:pt x="194" y="129"/>
                  </a:lnTo>
                  <a:lnTo>
                    <a:pt x="166" y="122"/>
                  </a:lnTo>
                  <a:lnTo>
                    <a:pt x="156" y="104"/>
                  </a:lnTo>
                  <a:lnTo>
                    <a:pt x="144" y="88"/>
                  </a:lnTo>
                  <a:lnTo>
                    <a:pt x="124" y="75"/>
                  </a:lnTo>
                  <a:lnTo>
                    <a:pt x="115" y="55"/>
                  </a:lnTo>
                  <a:lnTo>
                    <a:pt x="112" y="42"/>
                  </a:lnTo>
                  <a:lnTo>
                    <a:pt x="131" y="32"/>
                  </a:lnTo>
                  <a:lnTo>
                    <a:pt x="143" y="35"/>
                  </a:lnTo>
                  <a:lnTo>
                    <a:pt x="138" y="19"/>
                  </a:lnTo>
                  <a:lnTo>
                    <a:pt x="141" y="10"/>
                  </a:lnTo>
                  <a:lnTo>
                    <a:pt x="121" y="77"/>
                  </a:lnTo>
                  <a:lnTo>
                    <a:pt x="121" y="75"/>
                  </a:lnTo>
                  <a:lnTo>
                    <a:pt x="120" y="75"/>
                  </a:lnTo>
                  <a:lnTo>
                    <a:pt x="118" y="77"/>
                  </a:lnTo>
                  <a:lnTo>
                    <a:pt x="120" y="78"/>
                  </a:lnTo>
                  <a:lnTo>
                    <a:pt x="121" y="77"/>
                  </a:lnTo>
                  <a:lnTo>
                    <a:pt x="141" y="10"/>
                  </a:lnTo>
                  <a:lnTo>
                    <a:pt x="125" y="135"/>
                  </a:lnTo>
                  <a:lnTo>
                    <a:pt x="141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="" xmlns:a16="http://schemas.microsoft.com/office/drawing/2014/main" id="{18734C4E-405B-4BBA-840A-FE9C19656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0269" y="2301875"/>
              <a:ext cx="317500" cy="293688"/>
            </a:xfrm>
            <a:custGeom>
              <a:avLst/>
              <a:gdLst>
                <a:gd name="T0" fmla="*/ 223823665 w 252"/>
                <a:gd name="T1" fmla="*/ 15752471 h 234"/>
                <a:gd name="T2" fmla="*/ 171438698 w 252"/>
                <a:gd name="T3" fmla="*/ 0 h 234"/>
                <a:gd name="T4" fmla="*/ 136516187 w 252"/>
                <a:gd name="T5" fmla="*/ 4725365 h 234"/>
                <a:gd name="T6" fmla="*/ 115879952 w 252"/>
                <a:gd name="T7" fmla="*/ 1575122 h 234"/>
                <a:gd name="T8" fmla="*/ 115879952 w 252"/>
                <a:gd name="T9" fmla="*/ 4725365 h 234"/>
                <a:gd name="T10" fmla="*/ 111117453 w 252"/>
                <a:gd name="T11" fmla="*/ 11027108 h 234"/>
                <a:gd name="T12" fmla="*/ 101593715 w 252"/>
                <a:gd name="T13" fmla="*/ 22052961 h 234"/>
                <a:gd name="T14" fmla="*/ 79369961 w 252"/>
                <a:gd name="T15" fmla="*/ 22052961 h 234"/>
                <a:gd name="T16" fmla="*/ 68258723 w 252"/>
                <a:gd name="T17" fmla="*/ 39380548 h 234"/>
                <a:gd name="T18" fmla="*/ 46034989 w 252"/>
                <a:gd name="T19" fmla="*/ 22052961 h 234"/>
                <a:gd name="T20" fmla="*/ 25398744 w 252"/>
                <a:gd name="T21" fmla="*/ 39380548 h 234"/>
                <a:gd name="T22" fmla="*/ 4762500 w 252"/>
                <a:gd name="T23" fmla="*/ 40955669 h 234"/>
                <a:gd name="T24" fmla="*/ 4762500 w 252"/>
                <a:gd name="T25" fmla="*/ 56708145 h 234"/>
                <a:gd name="T26" fmla="*/ 0 w 252"/>
                <a:gd name="T27" fmla="*/ 72460612 h 234"/>
                <a:gd name="T28" fmla="*/ 0 w 252"/>
                <a:gd name="T29" fmla="*/ 81911339 h 234"/>
                <a:gd name="T30" fmla="*/ 3175000 w 252"/>
                <a:gd name="T31" fmla="*/ 97663825 h 234"/>
                <a:gd name="T32" fmla="*/ 25398744 w 252"/>
                <a:gd name="T33" fmla="*/ 111839915 h 234"/>
                <a:gd name="T34" fmla="*/ 25398744 w 252"/>
                <a:gd name="T35" fmla="*/ 127592381 h 234"/>
                <a:gd name="T36" fmla="*/ 55558726 w 252"/>
                <a:gd name="T37" fmla="*/ 105539430 h 234"/>
                <a:gd name="T38" fmla="*/ 101593715 w 252"/>
                <a:gd name="T39" fmla="*/ 113416291 h 234"/>
                <a:gd name="T40" fmla="*/ 126992449 w 252"/>
                <a:gd name="T41" fmla="*/ 157522193 h 234"/>
                <a:gd name="T42" fmla="*/ 157152422 w 252"/>
                <a:gd name="T43" fmla="*/ 185875667 h 234"/>
                <a:gd name="T44" fmla="*/ 187313694 w 252"/>
                <a:gd name="T45" fmla="*/ 212653981 h 234"/>
                <a:gd name="T46" fmla="*/ 196837432 w 252"/>
                <a:gd name="T47" fmla="*/ 217380600 h 234"/>
                <a:gd name="T48" fmla="*/ 198424931 w 252"/>
                <a:gd name="T49" fmla="*/ 217380600 h 234"/>
                <a:gd name="T50" fmla="*/ 223823665 w 252"/>
                <a:gd name="T51" fmla="*/ 228406448 h 234"/>
                <a:gd name="T52" fmla="*/ 263508636 w 252"/>
                <a:gd name="T53" fmla="*/ 258336259 h 234"/>
                <a:gd name="T54" fmla="*/ 284144871 w 252"/>
                <a:gd name="T55" fmla="*/ 264636744 h 234"/>
                <a:gd name="T56" fmla="*/ 303193607 w 252"/>
                <a:gd name="T57" fmla="*/ 278814089 h 234"/>
                <a:gd name="T58" fmla="*/ 325417341 w 252"/>
                <a:gd name="T59" fmla="*/ 322919991 h 234"/>
                <a:gd name="T60" fmla="*/ 312717344 w 252"/>
                <a:gd name="T61" fmla="*/ 359150365 h 234"/>
                <a:gd name="T62" fmla="*/ 325417341 w 252"/>
                <a:gd name="T63" fmla="*/ 368601092 h 234"/>
                <a:gd name="T64" fmla="*/ 341291156 w 252"/>
                <a:gd name="T65" fmla="*/ 343397899 h 234"/>
                <a:gd name="T66" fmla="*/ 355577393 w 252"/>
                <a:gd name="T67" fmla="*/ 327645354 h 234"/>
                <a:gd name="T68" fmla="*/ 360339892 w 252"/>
                <a:gd name="T69" fmla="*/ 315043130 h 234"/>
                <a:gd name="T70" fmla="*/ 341291156 w 252"/>
                <a:gd name="T71" fmla="*/ 299291919 h 234"/>
                <a:gd name="T72" fmla="*/ 349228654 w 252"/>
                <a:gd name="T73" fmla="*/ 264636744 h 234"/>
                <a:gd name="T74" fmla="*/ 369864889 w 252"/>
                <a:gd name="T75" fmla="*/ 269362107 h 234"/>
                <a:gd name="T76" fmla="*/ 395262363 w 252"/>
                <a:gd name="T77" fmla="*/ 289839937 h 234"/>
                <a:gd name="T78" fmla="*/ 400024862 w 252"/>
                <a:gd name="T79" fmla="*/ 272512350 h 234"/>
                <a:gd name="T80" fmla="*/ 358752392 w 252"/>
                <a:gd name="T81" fmla="*/ 247309156 h 234"/>
                <a:gd name="T82" fmla="*/ 314304844 w 252"/>
                <a:gd name="T83" fmla="*/ 223681084 h 234"/>
                <a:gd name="T84" fmla="*/ 319067343 w 252"/>
                <a:gd name="T85" fmla="*/ 209503739 h 234"/>
                <a:gd name="T86" fmla="*/ 307956105 w 252"/>
                <a:gd name="T87" fmla="*/ 203203255 h 234"/>
                <a:gd name="T88" fmla="*/ 263508636 w 252"/>
                <a:gd name="T89" fmla="*/ 192176152 h 234"/>
                <a:gd name="T90" fmla="*/ 247634900 w 252"/>
                <a:gd name="T91" fmla="*/ 163822677 h 234"/>
                <a:gd name="T92" fmla="*/ 228586164 w 252"/>
                <a:gd name="T93" fmla="*/ 138619484 h 234"/>
                <a:gd name="T94" fmla="*/ 196837432 w 252"/>
                <a:gd name="T95" fmla="*/ 118141654 h 234"/>
                <a:gd name="T96" fmla="*/ 182551195 w 252"/>
                <a:gd name="T97" fmla="*/ 86636722 h 234"/>
                <a:gd name="T98" fmla="*/ 177788696 w 252"/>
                <a:gd name="T99" fmla="*/ 66158872 h 234"/>
                <a:gd name="T100" fmla="*/ 207949929 w 252"/>
                <a:gd name="T101" fmla="*/ 50406406 h 234"/>
                <a:gd name="T102" fmla="*/ 226998665 w 252"/>
                <a:gd name="T103" fmla="*/ 55133024 h 234"/>
                <a:gd name="T104" fmla="*/ 219061167 w 252"/>
                <a:gd name="T105" fmla="*/ 29928566 h 234"/>
                <a:gd name="T106" fmla="*/ 223823665 w 252"/>
                <a:gd name="T107" fmla="*/ 15752471 h 23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52"/>
                <a:gd name="T163" fmla="*/ 0 h 234"/>
                <a:gd name="T164" fmla="*/ 252 w 252"/>
                <a:gd name="T165" fmla="*/ 234 h 23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52" h="234">
                  <a:moveTo>
                    <a:pt x="141" y="10"/>
                  </a:moveTo>
                  <a:lnTo>
                    <a:pt x="108" y="0"/>
                  </a:lnTo>
                  <a:lnTo>
                    <a:pt x="86" y="3"/>
                  </a:lnTo>
                  <a:lnTo>
                    <a:pt x="73" y="1"/>
                  </a:lnTo>
                  <a:lnTo>
                    <a:pt x="73" y="3"/>
                  </a:lnTo>
                  <a:lnTo>
                    <a:pt x="70" y="7"/>
                  </a:lnTo>
                  <a:lnTo>
                    <a:pt x="64" y="14"/>
                  </a:lnTo>
                  <a:lnTo>
                    <a:pt x="50" y="14"/>
                  </a:lnTo>
                  <a:lnTo>
                    <a:pt x="43" y="25"/>
                  </a:lnTo>
                  <a:lnTo>
                    <a:pt x="29" y="14"/>
                  </a:lnTo>
                  <a:lnTo>
                    <a:pt x="16" y="25"/>
                  </a:lnTo>
                  <a:lnTo>
                    <a:pt x="3" y="26"/>
                  </a:lnTo>
                  <a:lnTo>
                    <a:pt x="3" y="36"/>
                  </a:lnTo>
                  <a:lnTo>
                    <a:pt x="0" y="46"/>
                  </a:lnTo>
                  <a:lnTo>
                    <a:pt x="0" y="52"/>
                  </a:lnTo>
                  <a:lnTo>
                    <a:pt x="2" y="62"/>
                  </a:lnTo>
                  <a:lnTo>
                    <a:pt x="16" y="71"/>
                  </a:lnTo>
                  <a:lnTo>
                    <a:pt x="16" y="81"/>
                  </a:lnTo>
                  <a:lnTo>
                    <a:pt x="35" y="67"/>
                  </a:lnTo>
                  <a:lnTo>
                    <a:pt x="64" y="72"/>
                  </a:lnTo>
                  <a:lnTo>
                    <a:pt x="80" y="100"/>
                  </a:lnTo>
                  <a:lnTo>
                    <a:pt x="99" y="118"/>
                  </a:lnTo>
                  <a:lnTo>
                    <a:pt x="118" y="135"/>
                  </a:lnTo>
                  <a:lnTo>
                    <a:pt x="124" y="138"/>
                  </a:lnTo>
                  <a:lnTo>
                    <a:pt x="125" y="138"/>
                  </a:lnTo>
                  <a:lnTo>
                    <a:pt x="141" y="145"/>
                  </a:lnTo>
                  <a:lnTo>
                    <a:pt x="166" y="164"/>
                  </a:lnTo>
                  <a:lnTo>
                    <a:pt x="179" y="168"/>
                  </a:lnTo>
                  <a:lnTo>
                    <a:pt x="191" y="177"/>
                  </a:lnTo>
                  <a:lnTo>
                    <a:pt x="205" y="205"/>
                  </a:lnTo>
                  <a:lnTo>
                    <a:pt x="197" y="228"/>
                  </a:lnTo>
                  <a:lnTo>
                    <a:pt x="205" y="234"/>
                  </a:lnTo>
                  <a:lnTo>
                    <a:pt x="215" y="218"/>
                  </a:lnTo>
                  <a:lnTo>
                    <a:pt x="224" y="208"/>
                  </a:lnTo>
                  <a:lnTo>
                    <a:pt x="227" y="200"/>
                  </a:lnTo>
                  <a:lnTo>
                    <a:pt x="215" y="190"/>
                  </a:lnTo>
                  <a:lnTo>
                    <a:pt x="220" y="168"/>
                  </a:lnTo>
                  <a:lnTo>
                    <a:pt x="233" y="171"/>
                  </a:lnTo>
                  <a:lnTo>
                    <a:pt x="249" y="184"/>
                  </a:lnTo>
                  <a:lnTo>
                    <a:pt x="252" y="173"/>
                  </a:lnTo>
                  <a:lnTo>
                    <a:pt x="226" y="157"/>
                  </a:lnTo>
                  <a:lnTo>
                    <a:pt x="198" y="142"/>
                  </a:lnTo>
                  <a:lnTo>
                    <a:pt x="201" y="133"/>
                  </a:lnTo>
                  <a:lnTo>
                    <a:pt x="194" y="129"/>
                  </a:lnTo>
                  <a:lnTo>
                    <a:pt x="166" y="122"/>
                  </a:lnTo>
                  <a:lnTo>
                    <a:pt x="156" y="104"/>
                  </a:lnTo>
                  <a:lnTo>
                    <a:pt x="144" y="88"/>
                  </a:lnTo>
                  <a:lnTo>
                    <a:pt x="124" y="75"/>
                  </a:lnTo>
                  <a:lnTo>
                    <a:pt x="115" y="55"/>
                  </a:lnTo>
                  <a:lnTo>
                    <a:pt x="112" y="42"/>
                  </a:lnTo>
                  <a:lnTo>
                    <a:pt x="131" y="32"/>
                  </a:lnTo>
                  <a:lnTo>
                    <a:pt x="143" y="35"/>
                  </a:lnTo>
                  <a:lnTo>
                    <a:pt x="138" y="19"/>
                  </a:lnTo>
                  <a:lnTo>
                    <a:pt x="141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="" xmlns:a16="http://schemas.microsoft.com/office/drawing/2014/main" id="{FF7E116D-A1C6-4DEE-88E4-DA8FF94F6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081" y="2397125"/>
              <a:ext cx="1588" cy="1588"/>
            </a:xfrm>
            <a:custGeom>
              <a:avLst/>
              <a:gdLst>
                <a:gd name="T0" fmla="*/ 840581 w 3"/>
                <a:gd name="T1" fmla="*/ 560564 h 3"/>
                <a:gd name="T2" fmla="*/ 840581 w 3"/>
                <a:gd name="T3" fmla="*/ 0 h 3"/>
                <a:gd name="T4" fmla="*/ 560564 w 3"/>
                <a:gd name="T5" fmla="*/ 0 h 3"/>
                <a:gd name="T6" fmla="*/ 0 w 3"/>
                <a:gd name="T7" fmla="*/ 560564 h 3"/>
                <a:gd name="T8" fmla="*/ 560564 w 3"/>
                <a:gd name="T9" fmla="*/ 840581 h 3"/>
                <a:gd name="T10" fmla="*/ 840581 w 3"/>
                <a:gd name="T11" fmla="*/ 560564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"/>
                <a:gd name="T19" fmla="*/ 0 h 3"/>
                <a:gd name="T20" fmla="*/ 3 w 3"/>
                <a:gd name="T21" fmla="*/ 3 h 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" h="3">
                  <a:moveTo>
                    <a:pt x="3" y="2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3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="" xmlns:a16="http://schemas.microsoft.com/office/drawing/2014/main" id="{FC1AB245-7392-4AD7-B50B-0EC830993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5369" y="2589213"/>
              <a:ext cx="84137" cy="47625"/>
            </a:xfrm>
            <a:custGeom>
              <a:avLst/>
              <a:gdLst>
                <a:gd name="T0" fmla="*/ 89213264 w 69"/>
                <a:gd name="T1" fmla="*/ 32144604 h 42"/>
                <a:gd name="T2" fmla="*/ 89213264 w 69"/>
                <a:gd name="T3" fmla="*/ 54003346 h 42"/>
                <a:gd name="T4" fmla="*/ 47580081 w 69"/>
                <a:gd name="T5" fmla="*/ 39859860 h 42"/>
                <a:gd name="T6" fmla="*/ 8920959 w 69"/>
                <a:gd name="T7" fmla="*/ 24430491 h 42"/>
                <a:gd name="T8" fmla="*/ 0 w 69"/>
                <a:gd name="T9" fmla="*/ 8999990 h 42"/>
                <a:gd name="T10" fmla="*/ 28250519 w 69"/>
                <a:gd name="T11" fmla="*/ 5143500 h 42"/>
                <a:gd name="T12" fmla="*/ 65423214 w 69"/>
                <a:gd name="T13" fmla="*/ 1285875 h 42"/>
                <a:gd name="T14" fmla="*/ 102594700 w 69"/>
                <a:gd name="T15" fmla="*/ 0 h 42"/>
                <a:gd name="T16" fmla="*/ 89213264 w 69"/>
                <a:gd name="T17" fmla="*/ 32144604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9"/>
                <a:gd name="T28" fmla="*/ 0 h 42"/>
                <a:gd name="T29" fmla="*/ 69 w 69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9" h="42">
                  <a:moveTo>
                    <a:pt x="60" y="25"/>
                  </a:moveTo>
                  <a:lnTo>
                    <a:pt x="60" y="42"/>
                  </a:lnTo>
                  <a:lnTo>
                    <a:pt x="32" y="31"/>
                  </a:lnTo>
                  <a:lnTo>
                    <a:pt x="6" y="19"/>
                  </a:lnTo>
                  <a:lnTo>
                    <a:pt x="0" y="7"/>
                  </a:lnTo>
                  <a:lnTo>
                    <a:pt x="19" y="4"/>
                  </a:lnTo>
                  <a:lnTo>
                    <a:pt x="44" y="1"/>
                  </a:lnTo>
                  <a:lnTo>
                    <a:pt x="69" y="0"/>
                  </a:lnTo>
                  <a:lnTo>
                    <a:pt x="60" y="2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="" xmlns:a16="http://schemas.microsoft.com/office/drawing/2014/main" id="{A80D74B5-A5A0-4867-951D-E1A13E8FF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9956" y="2486025"/>
              <a:ext cx="50800" cy="76200"/>
            </a:xfrm>
            <a:custGeom>
              <a:avLst/>
              <a:gdLst>
                <a:gd name="T0" fmla="*/ 40026040 w 35"/>
                <a:gd name="T1" fmla="*/ 80057932 h 62"/>
                <a:gd name="T2" fmla="*/ 21066031 w 35"/>
                <a:gd name="T3" fmla="*/ 93652273 h 62"/>
                <a:gd name="T4" fmla="*/ 8426993 w 35"/>
                <a:gd name="T5" fmla="*/ 72505530 h 62"/>
                <a:gd name="T6" fmla="*/ 6319520 w 35"/>
                <a:gd name="T7" fmla="*/ 43805176 h 62"/>
                <a:gd name="T8" fmla="*/ 0 w 35"/>
                <a:gd name="T9" fmla="*/ 15104808 h 62"/>
                <a:gd name="T10" fmla="*/ 42133513 w 35"/>
                <a:gd name="T11" fmla="*/ 0 h 62"/>
                <a:gd name="T12" fmla="*/ 73732562 w 35"/>
                <a:gd name="T13" fmla="*/ 27189884 h 62"/>
                <a:gd name="T14" fmla="*/ 63199549 w 35"/>
                <a:gd name="T15" fmla="*/ 78547451 h 62"/>
                <a:gd name="T16" fmla="*/ 40026040 w 35"/>
                <a:gd name="T17" fmla="*/ 80057932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62"/>
                <a:gd name="T29" fmla="*/ 35 w 35"/>
                <a:gd name="T30" fmla="*/ 62 h 6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62">
                  <a:moveTo>
                    <a:pt x="19" y="53"/>
                  </a:moveTo>
                  <a:lnTo>
                    <a:pt x="10" y="62"/>
                  </a:lnTo>
                  <a:lnTo>
                    <a:pt x="4" y="48"/>
                  </a:lnTo>
                  <a:lnTo>
                    <a:pt x="3" y="29"/>
                  </a:lnTo>
                  <a:lnTo>
                    <a:pt x="0" y="10"/>
                  </a:lnTo>
                  <a:lnTo>
                    <a:pt x="20" y="0"/>
                  </a:lnTo>
                  <a:lnTo>
                    <a:pt x="35" y="18"/>
                  </a:lnTo>
                  <a:lnTo>
                    <a:pt x="30" y="52"/>
                  </a:lnTo>
                  <a:lnTo>
                    <a:pt x="19" y="5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="" xmlns:a16="http://schemas.microsoft.com/office/drawing/2014/main" id="{48B165B9-8C6E-4C0F-BADC-6176AACE7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144" y="2400300"/>
              <a:ext cx="3175" cy="7938"/>
            </a:xfrm>
            <a:custGeom>
              <a:avLst/>
              <a:gdLst>
                <a:gd name="T0" fmla="*/ 0 w 3175"/>
                <a:gd name="T1" fmla="*/ 0 h 2"/>
                <a:gd name="T2" fmla="*/ 0 w 3175"/>
                <a:gd name="T3" fmla="*/ 31505915 h 2"/>
                <a:gd name="T4" fmla="*/ 0 w 3175"/>
                <a:gd name="T5" fmla="*/ 0 h 2"/>
                <a:gd name="T6" fmla="*/ 0 60000 65536"/>
                <a:gd name="T7" fmla="*/ 0 60000 65536"/>
                <a:gd name="T8" fmla="*/ 0 60000 65536"/>
                <a:gd name="T9" fmla="*/ 0 w 3175"/>
                <a:gd name="T10" fmla="*/ 0 h 2"/>
                <a:gd name="T11" fmla="*/ 3175 w 3175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5"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="" xmlns:a16="http://schemas.microsoft.com/office/drawing/2014/main" id="{E7FF4E80-F4CB-4797-B1D4-9C3F4190B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5256" y="2462213"/>
              <a:ext cx="512763" cy="201612"/>
            </a:xfrm>
            <a:custGeom>
              <a:avLst/>
              <a:gdLst>
                <a:gd name="T0" fmla="*/ 431197265 w 408"/>
                <a:gd name="T1" fmla="*/ 214351355 h 160"/>
                <a:gd name="T2" fmla="*/ 366438333 w 408"/>
                <a:gd name="T3" fmla="*/ 220702131 h 160"/>
                <a:gd name="T4" fmla="*/ 350643227 w 408"/>
                <a:gd name="T5" fmla="*/ 254046223 h 160"/>
                <a:gd name="T6" fmla="*/ 349064722 w 408"/>
                <a:gd name="T7" fmla="*/ 244520059 h 160"/>
                <a:gd name="T8" fmla="*/ 334849377 w 408"/>
                <a:gd name="T9" fmla="*/ 220702131 h 160"/>
                <a:gd name="T10" fmla="*/ 284305712 w 408"/>
                <a:gd name="T11" fmla="*/ 228641860 h 160"/>
                <a:gd name="T12" fmla="*/ 219546781 w 408"/>
                <a:gd name="T13" fmla="*/ 236580330 h 160"/>
                <a:gd name="T14" fmla="*/ 157947334 w 408"/>
                <a:gd name="T15" fmla="*/ 230229554 h 160"/>
                <a:gd name="T16" fmla="*/ 110563271 w 408"/>
                <a:gd name="T17" fmla="*/ 228641860 h 160"/>
                <a:gd name="T18" fmla="*/ 72656504 w 408"/>
                <a:gd name="T19" fmla="*/ 220702131 h 160"/>
                <a:gd name="T20" fmla="*/ 77394533 w 408"/>
                <a:gd name="T21" fmla="*/ 209588274 h 160"/>
                <a:gd name="T22" fmla="*/ 55281636 w 408"/>
                <a:gd name="T23" fmla="*/ 195297768 h 160"/>
                <a:gd name="T24" fmla="*/ 41066281 w 408"/>
                <a:gd name="T25" fmla="*/ 173068794 h 160"/>
                <a:gd name="T26" fmla="*/ 9477318 w 408"/>
                <a:gd name="T27" fmla="*/ 142901310 h 160"/>
                <a:gd name="T28" fmla="*/ 30010461 w 408"/>
                <a:gd name="T29" fmla="*/ 149252086 h 160"/>
                <a:gd name="T30" fmla="*/ 22112908 w 408"/>
                <a:gd name="T31" fmla="*/ 127023111 h 160"/>
                <a:gd name="T32" fmla="*/ 0 w 408"/>
                <a:gd name="T33" fmla="*/ 103206443 h 160"/>
                <a:gd name="T34" fmla="*/ 36328252 w 408"/>
                <a:gd name="T35" fmla="*/ 68274637 h 160"/>
                <a:gd name="T36" fmla="*/ 88450374 w 408"/>
                <a:gd name="T37" fmla="*/ 61923862 h 160"/>
                <a:gd name="T38" fmla="*/ 105825242 w 408"/>
                <a:gd name="T39" fmla="*/ 50808744 h 160"/>
                <a:gd name="T40" fmla="*/ 151629543 w 408"/>
                <a:gd name="T41" fmla="*/ 38107183 h 160"/>
                <a:gd name="T42" fmla="*/ 232183620 w 408"/>
                <a:gd name="T43" fmla="*/ 4763083 h 160"/>
                <a:gd name="T44" fmla="*/ 284305712 w 408"/>
                <a:gd name="T45" fmla="*/ 1587695 h 160"/>
                <a:gd name="T46" fmla="*/ 323792221 w 408"/>
                <a:gd name="T47" fmla="*/ 20641286 h 160"/>
                <a:gd name="T48" fmla="*/ 410664129 w 408"/>
                <a:gd name="T49" fmla="*/ 41282571 h 160"/>
                <a:gd name="T50" fmla="*/ 502273987 w 408"/>
                <a:gd name="T51" fmla="*/ 20641286 h 160"/>
                <a:gd name="T52" fmla="*/ 568611424 w 408"/>
                <a:gd name="T53" fmla="*/ 31756408 h 160"/>
                <a:gd name="T54" fmla="*/ 597042113 w 408"/>
                <a:gd name="T55" fmla="*/ 80977449 h 160"/>
                <a:gd name="T56" fmla="*/ 609677695 w 408"/>
                <a:gd name="T57" fmla="*/ 106381831 h 160"/>
                <a:gd name="T58" fmla="*/ 623893040 w 408"/>
                <a:gd name="T59" fmla="*/ 169893406 h 160"/>
                <a:gd name="T60" fmla="*/ 627052564 w 408"/>
                <a:gd name="T61" fmla="*/ 203237498 h 160"/>
                <a:gd name="T62" fmla="*/ 571770948 w 408"/>
                <a:gd name="T63" fmla="*/ 195297768 h 160"/>
                <a:gd name="T64" fmla="*/ 551236555 w 408"/>
                <a:gd name="T65" fmla="*/ 198473156 h 160"/>
                <a:gd name="T66" fmla="*/ 483319357 w 408"/>
                <a:gd name="T67" fmla="*/ 214351355 h 16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8"/>
                <a:gd name="T103" fmla="*/ 0 h 160"/>
                <a:gd name="T104" fmla="*/ 408 w 408"/>
                <a:gd name="T105" fmla="*/ 160 h 16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8" h="160">
                  <a:moveTo>
                    <a:pt x="306" y="135"/>
                  </a:moveTo>
                  <a:lnTo>
                    <a:pt x="273" y="135"/>
                  </a:lnTo>
                  <a:lnTo>
                    <a:pt x="241" y="136"/>
                  </a:lnTo>
                  <a:lnTo>
                    <a:pt x="232" y="139"/>
                  </a:lnTo>
                  <a:lnTo>
                    <a:pt x="231" y="151"/>
                  </a:lnTo>
                  <a:lnTo>
                    <a:pt x="222" y="160"/>
                  </a:lnTo>
                  <a:lnTo>
                    <a:pt x="221" y="158"/>
                  </a:lnTo>
                  <a:lnTo>
                    <a:pt x="221" y="154"/>
                  </a:lnTo>
                  <a:lnTo>
                    <a:pt x="221" y="133"/>
                  </a:lnTo>
                  <a:lnTo>
                    <a:pt x="212" y="139"/>
                  </a:lnTo>
                  <a:lnTo>
                    <a:pt x="197" y="138"/>
                  </a:lnTo>
                  <a:lnTo>
                    <a:pt x="180" y="144"/>
                  </a:lnTo>
                  <a:lnTo>
                    <a:pt x="158" y="155"/>
                  </a:lnTo>
                  <a:lnTo>
                    <a:pt x="139" y="149"/>
                  </a:lnTo>
                  <a:lnTo>
                    <a:pt x="104" y="135"/>
                  </a:lnTo>
                  <a:lnTo>
                    <a:pt x="100" y="145"/>
                  </a:lnTo>
                  <a:lnTo>
                    <a:pt x="90" y="151"/>
                  </a:lnTo>
                  <a:lnTo>
                    <a:pt x="70" y="144"/>
                  </a:lnTo>
                  <a:lnTo>
                    <a:pt x="58" y="138"/>
                  </a:lnTo>
                  <a:lnTo>
                    <a:pt x="46" y="139"/>
                  </a:lnTo>
                  <a:lnTo>
                    <a:pt x="36" y="139"/>
                  </a:lnTo>
                  <a:lnTo>
                    <a:pt x="49" y="132"/>
                  </a:lnTo>
                  <a:lnTo>
                    <a:pt x="32" y="129"/>
                  </a:lnTo>
                  <a:lnTo>
                    <a:pt x="35" y="123"/>
                  </a:lnTo>
                  <a:lnTo>
                    <a:pt x="25" y="113"/>
                  </a:lnTo>
                  <a:lnTo>
                    <a:pt x="26" y="109"/>
                  </a:lnTo>
                  <a:lnTo>
                    <a:pt x="9" y="100"/>
                  </a:lnTo>
                  <a:lnTo>
                    <a:pt x="6" y="90"/>
                  </a:lnTo>
                  <a:lnTo>
                    <a:pt x="11" y="91"/>
                  </a:lnTo>
                  <a:lnTo>
                    <a:pt x="19" y="94"/>
                  </a:lnTo>
                  <a:lnTo>
                    <a:pt x="14" y="84"/>
                  </a:lnTo>
                  <a:lnTo>
                    <a:pt x="14" y="80"/>
                  </a:lnTo>
                  <a:lnTo>
                    <a:pt x="11" y="67"/>
                  </a:lnTo>
                  <a:lnTo>
                    <a:pt x="0" y="65"/>
                  </a:lnTo>
                  <a:lnTo>
                    <a:pt x="1" y="46"/>
                  </a:lnTo>
                  <a:lnTo>
                    <a:pt x="23" y="43"/>
                  </a:lnTo>
                  <a:lnTo>
                    <a:pt x="30" y="39"/>
                  </a:lnTo>
                  <a:lnTo>
                    <a:pt x="56" y="39"/>
                  </a:lnTo>
                  <a:lnTo>
                    <a:pt x="72" y="33"/>
                  </a:lnTo>
                  <a:lnTo>
                    <a:pt x="67" y="32"/>
                  </a:lnTo>
                  <a:lnTo>
                    <a:pt x="55" y="23"/>
                  </a:lnTo>
                  <a:lnTo>
                    <a:pt x="96" y="24"/>
                  </a:lnTo>
                  <a:lnTo>
                    <a:pt x="125" y="5"/>
                  </a:lnTo>
                  <a:lnTo>
                    <a:pt x="147" y="3"/>
                  </a:lnTo>
                  <a:lnTo>
                    <a:pt x="167" y="0"/>
                  </a:lnTo>
                  <a:lnTo>
                    <a:pt x="180" y="1"/>
                  </a:lnTo>
                  <a:lnTo>
                    <a:pt x="196" y="8"/>
                  </a:lnTo>
                  <a:lnTo>
                    <a:pt x="205" y="13"/>
                  </a:lnTo>
                  <a:lnTo>
                    <a:pt x="232" y="20"/>
                  </a:lnTo>
                  <a:lnTo>
                    <a:pt x="260" y="26"/>
                  </a:lnTo>
                  <a:lnTo>
                    <a:pt x="286" y="27"/>
                  </a:lnTo>
                  <a:lnTo>
                    <a:pt x="318" y="13"/>
                  </a:lnTo>
                  <a:lnTo>
                    <a:pt x="346" y="10"/>
                  </a:lnTo>
                  <a:lnTo>
                    <a:pt x="360" y="20"/>
                  </a:lnTo>
                  <a:lnTo>
                    <a:pt x="369" y="37"/>
                  </a:lnTo>
                  <a:lnTo>
                    <a:pt x="378" y="51"/>
                  </a:lnTo>
                  <a:lnTo>
                    <a:pt x="397" y="59"/>
                  </a:lnTo>
                  <a:lnTo>
                    <a:pt x="386" y="67"/>
                  </a:lnTo>
                  <a:lnTo>
                    <a:pt x="389" y="81"/>
                  </a:lnTo>
                  <a:lnTo>
                    <a:pt x="395" y="107"/>
                  </a:lnTo>
                  <a:lnTo>
                    <a:pt x="408" y="126"/>
                  </a:lnTo>
                  <a:lnTo>
                    <a:pt x="397" y="128"/>
                  </a:lnTo>
                  <a:lnTo>
                    <a:pt x="391" y="123"/>
                  </a:lnTo>
                  <a:lnTo>
                    <a:pt x="362" y="123"/>
                  </a:lnTo>
                  <a:lnTo>
                    <a:pt x="356" y="128"/>
                  </a:lnTo>
                  <a:lnTo>
                    <a:pt x="349" y="125"/>
                  </a:lnTo>
                  <a:lnTo>
                    <a:pt x="328" y="130"/>
                  </a:lnTo>
                  <a:lnTo>
                    <a:pt x="306" y="13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="" xmlns:a16="http://schemas.microsoft.com/office/drawing/2014/main" id="{39DC5075-5979-4DD2-9790-E2C776A6E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144" y="2462213"/>
              <a:ext cx="77787" cy="57150"/>
            </a:xfrm>
            <a:custGeom>
              <a:avLst/>
              <a:gdLst>
                <a:gd name="T0" fmla="*/ 11018154 w 62"/>
                <a:gd name="T1" fmla="*/ 1543050 h 46"/>
                <a:gd name="T2" fmla="*/ 3147865 w 62"/>
                <a:gd name="T3" fmla="*/ 10805078 h 46"/>
                <a:gd name="T4" fmla="*/ 12592713 w 62"/>
                <a:gd name="T5" fmla="*/ 24696256 h 46"/>
                <a:gd name="T6" fmla="*/ 0 w 62"/>
                <a:gd name="T7" fmla="*/ 50936804 h 46"/>
                <a:gd name="T8" fmla="*/ 20462999 w 62"/>
                <a:gd name="T9" fmla="*/ 54024145 h 46"/>
                <a:gd name="T10" fmla="*/ 7870288 w 62"/>
                <a:gd name="T11" fmla="*/ 71002659 h 46"/>
                <a:gd name="T12" fmla="*/ 45648431 w 62"/>
                <a:gd name="T13" fmla="*/ 44762121 h 46"/>
                <a:gd name="T14" fmla="*/ 97593844 w 62"/>
                <a:gd name="T15" fmla="*/ 37044379 h 46"/>
                <a:gd name="T16" fmla="*/ 81853252 w 62"/>
                <a:gd name="T17" fmla="*/ 24696256 h 46"/>
                <a:gd name="T18" fmla="*/ 58241140 w 62"/>
                <a:gd name="T19" fmla="*/ 0 h 46"/>
                <a:gd name="T20" fmla="*/ 11018154 w 62"/>
                <a:gd name="T21" fmla="*/ 1543050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2"/>
                <a:gd name="T34" fmla="*/ 0 h 46"/>
                <a:gd name="T35" fmla="*/ 62 w 62"/>
                <a:gd name="T36" fmla="*/ 46 h 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2" h="46">
                  <a:moveTo>
                    <a:pt x="7" y="1"/>
                  </a:moveTo>
                  <a:lnTo>
                    <a:pt x="2" y="7"/>
                  </a:lnTo>
                  <a:lnTo>
                    <a:pt x="8" y="16"/>
                  </a:lnTo>
                  <a:lnTo>
                    <a:pt x="0" y="33"/>
                  </a:lnTo>
                  <a:lnTo>
                    <a:pt x="13" y="35"/>
                  </a:lnTo>
                  <a:lnTo>
                    <a:pt x="5" y="46"/>
                  </a:lnTo>
                  <a:lnTo>
                    <a:pt x="29" y="29"/>
                  </a:lnTo>
                  <a:lnTo>
                    <a:pt x="62" y="24"/>
                  </a:lnTo>
                  <a:lnTo>
                    <a:pt x="52" y="16"/>
                  </a:lnTo>
                  <a:lnTo>
                    <a:pt x="37" y="0"/>
                  </a:lnTo>
                  <a:lnTo>
                    <a:pt x="7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="" xmlns:a16="http://schemas.microsoft.com/office/drawing/2014/main" id="{870A8869-8ECF-4AE6-B55A-F0EF93351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8731" y="2009775"/>
              <a:ext cx="223838" cy="149225"/>
            </a:xfrm>
            <a:custGeom>
              <a:avLst/>
              <a:gdLst>
                <a:gd name="T0" fmla="*/ 279907526 w 179"/>
                <a:gd name="T1" fmla="*/ 106078226 h 115"/>
                <a:gd name="T2" fmla="*/ 268961977 w 179"/>
                <a:gd name="T3" fmla="*/ 117865700 h 115"/>
                <a:gd name="T4" fmla="*/ 278344412 w 179"/>
                <a:gd name="T5" fmla="*/ 156592821 h 115"/>
                <a:gd name="T6" fmla="*/ 239250306 w 179"/>
                <a:gd name="T7" fmla="*/ 176797921 h 115"/>
                <a:gd name="T8" fmla="*/ 240814670 w 179"/>
                <a:gd name="T9" fmla="*/ 193635687 h 115"/>
                <a:gd name="T10" fmla="*/ 186083172 w 179"/>
                <a:gd name="T11" fmla="*/ 181849511 h 115"/>
                <a:gd name="T12" fmla="*/ 132917249 w 179"/>
                <a:gd name="T13" fmla="*/ 171746332 h 115"/>
                <a:gd name="T14" fmla="*/ 78186981 w 179"/>
                <a:gd name="T15" fmla="*/ 171746332 h 115"/>
                <a:gd name="T16" fmla="*/ 23455473 w 179"/>
                <a:gd name="T17" fmla="*/ 168378998 h 115"/>
                <a:gd name="T18" fmla="*/ 4690594 w 179"/>
                <a:gd name="T19" fmla="*/ 156592821 h 115"/>
                <a:gd name="T20" fmla="*/ 25019838 w 179"/>
                <a:gd name="T21" fmla="*/ 127967581 h 115"/>
                <a:gd name="T22" fmla="*/ 0 w 179"/>
                <a:gd name="T23" fmla="*/ 74086969 h 115"/>
                <a:gd name="T24" fmla="*/ 48475311 w 179"/>
                <a:gd name="T25" fmla="*/ 38727131 h 115"/>
                <a:gd name="T26" fmla="*/ 93823143 w 179"/>
                <a:gd name="T27" fmla="*/ 5051591 h 115"/>
                <a:gd name="T28" fmla="*/ 136044728 w 179"/>
                <a:gd name="T29" fmla="*/ 0 h 115"/>
                <a:gd name="T30" fmla="*/ 184520058 w 179"/>
                <a:gd name="T31" fmla="*/ 10103181 h 115"/>
                <a:gd name="T32" fmla="*/ 232995349 w 179"/>
                <a:gd name="T33" fmla="*/ 20205065 h 115"/>
                <a:gd name="T34" fmla="*/ 239250306 w 179"/>
                <a:gd name="T35" fmla="*/ 65668086 h 115"/>
                <a:gd name="T36" fmla="*/ 279907526 w 179"/>
                <a:gd name="T37" fmla="*/ 106078226 h 11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79"/>
                <a:gd name="T58" fmla="*/ 0 h 115"/>
                <a:gd name="T59" fmla="*/ 179 w 179"/>
                <a:gd name="T60" fmla="*/ 115 h 11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79" h="115">
                  <a:moveTo>
                    <a:pt x="179" y="63"/>
                  </a:moveTo>
                  <a:lnTo>
                    <a:pt x="172" y="70"/>
                  </a:lnTo>
                  <a:lnTo>
                    <a:pt x="178" y="93"/>
                  </a:lnTo>
                  <a:lnTo>
                    <a:pt x="153" y="105"/>
                  </a:lnTo>
                  <a:lnTo>
                    <a:pt x="154" y="115"/>
                  </a:lnTo>
                  <a:lnTo>
                    <a:pt x="119" y="108"/>
                  </a:lnTo>
                  <a:lnTo>
                    <a:pt x="85" y="102"/>
                  </a:lnTo>
                  <a:lnTo>
                    <a:pt x="50" y="102"/>
                  </a:lnTo>
                  <a:lnTo>
                    <a:pt x="15" y="100"/>
                  </a:lnTo>
                  <a:lnTo>
                    <a:pt x="3" y="93"/>
                  </a:lnTo>
                  <a:lnTo>
                    <a:pt x="16" y="76"/>
                  </a:lnTo>
                  <a:lnTo>
                    <a:pt x="0" y="44"/>
                  </a:lnTo>
                  <a:lnTo>
                    <a:pt x="31" y="23"/>
                  </a:lnTo>
                  <a:lnTo>
                    <a:pt x="60" y="3"/>
                  </a:lnTo>
                  <a:lnTo>
                    <a:pt x="87" y="0"/>
                  </a:lnTo>
                  <a:lnTo>
                    <a:pt x="118" y="6"/>
                  </a:lnTo>
                  <a:lnTo>
                    <a:pt x="149" y="12"/>
                  </a:lnTo>
                  <a:lnTo>
                    <a:pt x="153" y="39"/>
                  </a:lnTo>
                  <a:lnTo>
                    <a:pt x="179" y="6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="" xmlns:a16="http://schemas.microsoft.com/office/drawing/2014/main" id="{FAEFA5C9-A12E-44B4-AB65-148C31B84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081" y="1982788"/>
              <a:ext cx="60325" cy="65087"/>
            </a:xfrm>
            <a:custGeom>
              <a:avLst/>
              <a:gdLst>
                <a:gd name="T0" fmla="*/ 44225771 w 48"/>
                <a:gd name="T1" fmla="*/ 73293065 h 51"/>
                <a:gd name="T2" fmla="*/ 39486480 w 48"/>
                <a:gd name="T3" fmla="*/ 83065045 h 51"/>
                <a:gd name="T4" fmla="*/ 17373599 w 48"/>
                <a:gd name="T5" fmla="*/ 78178417 h 51"/>
                <a:gd name="T6" fmla="*/ 12635575 w 48"/>
                <a:gd name="T7" fmla="*/ 73293065 h 51"/>
                <a:gd name="T8" fmla="*/ 3159522 w 48"/>
                <a:gd name="T9" fmla="*/ 55376278 h 51"/>
                <a:gd name="T10" fmla="*/ 0 w 48"/>
                <a:gd name="T11" fmla="*/ 14658614 h 51"/>
                <a:gd name="T12" fmla="*/ 18953360 w 48"/>
                <a:gd name="T13" fmla="*/ 9771983 h 51"/>
                <a:gd name="T14" fmla="*/ 25271150 w 48"/>
                <a:gd name="T15" fmla="*/ 14658614 h 51"/>
                <a:gd name="T16" fmla="*/ 28430671 w 48"/>
                <a:gd name="T17" fmla="*/ 4886630 h 51"/>
                <a:gd name="T18" fmla="*/ 50543556 w 48"/>
                <a:gd name="T19" fmla="*/ 0 h 51"/>
                <a:gd name="T20" fmla="*/ 60019605 w 48"/>
                <a:gd name="T21" fmla="*/ 14658614 h 51"/>
                <a:gd name="T22" fmla="*/ 75814696 w 48"/>
                <a:gd name="T23" fmla="*/ 14658614 h 51"/>
                <a:gd name="T24" fmla="*/ 69496911 w 48"/>
                <a:gd name="T25" fmla="*/ 30945679 h 51"/>
                <a:gd name="T26" fmla="*/ 45804275 w 48"/>
                <a:gd name="T27" fmla="*/ 50490926 h 51"/>
                <a:gd name="T28" fmla="*/ 48963796 w 48"/>
                <a:gd name="T29" fmla="*/ 55376278 h 51"/>
                <a:gd name="T30" fmla="*/ 44225771 w 48"/>
                <a:gd name="T31" fmla="*/ 73293065 h 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8"/>
                <a:gd name="T49" fmla="*/ 0 h 51"/>
                <a:gd name="T50" fmla="*/ 48 w 48"/>
                <a:gd name="T51" fmla="*/ 51 h 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8" h="51">
                  <a:moveTo>
                    <a:pt x="28" y="45"/>
                  </a:moveTo>
                  <a:lnTo>
                    <a:pt x="25" y="51"/>
                  </a:lnTo>
                  <a:lnTo>
                    <a:pt x="11" y="48"/>
                  </a:lnTo>
                  <a:lnTo>
                    <a:pt x="8" y="45"/>
                  </a:lnTo>
                  <a:lnTo>
                    <a:pt x="2" y="34"/>
                  </a:lnTo>
                  <a:lnTo>
                    <a:pt x="0" y="9"/>
                  </a:lnTo>
                  <a:lnTo>
                    <a:pt x="12" y="6"/>
                  </a:lnTo>
                  <a:lnTo>
                    <a:pt x="16" y="9"/>
                  </a:lnTo>
                  <a:lnTo>
                    <a:pt x="18" y="3"/>
                  </a:lnTo>
                  <a:lnTo>
                    <a:pt x="32" y="0"/>
                  </a:lnTo>
                  <a:lnTo>
                    <a:pt x="38" y="9"/>
                  </a:lnTo>
                  <a:lnTo>
                    <a:pt x="48" y="9"/>
                  </a:lnTo>
                  <a:lnTo>
                    <a:pt x="44" y="19"/>
                  </a:lnTo>
                  <a:lnTo>
                    <a:pt x="29" y="31"/>
                  </a:lnTo>
                  <a:lnTo>
                    <a:pt x="31" y="34"/>
                  </a:lnTo>
                  <a:lnTo>
                    <a:pt x="28" y="4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="" xmlns:a16="http://schemas.microsoft.com/office/drawing/2014/main" id="{DFEF7883-3B1E-41D3-A8EA-7A2CDA6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756" y="2008188"/>
              <a:ext cx="38100" cy="33337"/>
            </a:xfrm>
            <a:custGeom>
              <a:avLst/>
              <a:gdLst>
                <a:gd name="T0" fmla="*/ 50055525 w 29"/>
                <a:gd name="T1" fmla="*/ 13152730 h 26"/>
                <a:gd name="T2" fmla="*/ 46602877 w 29"/>
                <a:gd name="T3" fmla="*/ 6576365 h 26"/>
                <a:gd name="T4" fmla="*/ 32794905 w 29"/>
                <a:gd name="T5" fmla="*/ 0 h 26"/>
                <a:gd name="T6" fmla="*/ 32794905 w 29"/>
                <a:gd name="T7" fmla="*/ 11507678 h 26"/>
                <a:gd name="T8" fmla="*/ 22438277 w 29"/>
                <a:gd name="T9" fmla="*/ 11507678 h 26"/>
                <a:gd name="T10" fmla="*/ 6903984 w 29"/>
                <a:gd name="T11" fmla="*/ 4932594 h 26"/>
                <a:gd name="T12" fmla="*/ 1726324 w 29"/>
                <a:gd name="T13" fmla="*/ 11507678 h 26"/>
                <a:gd name="T14" fmla="*/ 0 w 29"/>
                <a:gd name="T15" fmla="*/ 21372867 h 26"/>
                <a:gd name="T16" fmla="*/ 27617248 w 29"/>
                <a:gd name="T17" fmla="*/ 42744452 h 26"/>
                <a:gd name="T18" fmla="*/ 36247552 w 29"/>
                <a:gd name="T19" fmla="*/ 32880540 h 26"/>
                <a:gd name="T20" fmla="*/ 36247552 w 29"/>
                <a:gd name="T21" fmla="*/ 26304177 h 26"/>
                <a:gd name="T22" fmla="*/ 50055525 w 29"/>
                <a:gd name="T23" fmla="*/ 13152730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"/>
                <a:gd name="T37" fmla="*/ 0 h 26"/>
                <a:gd name="T38" fmla="*/ 29 w 29"/>
                <a:gd name="T39" fmla="*/ 26 h 2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" h="26">
                  <a:moveTo>
                    <a:pt x="29" y="8"/>
                  </a:moveTo>
                  <a:lnTo>
                    <a:pt x="27" y="4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3" y="7"/>
                  </a:lnTo>
                  <a:lnTo>
                    <a:pt x="4" y="3"/>
                  </a:lnTo>
                  <a:lnTo>
                    <a:pt x="1" y="7"/>
                  </a:lnTo>
                  <a:lnTo>
                    <a:pt x="0" y="13"/>
                  </a:lnTo>
                  <a:lnTo>
                    <a:pt x="16" y="26"/>
                  </a:lnTo>
                  <a:lnTo>
                    <a:pt x="21" y="20"/>
                  </a:lnTo>
                  <a:lnTo>
                    <a:pt x="21" y="16"/>
                  </a:lnTo>
                  <a:lnTo>
                    <a:pt x="29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="" xmlns:a16="http://schemas.microsoft.com/office/drawing/2014/main" id="{454D2B31-391C-477D-ADD3-97CE5089C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844" y="1957388"/>
              <a:ext cx="42862" cy="36512"/>
            </a:xfrm>
            <a:custGeom>
              <a:avLst/>
              <a:gdLst>
                <a:gd name="T0" fmla="*/ 38651635 w 39"/>
                <a:gd name="T1" fmla="*/ 32307905 h 28"/>
                <a:gd name="T2" fmla="*/ 3623487 w 39"/>
                <a:gd name="T3" fmla="*/ 32307905 h 28"/>
                <a:gd name="T4" fmla="*/ 0 w 39"/>
                <a:gd name="T5" fmla="*/ 47611655 h 28"/>
                <a:gd name="T6" fmla="*/ 1207829 w 39"/>
                <a:gd name="T7" fmla="*/ 27206659 h 28"/>
                <a:gd name="T8" fmla="*/ 24157682 w 39"/>
                <a:gd name="T9" fmla="*/ 20404992 h 28"/>
                <a:gd name="T10" fmla="*/ 47106436 w 39"/>
                <a:gd name="T11" fmla="*/ 0 h 28"/>
                <a:gd name="T12" fmla="*/ 38651635 w 39"/>
                <a:gd name="T13" fmla="*/ 3230790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"/>
                <a:gd name="T22" fmla="*/ 0 h 28"/>
                <a:gd name="T23" fmla="*/ 39 w 39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" h="28">
                  <a:moveTo>
                    <a:pt x="32" y="19"/>
                  </a:moveTo>
                  <a:lnTo>
                    <a:pt x="3" y="19"/>
                  </a:lnTo>
                  <a:lnTo>
                    <a:pt x="0" y="28"/>
                  </a:lnTo>
                  <a:lnTo>
                    <a:pt x="1" y="16"/>
                  </a:lnTo>
                  <a:lnTo>
                    <a:pt x="20" y="12"/>
                  </a:lnTo>
                  <a:lnTo>
                    <a:pt x="39" y="0"/>
                  </a:lnTo>
                  <a:lnTo>
                    <a:pt x="32" y="1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="" xmlns:a16="http://schemas.microsoft.com/office/drawing/2014/main" id="{E90B06DE-C5A6-433A-B688-00A7D2F6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181" y="2027238"/>
              <a:ext cx="25400" cy="14287"/>
            </a:xfrm>
            <a:custGeom>
              <a:avLst/>
              <a:gdLst>
                <a:gd name="T0" fmla="*/ 32257998 w 20"/>
                <a:gd name="T1" fmla="*/ 10206632 h 10"/>
                <a:gd name="T2" fmla="*/ 22580601 w 20"/>
                <a:gd name="T3" fmla="*/ 0 h 10"/>
                <a:gd name="T4" fmla="*/ 0 w 20"/>
                <a:gd name="T5" fmla="*/ 4081796 h 10"/>
                <a:gd name="T6" fmla="*/ 25806400 w 20"/>
                <a:gd name="T7" fmla="*/ 20411835 h 10"/>
                <a:gd name="T8" fmla="*/ 32257998 w 20"/>
                <a:gd name="T9" fmla="*/ 102066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0"/>
                <a:gd name="T17" fmla="*/ 20 w 20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0">
                  <a:moveTo>
                    <a:pt x="20" y="5"/>
                  </a:moveTo>
                  <a:lnTo>
                    <a:pt x="14" y="0"/>
                  </a:lnTo>
                  <a:lnTo>
                    <a:pt x="0" y="2"/>
                  </a:lnTo>
                  <a:lnTo>
                    <a:pt x="16" y="10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="" xmlns:a16="http://schemas.microsoft.com/office/drawing/2014/main" id="{96BB2859-F51B-432D-A7DA-B8581AFFE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2981" y="2043113"/>
              <a:ext cx="6350" cy="6350"/>
            </a:xfrm>
            <a:custGeom>
              <a:avLst/>
              <a:gdLst>
                <a:gd name="T0" fmla="*/ 10080623 w 4"/>
                <a:gd name="T1" fmla="*/ 3360208 h 6"/>
                <a:gd name="T2" fmla="*/ 5040312 w 4"/>
                <a:gd name="T3" fmla="*/ 0 h 6"/>
                <a:gd name="T4" fmla="*/ 0 w 4"/>
                <a:gd name="T5" fmla="*/ 6720417 h 6"/>
                <a:gd name="T6" fmla="*/ 10080623 w 4"/>
                <a:gd name="T7" fmla="*/ 3360208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"/>
                <a:gd name="T13" fmla="*/ 0 h 6"/>
                <a:gd name="T14" fmla="*/ 4 w 4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" h="6">
                  <a:moveTo>
                    <a:pt x="4" y="3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="" xmlns:a16="http://schemas.microsoft.com/office/drawing/2014/main" id="{67E7212B-885B-49D7-B812-EF0006EF8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9681" y="1901825"/>
              <a:ext cx="107950" cy="53975"/>
            </a:xfrm>
            <a:custGeom>
              <a:avLst/>
              <a:gdLst>
                <a:gd name="T0" fmla="*/ 135502346 w 86"/>
                <a:gd name="T1" fmla="*/ 43327448 h 41"/>
                <a:gd name="T2" fmla="*/ 126049193 w 86"/>
                <a:gd name="T3" fmla="*/ 5198713 h 41"/>
                <a:gd name="T4" fmla="*/ 53570816 w 86"/>
                <a:gd name="T5" fmla="*/ 0 h 41"/>
                <a:gd name="T6" fmla="*/ 0 w 86"/>
                <a:gd name="T7" fmla="*/ 15597458 h 41"/>
                <a:gd name="T8" fmla="*/ 4727205 w 86"/>
                <a:gd name="T9" fmla="*/ 31194916 h 41"/>
                <a:gd name="T10" fmla="*/ 23633520 w 86"/>
                <a:gd name="T11" fmla="*/ 55458654 h 41"/>
                <a:gd name="T12" fmla="*/ 34663245 w 86"/>
                <a:gd name="T13" fmla="*/ 53724873 h 41"/>
                <a:gd name="T14" fmla="*/ 78780897 w 86"/>
                <a:gd name="T15" fmla="*/ 60657366 h 41"/>
                <a:gd name="T16" fmla="*/ 121321989 w 86"/>
                <a:gd name="T17" fmla="*/ 71056107 h 41"/>
                <a:gd name="T18" fmla="*/ 135502346 w 86"/>
                <a:gd name="T19" fmla="*/ 43327448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6"/>
                <a:gd name="T31" fmla="*/ 0 h 41"/>
                <a:gd name="T32" fmla="*/ 86 w 86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6" h="41">
                  <a:moveTo>
                    <a:pt x="86" y="25"/>
                  </a:moveTo>
                  <a:lnTo>
                    <a:pt x="80" y="3"/>
                  </a:lnTo>
                  <a:lnTo>
                    <a:pt x="34" y="0"/>
                  </a:lnTo>
                  <a:lnTo>
                    <a:pt x="0" y="9"/>
                  </a:lnTo>
                  <a:lnTo>
                    <a:pt x="3" y="18"/>
                  </a:lnTo>
                  <a:lnTo>
                    <a:pt x="15" y="32"/>
                  </a:lnTo>
                  <a:lnTo>
                    <a:pt x="22" y="31"/>
                  </a:lnTo>
                  <a:lnTo>
                    <a:pt x="50" y="35"/>
                  </a:lnTo>
                  <a:lnTo>
                    <a:pt x="77" y="41"/>
                  </a:lnTo>
                  <a:lnTo>
                    <a:pt x="86" y="2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="" xmlns:a16="http://schemas.microsoft.com/office/drawing/2014/main" id="{E4E7FC44-2031-4C96-8AED-CD7BE347F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469" y="1941513"/>
              <a:ext cx="176212" cy="73025"/>
            </a:xfrm>
            <a:custGeom>
              <a:avLst/>
              <a:gdLst>
                <a:gd name="T0" fmla="*/ 114063276 w 140"/>
                <a:gd name="T1" fmla="*/ 64993512 h 58"/>
                <a:gd name="T2" fmla="*/ 61784955 w 140"/>
                <a:gd name="T3" fmla="*/ 69748949 h 58"/>
                <a:gd name="T4" fmla="*/ 7920728 w 140"/>
                <a:gd name="T5" fmla="*/ 76089532 h 58"/>
                <a:gd name="T6" fmla="*/ 0 w 140"/>
                <a:gd name="T7" fmla="*/ 77675936 h 58"/>
                <a:gd name="T8" fmla="*/ 15842715 w 140"/>
                <a:gd name="T9" fmla="*/ 26948746 h 58"/>
                <a:gd name="T10" fmla="*/ 42774205 w 140"/>
                <a:gd name="T11" fmla="*/ 25363600 h 58"/>
                <a:gd name="T12" fmla="*/ 79211055 w 140"/>
                <a:gd name="T13" fmla="*/ 50727200 h 58"/>
                <a:gd name="T14" fmla="*/ 98221824 w 140"/>
                <a:gd name="T15" fmla="*/ 36459620 h 58"/>
                <a:gd name="T16" fmla="*/ 93469137 w 140"/>
                <a:gd name="T17" fmla="*/ 0 h 58"/>
                <a:gd name="T18" fmla="*/ 137826712 w 140"/>
                <a:gd name="T19" fmla="*/ 6340585 h 58"/>
                <a:gd name="T20" fmla="*/ 180600937 w 140"/>
                <a:gd name="T21" fmla="*/ 15852721 h 58"/>
                <a:gd name="T22" fmla="*/ 199611687 w 140"/>
                <a:gd name="T23" fmla="*/ 44385358 h 58"/>
                <a:gd name="T24" fmla="*/ 221790474 w 140"/>
                <a:gd name="T25" fmla="*/ 87186830 h 58"/>
                <a:gd name="T26" fmla="*/ 179016289 w 140"/>
                <a:gd name="T27" fmla="*/ 91942267 h 58"/>
                <a:gd name="T28" fmla="*/ 114063276 w 140"/>
                <a:gd name="T29" fmla="*/ 64993512 h 5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0"/>
                <a:gd name="T46" fmla="*/ 0 h 58"/>
                <a:gd name="T47" fmla="*/ 140 w 140"/>
                <a:gd name="T48" fmla="*/ 58 h 5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0" h="58">
                  <a:moveTo>
                    <a:pt x="72" y="41"/>
                  </a:moveTo>
                  <a:lnTo>
                    <a:pt x="39" y="44"/>
                  </a:lnTo>
                  <a:lnTo>
                    <a:pt x="5" y="48"/>
                  </a:lnTo>
                  <a:lnTo>
                    <a:pt x="0" y="49"/>
                  </a:lnTo>
                  <a:lnTo>
                    <a:pt x="10" y="17"/>
                  </a:lnTo>
                  <a:lnTo>
                    <a:pt x="27" y="16"/>
                  </a:lnTo>
                  <a:lnTo>
                    <a:pt x="50" y="32"/>
                  </a:lnTo>
                  <a:lnTo>
                    <a:pt x="62" y="23"/>
                  </a:lnTo>
                  <a:lnTo>
                    <a:pt x="59" y="0"/>
                  </a:lnTo>
                  <a:lnTo>
                    <a:pt x="87" y="4"/>
                  </a:lnTo>
                  <a:lnTo>
                    <a:pt x="114" y="10"/>
                  </a:lnTo>
                  <a:lnTo>
                    <a:pt x="126" y="28"/>
                  </a:lnTo>
                  <a:lnTo>
                    <a:pt x="140" y="55"/>
                  </a:lnTo>
                  <a:lnTo>
                    <a:pt x="113" y="58"/>
                  </a:lnTo>
                  <a:lnTo>
                    <a:pt x="72" y="4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="" xmlns:a16="http://schemas.microsoft.com/office/drawing/2014/main" id="{7D274B28-01DD-431A-A267-5F5E1D64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469" y="1993900"/>
              <a:ext cx="139700" cy="73025"/>
            </a:xfrm>
            <a:custGeom>
              <a:avLst/>
              <a:gdLst>
                <a:gd name="T0" fmla="*/ 7641467 w 113"/>
                <a:gd name="T1" fmla="*/ 66578657 h 58"/>
                <a:gd name="T2" fmla="*/ 0 w 113"/>
                <a:gd name="T3" fmla="*/ 12681171 h 58"/>
                <a:gd name="T4" fmla="*/ 7641467 w 113"/>
                <a:gd name="T5" fmla="*/ 11096025 h 58"/>
                <a:gd name="T6" fmla="*/ 59607397 w 113"/>
                <a:gd name="T7" fmla="*/ 4755438 h 58"/>
                <a:gd name="T8" fmla="*/ 110044048 w 113"/>
                <a:gd name="T9" fmla="*/ 0 h 58"/>
                <a:gd name="T10" fmla="*/ 172708792 w 113"/>
                <a:gd name="T11" fmla="*/ 26948746 h 58"/>
                <a:gd name="T12" fmla="*/ 128385540 w 113"/>
                <a:gd name="T13" fmla="*/ 58652929 h 58"/>
                <a:gd name="T14" fmla="*/ 81004981 w 113"/>
                <a:gd name="T15" fmla="*/ 91942267 h 58"/>
                <a:gd name="T16" fmla="*/ 55022024 w 113"/>
                <a:gd name="T17" fmla="*/ 88771976 h 58"/>
                <a:gd name="T18" fmla="*/ 51965933 w 113"/>
                <a:gd name="T19" fmla="*/ 72919240 h 58"/>
                <a:gd name="T20" fmla="*/ 25982966 w 113"/>
                <a:gd name="T21" fmla="*/ 68163803 h 58"/>
                <a:gd name="T22" fmla="*/ 7641467 w 113"/>
                <a:gd name="T23" fmla="*/ 66578657 h 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13"/>
                <a:gd name="T37" fmla="*/ 0 h 58"/>
                <a:gd name="T38" fmla="*/ 113 w 113"/>
                <a:gd name="T39" fmla="*/ 58 h 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13" h="58">
                  <a:moveTo>
                    <a:pt x="5" y="42"/>
                  </a:moveTo>
                  <a:lnTo>
                    <a:pt x="0" y="8"/>
                  </a:lnTo>
                  <a:lnTo>
                    <a:pt x="5" y="7"/>
                  </a:lnTo>
                  <a:lnTo>
                    <a:pt x="39" y="3"/>
                  </a:lnTo>
                  <a:lnTo>
                    <a:pt x="72" y="0"/>
                  </a:lnTo>
                  <a:lnTo>
                    <a:pt x="113" y="17"/>
                  </a:lnTo>
                  <a:lnTo>
                    <a:pt x="84" y="37"/>
                  </a:lnTo>
                  <a:lnTo>
                    <a:pt x="53" y="58"/>
                  </a:lnTo>
                  <a:lnTo>
                    <a:pt x="36" y="56"/>
                  </a:lnTo>
                  <a:lnTo>
                    <a:pt x="34" y="46"/>
                  </a:lnTo>
                  <a:lnTo>
                    <a:pt x="17" y="43"/>
                  </a:lnTo>
                  <a:lnTo>
                    <a:pt x="5" y="4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="" xmlns:a16="http://schemas.microsoft.com/office/drawing/2014/main" id="{6F1F5F0A-F7E0-4F59-9058-889FDA0AC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6606" y="2090738"/>
              <a:ext cx="93663" cy="84137"/>
            </a:xfrm>
            <a:custGeom>
              <a:avLst/>
              <a:gdLst>
                <a:gd name="T0" fmla="*/ 88897429 w 75"/>
                <a:gd name="T1" fmla="*/ 60129901 h 66"/>
                <a:gd name="T2" fmla="*/ 113850491 w 75"/>
                <a:gd name="T3" fmla="*/ 47128191 h 66"/>
                <a:gd name="T4" fmla="*/ 104492937 w 75"/>
                <a:gd name="T5" fmla="*/ 29251627 h 66"/>
                <a:gd name="T6" fmla="*/ 116970092 w 75"/>
                <a:gd name="T7" fmla="*/ 4874846 h 66"/>
                <a:gd name="T8" fmla="*/ 79539856 w 75"/>
                <a:gd name="T9" fmla="*/ 0 h 66"/>
                <a:gd name="T10" fmla="*/ 38990028 w 75"/>
                <a:gd name="T11" fmla="*/ 26002155 h 66"/>
                <a:gd name="T12" fmla="*/ 10917360 w 75"/>
                <a:gd name="T13" fmla="*/ 68255492 h 66"/>
                <a:gd name="T14" fmla="*/ 0 w 75"/>
                <a:gd name="T15" fmla="*/ 81255927 h 66"/>
                <a:gd name="T16" fmla="*/ 26512872 w 75"/>
                <a:gd name="T17" fmla="*/ 81255927 h 66"/>
                <a:gd name="T18" fmla="*/ 67062700 w 75"/>
                <a:gd name="T19" fmla="*/ 84506694 h 66"/>
                <a:gd name="T20" fmla="*/ 74860454 w 75"/>
                <a:gd name="T21" fmla="*/ 99132502 h 66"/>
                <a:gd name="T22" fmla="*/ 84218028 w 75"/>
                <a:gd name="T23" fmla="*/ 107258093 h 66"/>
                <a:gd name="T24" fmla="*/ 88897429 w 75"/>
                <a:gd name="T25" fmla="*/ 60129901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5"/>
                <a:gd name="T40" fmla="*/ 0 h 66"/>
                <a:gd name="T41" fmla="*/ 75 w 75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5" h="66">
                  <a:moveTo>
                    <a:pt x="57" y="37"/>
                  </a:moveTo>
                  <a:lnTo>
                    <a:pt x="73" y="29"/>
                  </a:lnTo>
                  <a:lnTo>
                    <a:pt x="67" y="18"/>
                  </a:lnTo>
                  <a:lnTo>
                    <a:pt x="75" y="3"/>
                  </a:lnTo>
                  <a:lnTo>
                    <a:pt x="51" y="0"/>
                  </a:lnTo>
                  <a:lnTo>
                    <a:pt x="25" y="16"/>
                  </a:lnTo>
                  <a:lnTo>
                    <a:pt x="7" y="42"/>
                  </a:lnTo>
                  <a:lnTo>
                    <a:pt x="0" y="50"/>
                  </a:lnTo>
                  <a:lnTo>
                    <a:pt x="17" y="50"/>
                  </a:lnTo>
                  <a:lnTo>
                    <a:pt x="43" y="52"/>
                  </a:lnTo>
                  <a:lnTo>
                    <a:pt x="48" y="61"/>
                  </a:lnTo>
                  <a:lnTo>
                    <a:pt x="54" y="66"/>
                  </a:lnTo>
                  <a:lnTo>
                    <a:pt x="57" y="3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="" xmlns:a16="http://schemas.microsoft.com/office/drawing/2014/main" id="{834E6644-ABD5-4743-A899-55EF1F828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3306" y="2049463"/>
              <a:ext cx="257175" cy="180975"/>
            </a:xfrm>
            <a:custGeom>
              <a:avLst/>
              <a:gdLst>
                <a:gd name="T0" fmla="*/ 133211582 w 203"/>
                <a:gd name="T1" fmla="*/ 11211591 h 143"/>
                <a:gd name="T2" fmla="*/ 128397470 w 203"/>
                <a:gd name="T3" fmla="*/ 0 h 143"/>
                <a:gd name="T4" fmla="*/ 86667989 w 203"/>
                <a:gd name="T5" fmla="*/ 3203131 h 143"/>
                <a:gd name="T6" fmla="*/ 41729501 w 203"/>
                <a:gd name="T7" fmla="*/ 16016918 h 143"/>
                <a:gd name="T8" fmla="*/ 0 w 203"/>
                <a:gd name="T9" fmla="*/ 25626312 h 143"/>
                <a:gd name="T10" fmla="*/ 11234622 w 203"/>
                <a:gd name="T11" fmla="*/ 36837898 h 143"/>
                <a:gd name="T12" fmla="*/ 1605127 w 203"/>
                <a:gd name="T13" fmla="*/ 41643235 h 143"/>
                <a:gd name="T14" fmla="*/ 4815380 w 203"/>
                <a:gd name="T15" fmla="*/ 80082056 h 143"/>
                <a:gd name="T16" fmla="*/ 24074370 w 203"/>
                <a:gd name="T17" fmla="*/ 123326223 h 143"/>
                <a:gd name="T18" fmla="*/ 30494875 w 203"/>
                <a:gd name="T19" fmla="*/ 156960982 h 143"/>
                <a:gd name="T20" fmla="*/ 35308987 w 203"/>
                <a:gd name="T21" fmla="*/ 153757853 h 143"/>
                <a:gd name="T22" fmla="*/ 77038478 w 203"/>
                <a:gd name="T23" fmla="*/ 169773540 h 143"/>
                <a:gd name="T24" fmla="*/ 86667989 w 203"/>
                <a:gd name="T25" fmla="*/ 182587324 h 143"/>
                <a:gd name="T26" fmla="*/ 102717984 w 203"/>
                <a:gd name="T27" fmla="*/ 179384194 h 143"/>
                <a:gd name="T28" fmla="*/ 125187218 w 203"/>
                <a:gd name="T29" fmla="*/ 179384194 h 143"/>
                <a:gd name="T30" fmla="*/ 165311573 w 203"/>
                <a:gd name="T31" fmla="*/ 209814558 h 143"/>
                <a:gd name="T32" fmla="*/ 200620589 w 203"/>
                <a:gd name="T33" fmla="*/ 211416756 h 143"/>
                <a:gd name="T34" fmla="*/ 207041094 w 203"/>
                <a:gd name="T35" fmla="*/ 219425212 h 143"/>
                <a:gd name="T36" fmla="*/ 235929566 w 203"/>
                <a:gd name="T37" fmla="*/ 216222083 h 143"/>
                <a:gd name="T38" fmla="*/ 287288538 w 203"/>
                <a:gd name="T39" fmla="*/ 229034601 h 143"/>
                <a:gd name="T40" fmla="*/ 292103917 w 203"/>
                <a:gd name="T41" fmla="*/ 216222083 h 143"/>
                <a:gd name="T42" fmla="*/ 322597515 w 203"/>
                <a:gd name="T43" fmla="*/ 174578867 h 143"/>
                <a:gd name="T44" fmla="*/ 325807768 w 203"/>
                <a:gd name="T45" fmla="*/ 153757853 h 143"/>
                <a:gd name="T46" fmla="*/ 308152646 w 203"/>
                <a:gd name="T47" fmla="*/ 108911507 h 143"/>
                <a:gd name="T48" fmla="*/ 288893665 w 203"/>
                <a:gd name="T49" fmla="*/ 97699921 h 143"/>
                <a:gd name="T50" fmla="*/ 309757772 w 203"/>
                <a:gd name="T51" fmla="*/ 70472667 h 143"/>
                <a:gd name="T52" fmla="*/ 284078286 w 203"/>
                <a:gd name="T53" fmla="*/ 19220048 h 143"/>
                <a:gd name="T54" fmla="*/ 224694949 w 203"/>
                <a:gd name="T55" fmla="*/ 14414721 h 143"/>
                <a:gd name="T56" fmla="*/ 165311573 w 203"/>
                <a:gd name="T57" fmla="*/ 9609391 h 143"/>
                <a:gd name="T58" fmla="*/ 133211582 w 203"/>
                <a:gd name="T59" fmla="*/ 11211591 h 14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03"/>
                <a:gd name="T91" fmla="*/ 0 h 143"/>
                <a:gd name="T92" fmla="*/ 203 w 203"/>
                <a:gd name="T93" fmla="*/ 143 h 143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03" h="143">
                  <a:moveTo>
                    <a:pt x="83" y="7"/>
                  </a:moveTo>
                  <a:lnTo>
                    <a:pt x="80" y="0"/>
                  </a:lnTo>
                  <a:lnTo>
                    <a:pt x="54" y="2"/>
                  </a:lnTo>
                  <a:lnTo>
                    <a:pt x="26" y="10"/>
                  </a:lnTo>
                  <a:lnTo>
                    <a:pt x="0" y="16"/>
                  </a:lnTo>
                  <a:lnTo>
                    <a:pt x="7" y="23"/>
                  </a:lnTo>
                  <a:lnTo>
                    <a:pt x="1" y="26"/>
                  </a:lnTo>
                  <a:lnTo>
                    <a:pt x="3" y="50"/>
                  </a:lnTo>
                  <a:lnTo>
                    <a:pt x="15" y="77"/>
                  </a:lnTo>
                  <a:lnTo>
                    <a:pt x="19" y="98"/>
                  </a:lnTo>
                  <a:lnTo>
                    <a:pt x="22" y="96"/>
                  </a:lnTo>
                  <a:lnTo>
                    <a:pt x="48" y="106"/>
                  </a:lnTo>
                  <a:lnTo>
                    <a:pt x="54" y="114"/>
                  </a:lnTo>
                  <a:lnTo>
                    <a:pt x="64" y="112"/>
                  </a:lnTo>
                  <a:lnTo>
                    <a:pt x="78" y="112"/>
                  </a:lnTo>
                  <a:lnTo>
                    <a:pt x="103" y="131"/>
                  </a:lnTo>
                  <a:lnTo>
                    <a:pt x="125" y="132"/>
                  </a:lnTo>
                  <a:lnTo>
                    <a:pt x="129" y="137"/>
                  </a:lnTo>
                  <a:lnTo>
                    <a:pt x="147" y="135"/>
                  </a:lnTo>
                  <a:lnTo>
                    <a:pt x="179" y="143"/>
                  </a:lnTo>
                  <a:lnTo>
                    <a:pt x="182" y="135"/>
                  </a:lnTo>
                  <a:lnTo>
                    <a:pt x="201" y="109"/>
                  </a:lnTo>
                  <a:lnTo>
                    <a:pt x="203" y="96"/>
                  </a:lnTo>
                  <a:lnTo>
                    <a:pt x="192" y="68"/>
                  </a:lnTo>
                  <a:lnTo>
                    <a:pt x="180" y="61"/>
                  </a:lnTo>
                  <a:lnTo>
                    <a:pt x="193" y="44"/>
                  </a:lnTo>
                  <a:lnTo>
                    <a:pt x="177" y="12"/>
                  </a:lnTo>
                  <a:lnTo>
                    <a:pt x="140" y="9"/>
                  </a:lnTo>
                  <a:lnTo>
                    <a:pt x="103" y="6"/>
                  </a:lnTo>
                  <a:lnTo>
                    <a:pt x="83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="" xmlns:a16="http://schemas.microsoft.com/office/drawing/2014/main" id="{D06E2F75-BB03-49CD-AFCC-D2BE9CA0C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06" y="2255838"/>
              <a:ext cx="249238" cy="152400"/>
            </a:xfrm>
            <a:custGeom>
              <a:avLst/>
              <a:gdLst>
                <a:gd name="T0" fmla="*/ 288383461 w 198"/>
                <a:gd name="T1" fmla="*/ 160131070 h 118"/>
                <a:gd name="T2" fmla="*/ 285213860 w 198"/>
                <a:gd name="T3" fmla="*/ 191823845 h 118"/>
                <a:gd name="T4" fmla="*/ 220248359 w 198"/>
                <a:gd name="T5" fmla="*/ 180148458 h 118"/>
                <a:gd name="T6" fmla="*/ 169543547 w 198"/>
                <a:gd name="T7" fmla="*/ 196828504 h 118"/>
                <a:gd name="T8" fmla="*/ 131515842 w 198"/>
                <a:gd name="T9" fmla="*/ 190156486 h 118"/>
                <a:gd name="T10" fmla="*/ 95071719 w 198"/>
                <a:gd name="T11" fmla="*/ 181815817 h 118"/>
                <a:gd name="T12" fmla="*/ 87148974 w 198"/>
                <a:gd name="T13" fmla="*/ 173476439 h 118"/>
                <a:gd name="T14" fmla="*/ 85564174 w 198"/>
                <a:gd name="T15" fmla="*/ 158463711 h 118"/>
                <a:gd name="T16" fmla="*/ 72888266 w 198"/>
                <a:gd name="T17" fmla="*/ 153459052 h 118"/>
                <a:gd name="T18" fmla="*/ 61795919 w 198"/>
                <a:gd name="T19" fmla="*/ 153459052 h 118"/>
                <a:gd name="T20" fmla="*/ 47535230 w 198"/>
                <a:gd name="T21" fmla="*/ 143451024 h 118"/>
                <a:gd name="T22" fmla="*/ 0 w 198"/>
                <a:gd name="T23" fmla="*/ 90073583 h 118"/>
                <a:gd name="T24" fmla="*/ 19013837 w 198"/>
                <a:gd name="T25" fmla="*/ 85070215 h 118"/>
                <a:gd name="T26" fmla="*/ 44366888 w 198"/>
                <a:gd name="T27" fmla="*/ 46705442 h 118"/>
                <a:gd name="T28" fmla="*/ 76056608 w 198"/>
                <a:gd name="T29" fmla="*/ 13344042 h 118"/>
                <a:gd name="T30" fmla="*/ 77641409 w 198"/>
                <a:gd name="T31" fmla="*/ 13344042 h 118"/>
                <a:gd name="T32" fmla="*/ 141022129 w 198"/>
                <a:gd name="T33" fmla="*/ 18348702 h 118"/>
                <a:gd name="T34" fmla="*/ 194896582 w 198"/>
                <a:gd name="T35" fmla="*/ 0 h 118"/>
                <a:gd name="T36" fmla="*/ 198064925 w 198"/>
                <a:gd name="T37" fmla="*/ 0 h 118"/>
                <a:gd name="T38" fmla="*/ 220248359 w 198"/>
                <a:gd name="T39" fmla="*/ 25020726 h 118"/>
                <a:gd name="T40" fmla="*/ 245601394 w 198"/>
                <a:gd name="T41" fmla="*/ 51708810 h 118"/>
                <a:gd name="T42" fmla="*/ 255107681 w 198"/>
                <a:gd name="T43" fmla="*/ 85070215 h 118"/>
                <a:gd name="T44" fmla="*/ 267783569 w 198"/>
                <a:gd name="T45" fmla="*/ 121766317 h 118"/>
                <a:gd name="T46" fmla="*/ 293136605 w 198"/>
                <a:gd name="T47" fmla="*/ 123434968 h 118"/>
                <a:gd name="T48" fmla="*/ 313735238 w 198"/>
                <a:gd name="T49" fmla="*/ 128438336 h 118"/>
                <a:gd name="T50" fmla="*/ 313735238 w 198"/>
                <a:gd name="T51" fmla="*/ 138447655 h 118"/>
                <a:gd name="T52" fmla="*/ 299474549 w 198"/>
                <a:gd name="T53" fmla="*/ 148455683 h 118"/>
                <a:gd name="T54" fmla="*/ 294721405 w 198"/>
                <a:gd name="T55" fmla="*/ 143451024 h 118"/>
                <a:gd name="T56" fmla="*/ 288383461 w 198"/>
                <a:gd name="T57" fmla="*/ 160131070 h 11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98"/>
                <a:gd name="T88" fmla="*/ 0 h 118"/>
                <a:gd name="T89" fmla="*/ 198 w 198"/>
                <a:gd name="T90" fmla="*/ 118 h 118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98" h="118">
                  <a:moveTo>
                    <a:pt x="182" y="96"/>
                  </a:moveTo>
                  <a:lnTo>
                    <a:pt x="180" y="115"/>
                  </a:lnTo>
                  <a:lnTo>
                    <a:pt x="139" y="108"/>
                  </a:lnTo>
                  <a:lnTo>
                    <a:pt x="107" y="118"/>
                  </a:lnTo>
                  <a:lnTo>
                    <a:pt x="83" y="114"/>
                  </a:lnTo>
                  <a:lnTo>
                    <a:pt x="60" y="109"/>
                  </a:lnTo>
                  <a:lnTo>
                    <a:pt x="55" y="104"/>
                  </a:lnTo>
                  <a:lnTo>
                    <a:pt x="54" y="95"/>
                  </a:lnTo>
                  <a:lnTo>
                    <a:pt x="46" y="92"/>
                  </a:lnTo>
                  <a:lnTo>
                    <a:pt x="39" y="92"/>
                  </a:lnTo>
                  <a:lnTo>
                    <a:pt x="30" y="86"/>
                  </a:lnTo>
                  <a:lnTo>
                    <a:pt x="0" y="54"/>
                  </a:lnTo>
                  <a:lnTo>
                    <a:pt x="12" y="51"/>
                  </a:lnTo>
                  <a:lnTo>
                    <a:pt x="28" y="2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89" y="11"/>
                  </a:lnTo>
                  <a:lnTo>
                    <a:pt x="123" y="0"/>
                  </a:lnTo>
                  <a:lnTo>
                    <a:pt x="125" y="0"/>
                  </a:lnTo>
                  <a:lnTo>
                    <a:pt x="139" y="15"/>
                  </a:lnTo>
                  <a:lnTo>
                    <a:pt x="155" y="31"/>
                  </a:lnTo>
                  <a:lnTo>
                    <a:pt x="161" y="51"/>
                  </a:lnTo>
                  <a:lnTo>
                    <a:pt x="169" y="73"/>
                  </a:lnTo>
                  <a:lnTo>
                    <a:pt x="185" y="74"/>
                  </a:lnTo>
                  <a:lnTo>
                    <a:pt x="198" y="77"/>
                  </a:lnTo>
                  <a:lnTo>
                    <a:pt x="198" y="83"/>
                  </a:lnTo>
                  <a:lnTo>
                    <a:pt x="189" y="89"/>
                  </a:lnTo>
                  <a:lnTo>
                    <a:pt x="186" y="86"/>
                  </a:lnTo>
                  <a:lnTo>
                    <a:pt x="182" y="9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="" xmlns:a16="http://schemas.microsoft.com/office/drawing/2014/main" id="{CF50474E-C0FA-4A7C-8225-2F4C94266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3619" y="2170113"/>
              <a:ext cx="171450" cy="77787"/>
            </a:xfrm>
            <a:custGeom>
              <a:avLst/>
              <a:gdLst>
                <a:gd name="T0" fmla="*/ 177418999 w 135"/>
                <a:gd name="T1" fmla="*/ 27643718 h 61"/>
                <a:gd name="T2" fmla="*/ 217741481 w 135"/>
                <a:gd name="T3" fmla="*/ 58540461 h 61"/>
                <a:gd name="T4" fmla="*/ 216128582 w 135"/>
                <a:gd name="T5" fmla="*/ 60166337 h 61"/>
                <a:gd name="T6" fmla="*/ 206451186 w 135"/>
                <a:gd name="T7" fmla="*/ 69922864 h 61"/>
                <a:gd name="T8" fmla="*/ 196773790 w 135"/>
                <a:gd name="T9" fmla="*/ 73175890 h 61"/>
                <a:gd name="T10" fmla="*/ 196773790 w 135"/>
                <a:gd name="T11" fmla="*/ 78053517 h 61"/>
                <a:gd name="T12" fmla="*/ 185483496 w 135"/>
                <a:gd name="T13" fmla="*/ 89437215 h 61"/>
                <a:gd name="T14" fmla="*/ 166128665 w 135"/>
                <a:gd name="T15" fmla="*/ 91063090 h 61"/>
                <a:gd name="T16" fmla="*/ 156451269 w 135"/>
                <a:gd name="T17" fmla="*/ 91063090 h 61"/>
                <a:gd name="T18" fmla="*/ 145160974 w 135"/>
                <a:gd name="T19" fmla="*/ 89437215 h 61"/>
                <a:gd name="T20" fmla="*/ 93548197 w 135"/>
                <a:gd name="T21" fmla="*/ 84558313 h 61"/>
                <a:gd name="T22" fmla="*/ 75806286 w 135"/>
                <a:gd name="T23" fmla="*/ 99193742 h 61"/>
                <a:gd name="T24" fmla="*/ 56451494 w 135"/>
                <a:gd name="T25" fmla="*/ 89437215 h 61"/>
                <a:gd name="T26" fmla="*/ 6451600 w 135"/>
                <a:gd name="T27" fmla="*/ 47158058 h 61"/>
                <a:gd name="T28" fmla="*/ 0 w 135"/>
                <a:gd name="T29" fmla="*/ 30896744 h 61"/>
                <a:gd name="T30" fmla="*/ 72580487 w 135"/>
                <a:gd name="T31" fmla="*/ 0 h 61"/>
                <a:gd name="T32" fmla="*/ 82257883 w 135"/>
                <a:gd name="T33" fmla="*/ 4878903 h 61"/>
                <a:gd name="T34" fmla="*/ 87096600 w 135"/>
                <a:gd name="T35" fmla="*/ 1625876 h 61"/>
                <a:gd name="T36" fmla="*/ 129031981 w 135"/>
                <a:gd name="T37" fmla="*/ 17887185 h 61"/>
                <a:gd name="T38" fmla="*/ 138709377 w 135"/>
                <a:gd name="T39" fmla="*/ 30896744 h 61"/>
                <a:gd name="T40" fmla="*/ 154838370 w 135"/>
                <a:gd name="T41" fmla="*/ 27643718 h 61"/>
                <a:gd name="T42" fmla="*/ 177418999 w 135"/>
                <a:gd name="T43" fmla="*/ 27643718 h 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35"/>
                <a:gd name="T67" fmla="*/ 0 h 61"/>
                <a:gd name="T68" fmla="*/ 135 w 135"/>
                <a:gd name="T69" fmla="*/ 61 h 6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35" h="61">
                  <a:moveTo>
                    <a:pt x="110" y="17"/>
                  </a:moveTo>
                  <a:lnTo>
                    <a:pt x="135" y="36"/>
                  </a:lnTo>
                  <a:lnTo>
                    <a:pt x="134" y="37"/>
                  </a:lnTo>
                  <a:lnTo>
                    <a:pt x="128" y="43"/>
                  </a:lnTo>
                  <a:lnTo>
                    <a:pt x="122" y="45"/>
                  </a:lnTo>
                  <a:lnTo>
                    <a:pt x="122" y="48"/>
                  </a:lnTo>
                  <a:lnTo>
                    <a:pt x="115" y="55"/>
                  </a:lnTo>
                  <a:lnTo>
                    <a:pt x="103" y="56"/>
                  </a:lnTo>
                  <a:lnTo>
                    <a:pt x="97" y="56"/>
                  </a:lnTo>
                  <a:lnTo>
                    <a:pt x="90" y="55"/>
                  </a:lnTo>
                  <a:lnTo>
                    <a:pt x="58" y="52"/>
                  </a:lnTo>
                  <a:lnTo>
                    <a:pt x="47" y="61"/>
                  </a:lnTo>
                  <a:lnTo>
                    <a:pt x="35" y="55"/>
                  </a:lnTo>
                  <a:lnTo>
                    <a:pt x="4" y="29"/>
                  </a:lnTo>
                  <a:lnTo>
                    <a:pt x="0" y="19"/>
                  </a:lnTo>
                  <a:lnTo>
                    <a:pt x="45" y="0"/>
                  </a:lnTo>
                  <a:lnTo>
                    <a:pt x="51" y="3"/>
                  </a:lnTo>
                  <a:lnTo>
                    <a:pt x="54" y="1"/>
                  </a:lnTo>
                  <a:lnTo>
                    <a:pt x="80" y="11"/>
                  </a:lnTo>
                  <a:lnTo>
                    <a:pt x="86" y="19"/>
                  </a:lnTo>
                  <a:lnTo>
                    <a:pt x="96" y="17"/>
                  </a:lnTo>
                  <a:lnTo>
                    <a:pt x="110" y="1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="" xmlns:a16="http://schemas.microsoft.com/office/drawing/2014/main" id="{0466C8C5-7D58-4463-BB87-7110C836B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7556" y="2159000"/>
              <a:ext cx="90488" cy="55563"/>
            </a:xfrm>
            <a:custGeom>
              <a:avLst/>
              <a:gdLst>
                <a:gd name="T0" fmla="*/ 24584225 w 73"/>
                <a:gd name="T1" fmla="*/ 0 h 47"/>
                <a:gd name="T2" fmla="*/ 0 w 73"/>
                <a:gd name="T3" fmla="*/ 11181168 h 47"/>
                <a:gd name="T4" fmla="*/ 13828549 w 73"/>
                <a:gd name="T5" fmla="*/ 22361154 h 47"/>
                <a:gd name="T6" fmla="*/ 53778379 w 73"/>
                <a:gd name="T7" fmla="*/ 47518190 h 47"/>
                <a:gd name="T8" fmla="*/ 66069867 w 73"/>
                <a:gd name="T9" fmla="*/ 44722308 h 47"/>
                <a:gd name="T10" fmla="*/ 70679795 w 73"/>
                <a:gd name="T11" fmla="*/ 48915540 h 47"/>
                <a:gd name="T12" fmla="*/ 102946830 w 73"/>
                <a:gd name="T13" fmla="*/ 65686103 h 47"/>
                <a:gd name="T14" fmla="*/ 102946830 w 73"/>
                <a:gd name="T15" fmla="*/ 60095521 h 47"/>
                <a:gd name="T16" fmla="*/ 112165446 w 73"/>
                <a:gd name="T17" fmla="*/ 43324958 h 47"/>
                <a:gd name="T18" fmla="*/ 112165446 w 73"/>
                <a:gd name="T19" fmla="*/ 25155854 h 47"/>
                <a:gd name="T20" fmla="*/ 107555518 w 73"/>
                <a:gd name="T21" fmla="*/ 22361154 h 47"/>
                <a:gd name="T22" fmla="*/ 98336902 w 73"/>
                <a:gd name="T23" fmla="*/ 15373218 h 47"/>
                <a:gd name="T24" fmla="*/ 90654102 w 73"/>
                <a:gd name="T25" fmla="*/ 2794701 h 47"/>
                <a:gd name="T26" fmla="*/ 50705507 w 73"/>
                <a:gd name="T27" fmla="*/ 0 h 47"/>
                <a:gd name="T28" fmla="*/ 24584225 w 73"/>
                <a:gd name="T29" fmla="*/ 0 h 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3"/>
                <a:gd name="T46" fmla="*/ 0 h 47"/>
                <a:gd name="T47" fmla="*/ 73 w 73"/>
                <a:gd name="T48" fmla="*/ 47 h 4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3" h="47">
                  <a:moveTo>
                    <a:pt x="16" y="0"/>
                  </a:moveTo>
                  <a:lnTo>
                    <a:pt x="0" y="8"/>
                  </a:lnTo>
                  <a:lnTo>
                    <a:pt x="9" y="16"/>
                  </a:lnTo>
                  <a:lnTo>
                    <a:pt x="35" y="34"/>
                  </a:lnTo>
                  <a:lnTo>
                    <a:pt x="43" y="32"/>
                  </a:lnTo>
                  <a:lnTo>
                    <a:pt x="46" y="35"/>
                  </a:lnTo>
                  <a:lnTo>
                    <a:pt x="67" y="47"/>
                  </a:lnTo>
                  <a:lnTo>
                    <a:pt x="67" y="43"/>
                  </a:lnTo>
                  <a:lnTo>
                    <a:pt x="73" y="31"/>
                  </a:lnTo>
                  <a:lnTo>
                    <a:pt x="73" y="18"/>
                  </a:lnTo>
                  <a:lnTo>
                    <a:pt x="70" y="16"/>
                  </a:lnTo>
                  <a:lnTo>
                    <a:pt x="64" y="11"/>
                  </a:lnTo>
                  <a:lnTo>
                    <a:pt x="59" y="2"/>
                  </a:lnTo>
                  <a:lnTo>
                    <a:pt x="33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="" xmlns:a16="http://schemas.microsoft.com/office/drawing/2014/main" id="{F053C0BA-01EF-422A-8BFC-568E62303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869" y="2043113"/>
              <a:ext cx="223837" cy="241300"/>
            </a:xfrm>
            <a:custGeom>
              <a:avLst/>
              <a:gdLst>
                <a:gd name="T0" fmla="*/ 67168801 w 177"/>
                <a:gd name="T1" fmla="*/ 58441102 h 192"/>
                <a:gd name="T2" fmla="*/ 73565226 w 177"/>
                <a:gd name="T3" fmla="*/ 60019605 h 192"/>
                <a:gd name="T4" fmla="*/ 73565226 w 177"/>
                <a:gd name="T5" fmla="*/ 50543556 h 192"/>
                <a:gd name="T6" fmla="*/ 84760886 w 177"/>
                <a:gd name="T7" fmla="*/ 44225771 h 192"/>
                <a:gd name="T8" fmla="*/ 105551162 w 177"/>
                <a:gd name="T9" fmla="*/ 55281581 h 192"/>
                <a:gd name="T10" fmla="*/ 94355522 w 177"/>
                <a:gd name="T11" fmla="*/ 42646011 h 192"/>
                <a:gd name="T12" fmla="*/ 84760886 w 177"/>
                <a:gd name="T13" fmla="*/ 25271150 h 192"/>
                <a:gd name="T14" fmla="*/ 83161147 w 177"/>
                <a:gd name="T15" fmla="*/ 20533120 h 192"/>
                <a:gd name="T16" fmla="*/ 76764703 w 177"/>
                <a:gd name="T17" fmla="*/ 0 h 192"/>
                <a:gd name="T18" fmla="*/ 99153473 w 177"/>
                <a:gd name="T19" fmla="*/ 4738026 h 192"/>
                <a:gd name="T20" fmla="*/ 108749375 w 177"/>
                <a:gd name="T21" fmla="*/ 7897548 h 192"/>
                <a:gd name="T22" fmla="*/ 113547326 w 177"/>
                <a:gd name="T23" fmla="*/ 18953360 h 192"/>
                <a:gd name="T24" fmla="*/ 148730190 w 177"/>
                <a:gd name="T25" fmla="*/ 23692646 h 192"/>
                <a:gd name="T26" fmla="*/ 145531978 w 177"/>
                <a:gd name="T27" fmla="*/ 34748456 h 192"/>
                <a:gd name="T28" fmla="*/ 156726353 w 177"/>
                <a:gd name="T29" fmla="*/ 39486480 h 192"/>
                <a:gd name="T30" fmla="*/ 201506423 w 177"/>
                <a:gd name="T31" fmla="*/ 20533120 h 192"/>
                <a:gd name="T32" fmla="*/ 199906685 w 177"/>
                <a:gd name="T33" fmla="*/ 23692646 h 192"/>
                <a:gd name="T34" fmla="*/ 238289026 w 177"/>
                <a:gd name="T35" fmla="*/ 37907976 h 192"/>
                <a:gd name="T36" fmla="*/ 252681614 w 177"/>
                <a:gd name="T37" fmla="*/ 34748456 h 192"/>
                <a:gd name="T38" fmla="*/ 263877254 w 177"/>
                <a:gd name="T39" fmla="*/ 45804275 h 192"/>
                <a:gd name="T40" fmla="*/ 254281353 w 177"/>
                <a:gd name="T41" fmla="*/ 50543556 h 192"/>
                <a:gd name="T42" fmla="*/ 257479565 w 177"/>
                <a:gd name="T43" fmla="*/ 88450286 h 192"/>
                <a:gd name="T44" fmla="*/ 276671368 w 177"/>
                <a:gd name="T45" fmla="*/ 131096277 h 192"/>
                <a:gd name="T46" fmla="*/ 283067793 w 177"/>
                <a:gd name="T47" fmla="*/ 164264962 h 192"/>
                <a:gd name="T48" fmla="*/ 273471891 w 177"/>
                <a:gd name="T49" fmla="*/ 159526938 h 192"/>
                <a:gd name="T50" fmla="*/ 201506423 w 177"/>
                <a:gd name="T51" fmla="*/ 189536141 h 192"/>
                <a:gd name="T52" fmla="*/ 207902848 w 177"/>
                <a:gd name="T53" fmla="*/ 205331232 h 192"/>
                <a:gd name="T54" fmla="*/ 257479565 w 177"/>
                <a:gd name="T55" fmla="*/ 246397463 h 192"/>
                <a:gd name="T56" fmla="*/ 228693125 w 177"/>
                <a:gd name="T57" fmla="*/ 268510339 h 192"/>
                <a:gd name="T58" fmla="*/ 236689288 w 177"/>
                <a:gd name="T59" fmla="*/ 292202975 h 192"/>
                <a:gd name="T60" fmla="*/ 225494913 w 177"/>
                <a:gd name="T61" fmla="*/ 293781478 h 192"/>
                <a:gd name="T62" fmla="*/ 187112571 w 177"/>
                <a:gd name="T63" fmla="*/ 293781478 h 192"/>
                <a:gd name="T64" fmla="*/ 159925830 w 177"/>
                <a:gd name="T65" fmla="*/ 296940999 h 192"/>
                <a:gd name="T66" fmla="*/ 148730190 w 177"/>
                <a:gd name="T67" fmla="*/ 303258784 h 192"/>
                <a:gd name="T68" fmla="*/ 119943750 w 177"/>
                <a:gd name="T69" fmla="*/ 296940999 h 192"/>
                <a:gd name="T70" fmla="*/ 87959098 w 177"/>
                <a:gd name="T71" fmla="*/ 292202975 h 192"/>
                <a:gd name="T72" fmla="*/ 54374687 w 177"/>
                <a:gd name="T73" fmla="*/ 293781478 h 192"/>
                <a:gd name="T74" fmla="*/ 68767275 w 177"/>
                <a:gd name="T75" fmla="*/ 238499917 h 192"/>
                <a:gd name="T76" fmla="*/ 17592070 w 177"/>
                <a:gd name="T77" fmla="*/ 221126323 h 192"/>
                <a:gd name="T78" fmla="*/ 12794119 w 177"/>
                <a:gd name="T79" fmla="*/ 217966802 h 192"/>
                <a:gd name="T80" fmla="*/ 12794119 w 177"/>
                <a:gd name="T81" fmla="*/ 216388298 h 192"/>
                <a:gd name="T82" fmla="*/ 4797952 w 177"/>
                <a:gd name="T83" fmla="*/ 191115902 h 192"/>
                <a:gd name="T84" fmla="*/ 4797952 w 177"/>
                <a:gd name="T85" fmla="*/ 170582786 h 192"/>
                <a:gd name="T86" fmla="*/ 0 w 177"/>
                <a:gd name="T87" fmla="*/ 167424522 h 192"/>
                <a:gd name="T88" fmla="*/ 4797952 w 177"/>
                <a:gd name="T89" fmla="*/ 121618971 h 192"/>
                <a:gd name="T90" fmla="*/ 30386188 w 177"/>
                <a:gd name="T91" fmla="*/ 108983401 h 192"/>
                <a:gd name="T92" fmla="*/ 20790287 w 177"/>
                <a:gd name="T93" fmla="*/ 91609807 h 192"/>
                <a:gd name="T94" fmla="*/ 33584401 w 177"/>
                <a:gd name="T95" fmla="*/ 67917151 h 192"/>
                <a:gd name="T96" fmla="*/ 27186711 w 177"/>
                <a:gd name="T97" fmla="*/ 64758887 h 192"/>
                <a:gd name="T98" fmla="*/ 33584401 w 177"/>
                <a:gd name="T99" fmla="*/ 50543556 h 192"/>
                <a:gd name="T100" fmla="*/ 67168801 w 177"/>
                <a:gd name="T101" fmla="*/ 58441102 h 19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7"/>
                <a:gd name="T154" fmla="*/ 0 h 192"/>
                <a:gd name="T155" fmla="*/ 177 w 177"/>
                <a:gd name="T156" fmla="*/ 192 h 19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7" h="192">
                  <a:moveTo>
                    <a:pt x="42" y="37"/>
                  </a:moveTo>
                  <a:lnTo>
                    <a:pt x="46" y="38"/>
                  </a:lnTo>
                  <a:lnTo>
                    <a:pt x="46" y="32"/>
                  </a:lnTo>
                  <a:lnTo>
                    <a:pt x="53" y="28"/>
                  </a:lnTo>
                  <a:lnTo>
                    <a:pt x="66" y="35"/>
                  </a:lnTo>
                  <a:lnTo>
                    <a:pt x="59" y="27"/>
                  </a:lnTo>
                  <a:lnTo>
                    <a:pt x="53" y="16"/>
                  </a:lnTo>
                  <a:lnTo>
                    <a:pt x="52" y="13"/>
                  </a:lnTo>
                  <a:lnTo>
                    <a:pt x="48" y="0"/>
                  </a:lnTo>
                  <a:lnTo>
                    <a:pt x="62" y="3"/>
                  </a:lnTo>
                  <a:lnTo>
                    <a:pt x="68" y="5"/>
                  </a:lnTo>
                  <a:lnTo>
                    <a:pt x="71" y="12"/>
                  </a:lnTo>
                  <a:lnTo>
                    <a:pt x="93" y="15"/>
                  </a:lnTo>
                  <a:lnTo>
                    <a:pt x="91" y="22"/>
                  </a:lnTo>
                  <a:lnTo>
                    <a:pt x="98" y="25"/>
                  </a:lnTo>
                  <a:lnTo>
                    <a:pt x="126" y="13"/>
                  </a:lnTo>
                  <a:lnTo>
                    <a:pt x="125" y="15"/>
                  </a:lnTo>
                  <a:lnTo>
                    <a:pt x="149" y="24"/>
                  </a:lnTo>
                  <a:lnTo>
                    <a:pt x="158" y="22"/>
                  </a:lnTo>
                  <a:lnTo>
                    <a:pt x="165" y="29"/>
                  </a:lnTo>
                  <a:lnTo>
                    <a:pt x="159" y="32"/>
                  </a:lnTo>
                  <a:lnTo>
                    <a:pt x="161" y="56"/>
                  </a:lnTo>
                  <a:lnTo>
                    <a:pt x="173" y="83"/>
                  </a:lnTo>
                  <a:lnTo>
                    <a:pt x="177" y="104"/>
                  </a:lnTo>
                  <a:lnTo>
                    <a:pt x="171" y="101"/>
                  </a:lnTo>
                  <a:lnTo>
                    <a:pt x="126" y="120"/>
                  </a:lnTo>
                  <a:lnTo>
                    <a:pt x="130" y="130"/>
                  </a:lnTo>
                  <a:lnTo>
                    <a:pt x="161" y="156"/>
                  </a:lnTo>
                  <a:lnTo>
                    <a:pt x="143" y="170"/>
                  </a:lnTo>
                  <a:lnTo>
                    <a:pt x="148" y="185"/>
                  </a:lnTo>
                  <a:lnTo>
                    <a:pt x="141" y="186"/>
                  </a:lnTo>
                  <a:lnTo>
                    <a:pt x="117" y="186"/>
                  </a:lnTo>
                  <a:lnTo>
                    <a:pt x="100" y="188"/>
                  </a:lnTo>
                  <a:lnTo>
                    <a:pt x="93" y="192"/>
                  </a:lnTo>
                  <a:lnTo>
                    <a:pt x="75" y="188"/>
                  </a:lnTo>
                  <a:lnTo>
                    <a:pt x="55" y="185"/>
                  </a:lnTo>
                  <a:lnTo>
                    <a:pt x="34" y="186"/>
                  </a:lnTo>
                  <a:lnTo>
                    <a:pt x="43" y="151"/>
                  </a:lnTo>
                  <a:lnTo>
                    <a:pt x="11" y="140"/>
                  </a:lnTo>
                  <a:lnTo>
                    <a:pt x="8" y="138"/>
                  </a:lnTo>
                  <a:lnTo>
                    <a:pt x="8" y="137"/>
                  </a:lnTo>
                  <a:lnTo>
                    <a:pt x="3" y="121"/>
                  </a:lnTo>
                  <a:lnTo>
                    <a:pt x="3" y="108"/>
                  </a:lnTo>
                  <a:lnTo>
                    <a:pt x="0" y="106"/>
                  </a:lnTo>
                  <a:lnTo>
                    <a:pt x="3" y="77"/>
                  </a:lnTo>
                  <a:lnTo>
                    <a:pt x="19" y="69"/>
                  </a:lnTo>
                  <a:lnTo>
                    <a:pt x="13" y="58"/>
                  </a:lnTo>
                  <a:lnTo>
                    <a:pt x="21" y="43"/>
                  </a:lnTo>
                  <a:lnTo>
                    <a:pt x="17" y="41"/>
                  </a:lnTo>
                  <a:lnTo>
                    <a:pt x="21" y="32"/>
                  </a:lnTo>
                  <a:lnTo>
                    <a:pt x="42" y="3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="" xmlns:a16="http://schemas.microsoft.com/office/drawing/2014/main" id="{2D651CC8-C84F-40CF-953F-06F403498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731" y="2055813"/>
              <a:ext cx="15875" cy="7937"/>
            </a:xfrm>
            <a:custGeom>
              <a:avLst/>
              <a:gdLst>
                <a:gd name="T0" fmla="*/ 0 w 13"/>
                <a:gd name="T1" fmla="*/ 12599192 h 5"/>
                <a:gd name="T2" fmla="*/ 19385816 w 13"/>
                <a:gd name="T3" fmla="*/ 12599192 h 5"/>
                <a:gd name="T4" fmla="*/ 10438425 w 13"/>
                <a:gd name="T5" fmla="*/ 0 h 5"/>
                <a:gd name="T6" fmla="*/ 0 w 13"/>
                <a:gd name="T7" fmla="*/ 12599192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"/>
                <a:gd name="T13" fmla="*/ 0 h 5"/>
                <a:gd name="T14" fmla="*/ 13 w 13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" h="5">
                  <a:moveTo>
                    <a:pt x="0" y="5"/>
                  </a:moveTo>
                  <a:lnTo>
                    <a:pt x="13" y="5"/>
                  </a:lnTo>
                  <a:lnTo>
                    <a:pt x="7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="" xmlns:a16="http://schemas.microsoft.com/office/drawing/2014/main" id="{C0C35364-DC44-4EE4-89FD-657E8FBBE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8519" y="2193925"/>
              <a:ext cx="17462" cy="22225"/>
            </a:xfrm>
            <a:custGeom>
              <a:avLst/>
              <a:gdLst>
                <a:gd name="T0" fmla="*/ 15120506 w 11"/>
                <a:gd name="T1" fmla="*/ 0 h 17"/>
                <a:gd name="T2" fmla="*/ 0 w 11"/>
                <a:gd name="T3" fmla="*/ 20509749 h 17"/>
                <a:gd name="T4" fmla="*/ 0 w 11"/>
                <a:gd name="T5" fmla="*/ 27347207 h 17"/>
                <a:gd name="T6" fmla="*/ 27720134 w 11"/>
                <a:gd name="T7" fmla="*/ 29055916 h 17"/>
                <a:gd name="T8" fmla="*/ 27720134 w 11"/>
                <a:gd name="T9" fmla="*/ 27347207 h 17"/>
                <a:gd name="T10" fmla="*/ 15120506 w 11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"/>
                <a:gd name="T19" fmla="*/ 0 h 17"/>
                <a:gd name="T20" fmla="*/ 11 w 11"/>
                <a:gd name="T21" fmla="*/ 17 h 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" h="17">
                  <a:moveTo>
                    <a:pt x="6" y="0"/>
                  </a:moveTo>
                  <a:lnTo>
                    <a:pt x="0" y="12"/>
                  </a:lnTo>
                  <a:lnTo>
                    <a:pt x="0" y="16"/>
                  </a:lnTo>
                  <a:lnTo>
                    <a:pt x="11" y="17"/>
                  </a:lnTo>
                  <a:lnTo>
                    <a:pt x="11" y="16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="" xmlns:a16="http://schemas.microsoft.com/office/drawing/2014/main" id="{84AEF9BF-3F7B-443D-9A25-017CF8455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6681" y="2239963"/>
              <a:ext cx="115888" cy="115887"/>
            </a:xfrm>
            <a:custGeom>
              <a:avLst/>
              <a:gdLst>
                <a:gd name="T0" fmla="*/ 29192315 w 91"/>
                <a:gd name="T1" fmla="*/ 0 h 91"/>
                <a:gd name="T2" fmla="*/ 0 w 91"/>
                <a:gd name="T3" fmla="*/ 22704940 h 91"/>
                <a:gd name="T4" fmla="*/ 3243591 w 91"/>
                <a:gd name="T5" fmla="*/ 22704940 h 91"/>
                <a:gd name="T6" fmla="*/ 25948725 w 91"/>
                <a:gd name="T7" fmla="*/ 47031024 h 91"/>
                <a:gd name="T8" fmla="*/ 51897451 w 91"/>
                <a:gd name="T9" fmla="*/ 72979515 h 91"/>
                <a:gd name="T10" fmla="*/ 61628219 w 91"/>
                <a:gd name="T11" fmla="*/ 105413876 h 91"/>
                <a:gd name="T12" fmla="*/ 74602577 w 91"/>
                <a:gd name="T13" fmla="*/ 141093052 h 91"/>
                <a:gd name="T14" fmla="*/ 100551312 w 91"/>
                <a:gd name="T15" fmla="*/ 142715469 h 91"/>
                <a:gd name="T16" fmla="*/ 121634006 w 91"/>
                <a:gd name="T17" fmla="*/ 147580175 h 91"/>
                <a:gd name="T18" fmla="*/ 118390417 w 91"/>
                <a:gd name="T19" fmla="*/ 129741223 h 91"/>
                <a:gd name="T20" fmla="*/ 147582722 w 91"/>
                <a:gd name="T21" fmla="*/ 100549171 h 91"/>
                <a:gd name="T22" fmla="*/ 118390417 w 91"/>
                <a:gd name="T23" fmla="*/ 77844221 h 91"/>
                <a:gd name="T24" fmla="*/ 92441701 w 91"/>
                <a:gd name="T25" fmla="*/ 51895729 h 91"/>
                <a:gd name="T26" fmla="*/ 66492966 w 91"/>
                <a:gd name="T27" fmla="*/ 27569645 h 91"/>
                <a:gd name="T28" fmla="*/ 40544241 w 91"/>
                <a:gd name="T29" fmla="*/ 4864707 h 91"/>
                <a:gd name="T30" fmla="*/ 29192315 w 91"/>
                <a:gd name="T31" fmla="*/ 0 h 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91"/>
                <a:gd name="T49" fmla="*/ 0 h 91"/>
                <a:gd name="T50" fmla="*/ 91 w 91"/>
                <a:gd name="T51" fmla="*/ 91 h 9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91" h="91">
                  <a:moveTo>
                    <a:pt x="18" y="0"/>
                  </a:moveTo>
                  <a:lnTo>
                    <a:pt x="0" y="14"/>
                  </a:lnTo>
                  <a:lnTo>
                    <a:pt x="2" y="14"/>
                  </a:lnTo>
                  <a:lnTo>
                    <a:pt x="16" y="29"/>
                  </a:lnTo>
                  <a:lnTo>
                    <a:pt x="32" y="45"/>
                  </a:lnTo>
                  <a:lnTo>
                    <a:pt x="38" y="65"/>
                  </a:lnTo>
                  <a:lnTo>
                    <a:pt x="46" y="87"/>
                  </a:lnTo>
                  <a:lnTo>
                    <a:pt x="62" y="88"/>
                  </a:lnTo>
                  <a:lnTo>
                    <a:pt x="75" y="91"/>
                  </a:lnTo>
                  <a:lnTo>
                    <a:pt x="73" y="80"/>
                  </a:lnTo>
                  <a:lnTo>
                    <a:pt x="91" y="62"/>
                  </a:lnTo>
                  <a:lnTo>
                    <a:pt x="73" y="48"/>
                  </a:lnTo>
                  <a:lnTo>
                    <a:pt x="57" y="32"/>
                  </a:lnTo>
                  <a:lnTo>
                    <a:pt x="41" y="17"/>
                  </a:lnTo>
                  <a:lnTo>
                    <a:pt x="25" y="3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="" xmlns:a16="http://schemas.microsoft.com/office/drawing/2014/main" id="{D62F6FE6-BE7E-4DCE-A6EE-04DDDD858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3119" y="1579563"/>
              <a:ext cx="534987" cy="377825"/>
            </a:xfrm>
            <a:custGeom>
              <a:avLst/>
              <a:gdLst>
                <a:gd name="T0" fmla="*/ 388458649 w 424"/>
                <a:gd name="T1" fmla="*/ 59079695 h 299"/>
                <a:gd name="T2" fmla="*/ 377314772 w 424"/>
                <a:gd name="T3" fmla="*/ 52693318 h 299"/>
                <a:gd name="T4" fmla="*/ 370945400 w 424"/>
                <a:gd name="T5" fmla="*/ 59079695 h 299"/>
                <a:gd name="T6" fmla="*/ 337513769 w 424"/>
                <a:gd name="T7" fmla="*/ 57483732 h 299"/>
                <a:gd name="T8" fmla="*/ 327960895 w 424"/>
                <a:gd name="T9" fmla="*/ 83031788 h 299"/>
                <a:gd name="T10" fmla="*/ 323185128 w 424"/>
                <a:gd name="T11" fmla="*/ 98998994 h 299"/>
                <a:gd name="T12" fmla="*/ 294528002 w 424"/>
                <a:gd name="T13" fmla="*/ 108579824 h 299"/>
                <a:gd name="T14" fmla="*/ 275423672 w 424"/>
                <a:gd name="T15" fmla="*/ 105386635 h 299"/>
                <a:gd name="T16" fmla="*/ 272238987 w 424"/>
                <a:gd name="T17" fmla="*/ 122949804 h 299"/>
                <a:gd name="T18" fmla="*/ 259502767 w 424"/>
                <a:gd name="T19" fmla="*/ 129337445 h 299"/>
                <a:gd name="T20" fmla="*/ 254727000 w 424"/>
                <a:gd name="T21" fmla="*/ 143708689 h 299"/>
                <a:gd name="T22" fmla="*/ 213333654 w 424"/>
                <a:gd name="T23" fmla="*/ 169256764 h 299"/>
                <a:gd name="T24" fmla="*/ 210150230 w 424"/>
                <a:gd name="T25" fmla="*/ 180433556 h 299"/>
                <a:gd name="T26" fmla="*/ 205373201 w 424"/>
                <a:gd name="T27" fmla="*/ 205981592 h 299"/>
                <a:gd name="T28" fmla="*/ 178308419 w 424"/>
                <a:gd name="T29" fmla="*/ 221948799 h 299"/>
                <a:gd name="T30" fmla="*/ 168756885 w 424"/>
                <a:gd name="T31" fmla="*/ 236320043 h 299"/>
                <a:gd name="T32" fmla="*/ 132139267 w 424"/>
                <a:gd name="T33" fmla="*/ 263465305 h 299"/>
                <a:gd name="T34" fmla="*/ 171940309 w 424"/>
                <a:gd name="T35" fmla="*/ 253884475 h 299"/>
                <a:gd name="T36" fmla="*/ 136916296 w 424"/>
                <a:gd name="T37" fmla="*/ 274642097 h 299"/>
                <a:gd name="T38" fmla="*/ 98706374 w 424"/>
                <a:gd name="T39" fmla="*/ 284222926 h 299"/>
                <a:gd name="T40" fmla="*/ 85970154 w 424"/>
                <a:gd name="T41" fmla="*/ 293803755 h 299"/>
                <a:gd name="T42" fmla="*/ 52537242 w 424"/>
                <a:gd name="T43" fmla="*/ 303383321 h 299"/>
                <a:gd name="T44" fmla="*/ 65273462 w 424"/>
                <a:gd name="T45" fmla="*/ 304980547 h 299"/>
                <a:gd name="T46" fmla="*/ 55721928 w 424"/>
                <a:gd name="T47" fmla="*/ 322544980 h 299"/>
                <a:gd name="T48" fmla="*/ 23880107 w 424"/>
                <a:gd name="T49" fmla="*/ 322544980 h 299"/>
                <a:gd name="T50" fmla="*/ 1592344 w 424"/>
                <a:gd name="T51" fmla="*/ 325738168 h 299"/>
                <a:gd name="T52" fmla="*/ 0 w 424"/>
                <a:gd name="T53" fmla="*/ 338512265 h 299"/>
                <a:gd name="T54" fmla="*/ 9552798 w 424"/>
                <a:gd name="T55" fmla="*/ 354480735 h 299"/>
                <a:gd name="T56" fmla="*/ 62090038 w 424"/>
                <a:gd name="T57" fmla="*/ 356076698 h 299"/>
                <a:gd name="T58" fmla="*/ 62090038 w 424"/>
                <a:gd name="T59" fmla="*/ 368850716 h 299"/>
                <a:gd name="T60" fmla="*/ 6368112 w 424"/>
                <a:gd name="T61" fmla="*/ 375238357 h 299"/>
                <a:gd name="T62" fmla="*/ 20696683 w 424"/>
                <a:gd name="T63" fmla="*/ 380028771 h 299"/>
                <a:gd name="T64" fmla="*/ 20696683 w 424"/>
                <a:gd name="T65" fmla="*/ 395995978 h 299"/>
                <a:gd name="T66" fmla="*/ 52537242 w 424"/>
                <a:gd name="T67" fmla="*/ 386415149 h 299"/>
                <a:gd name="T68" fmla="*/ 27064793 w 424"/>
                <a:gd name="T69" fmla="*/ 411963184 h 299"/>
                <a:gd name="T70" fmla="*/ 14328568 w 424"/>
                <a:gd name="T71" fmla="*/ 432720806 h 299"/>
                <a:gd name="T72" fmla="*/ 36617588 w 424"/>
                <a:gd name="T73" fmla="*/ 432720806 h 299"/>
                <a:gd name="T74" fmla="*/ 25472450 w 424"/>
                <a:gd name="T75" fmla="*/ 463059256 h 299"/>
                <a:gd name="T76" fmla="*/ 138507377 w 424"/>
                <a:gd name="T77" fmla="*/ 440705673 h 299"/>
                <a:gd name="T78" fmla="*/ 171940309 w 424"/>
                <a:gd name="T79" fmla="*/ 411963184 h 299"/>
                <a:gd name="T80" fmla="*/ 210150230 w 424"/>
                <a:gd name="T81" fmla="*/ 410367222 h 299"/>
                <a:gd name="T82" fmla="*/ 226069874 w 424"/>
                <a:gd name="T83" fmla="*/ 354480735 h 299"/>
                <a:gd name="T84" fmla="*/ 200597434 w 424"/>
                <a:gd name="T85" fmla="*/ 266658493 h 299"/>
                <a:gd name="T86" fmla="*/ 238806094 w 424"/>
                <a:gd name="T87" fmla="*/ 231529628 h 299"/>
                <a:gd name="T88" fmla="*/ 280199439 w 424"/>
                <a:gd name="T89" fmla="*/ 169256764 h 299"/>
                <a:gd name="T90" fmla="*/ 345472961 w 424"/>
                <a:gd name="T91" fmla="*/ 102192183 h 299"/>
                <a:gd name="T92" fmla="*/ 393234416 w 424"/>
                <a:gd name="T93" fmla="*/ 68660524 h 299"/>
                <a:gd name="T94" fmla="*/ 453732091 w 424"/>
                <a:gd name="T95" fmla="*/ 78241354 h 299"/>
                <a:gd name="T96" fmla="*/ 536518782 w 424"/>
                <a:gd name="T97" fmla="*/ 76644127 h 299"/>
                <a:gd name="T98" fmla="*/ 628857007 w 424"/>
                <a:gd name="T99" fmla="*/ 46305677 h 299"/>
                <a:gd name="T100" fmla="*/ 675026277 w 424"/>
                <a:gd name="T101" fmla="*/ 52693318 h 299"/>
                <a:gd name="T102" fmla="*/ 643185570 w 424"/>
                <a:gd name="T103" fmla="*/ 43112488 h 299"/>
                <a:gd name="T104" fmla="*/ 647961337 w 424"/>
                <a:gd name="T105" fmla="*/ 12774023 h 299"/>
                <a:gd name="T106" fmla="*/ 601792224 w 424"/>
                <a:gd name="T107" fmla="*/ 28741234 h 299"/>
                <a:gd name="T108" fmla="*/ 592239429 w 424"/>
                <a:gd name="T109" fmla="*/ 11176797 h 299"/>
                <a:gd name="T110" fmla="*/ 555623112 w 424"/>
                <a:gd name="T111" fmla="*/ 25548046 h 299"/>
                <a:gd name="T112" fmla="*/ 526965986 w 424"/>
                <a:gd name="T113" fmla="*/ 11176797 h 299"/>
                <a:gd name="T114" fmla="*/ 496717780 w 424"/>
                <a:gd name="T115" fmla="*/ 12774023 h 299"/>
                <a:gd name="T116" fmla="*/ 450548667 w 424"/>
                <a:gd name="T117" fmla="*/ 27145272 h 299"/>
                <a:gd name="T118" fmla="*/ 434627761 w 424"/>
                <a:gd name="T119" fmla="*/ 41515262 h 29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24"/>
                <a:gd name="T181" fmla="*/ 0 h 299"/>
                <a:gd name="T182" fmla="*/ 424 w 424"/>
                <a:gd name="T183" fmla="*/ 299 h 29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24" h="299">
                  <a:moveTo>
                    <a:pt x="251" y="30"/>
                  </a:moveTo>
                  <a:lnTo>
                    <a:pt x="251" y="32"/>
                  </a:lnTo>
                  <a:lnTo>
                    <a:pt x="244" y="37"/>
                  </a:lnTo>
                  <a:lnTo>
                    <a:pt x="244" y="24"/>
                  </a:lnTo>
                  <a:lnTo>
                    <a:pt x="243" y="32"/>
                  </a:lnTo>
                  <a:lnTo>
                    <a:pt x="237" y="33"/>
                  </a:lnTo>
                  <a:lnTo>
                    <a:pt x="235" y="27"/>
                  </a:lnTo>
                  <a:lnTo>
                    <a:pt x="230" y="32"/>
                  </a:lnTo>
                  <a:lnTo>
                    <a:pt x="233" y="37"/>
                  </a:lnTo>
                  <a:lnTo>
                    <a:pt x="219" y="34"/>
                  </a:lnTo>
                  <a:lnTo>
                    <a:pt x="221" y="39"/>
                  </a:lnTo>
                  <a:lnTo>
                    <a:pt x="212" y="36"/>
                  </a:lnTo>
                  <a:lnTo>
                    <a:pt x="208" y="42"/>
                  </a:lnTo>
                  <a:lnTo>
                    <a:pt x="208" y="50"/>
                  </a:lnTo>
                  <a:lnTo>
                    <a:pt x="206" y="52"/>
                  </a:lnTo>
                  <a:lnTo>
                    <a:pt x="187" y="56"/>
                  </a:lnTo>
                  <a:lnTo>
                    <a:pt x="206" y="58"/>
                  </a:lnTo>
                  <a:lnTo>
                    <a:pt x="203" y="62"/>
                  </a:lnTo>
                  <a:lnTo>
                    <a:pt x="190" y="62"/>
                  </a:lnTo>
                  <a:lnTo>
                    <a:pt x="187" y="64"/>
                  </a:lnTo>
                  <a:lnTo>
                    <a:pt x="185" y="68"/>
                  </a:lnTo>
                  <a:lnTo>
                    <a:pt x="185" y="71"/>
                  </a:lnTo>
                  <a:lnTo>
                    <a:pt x="179" y="65"/>
                  </a:lnTo>
                  <a:lnTo>
                    <a:pt x="173" y="66"/>
                  </a:lnTo>
                  <a:lnTo>
                    <a:pt x="161" y="75"/>
                  </a:lnTo>
                  <a:lnTo>
                    <a:pt x="177" y="74"/>
                  </a:lnTo>
                  <a:lnTo>
                    <a:pt x="171" y="77"/>
                  </a:lnTo>
                  <a:lnTo>
                    <a:pt x="174" y="79"/>
                  </a:lnTo>
                  <a:lnTo>
                    <a:pt x="174" y="81"/>
                  </a:lnTo>
                  <a:lnTo>
                    <a:pt x="163" y="81"/>
                  </a:lnTo>
                  <a:lnTo>
                    <a:pt x="161" y="85"/>
                  </a:lnTo>
                  <a:lnTo>
                    <a:pt x="174" y="88"/>
                  </a:lnTo>
                  <a:lnTo>
                    <a:pt x="160" y="90"/>
                  </a:lnTo>
                  <a:lnTo>
                    <a:pt x="147" y="94"/>
                  </a:lnTo>
                  <a:lnTo>
                    <a:pt x="138" y="101"/>
                  </a:lnTo>
                  <a:lnTo>
                    <a:pt x="134" y="106"/>
                  </a:lnTo>
                  <a:lnTo>
                    <a:pt x="138" y="107"/>
                  </a:lnTo>
                  <a:lnTo>
                    <a:pt x="148" y="107"/>
                  </a:lnTo>
                  <a:lnTo>
                    <a:pt x="132" y="113"/>
                  </a:lnTo>
                  <a:lnTo>
                    <a:pt x="128" y="119"/>
                  </a:lnTo>
                  <a:lnTo>
                    <a:pt x="128" y="125"/>
                  </a:lnTo>
                  <a:lnTo>
                    <a:pt x="129" y="129"/>
                  </a:lnTo>
                  <a:lnTo>
                    <a:pt x="132" y="130"/>
                  </a:lnTo>
                  <a:lnTo>
                    <a:pt x="112" y="138"/>
                  </a:lnTo>
                  <a:lnTo>
                    <a:pt x="112" y="139"/>
                  </a:lnTo>
                  <a:lnTo>
                    <a:pt x="119" y="136"/>
                  </a:lnTo>
                  <a:lnTo>
                    <a:pt x="115" y="145"/>
                  </a:lnTo>
                  <a:lnTo>
                    <a:pt x="106" y="148"/>
                  </a:lnTo>
                  <a:lnTo>
                    <a:pt x="99" y="149"/>
                  </a:lnTo>
                  <a:lnTo>
                    <a:pt x="89" y="159"/>
                  </a:lnTo>
                  <a:lnTo>
                    <a:pt x="83" y="165"/>
                  </a:lnTo>
                  <a:lnTo>
                    <a:pt x="90" y="170"/>
                  </a:lnTo>
                  <a:lnTo>
                    <a:pt x="100" y="162"/>
                  </a:lnTo>
                  <a:lnTo>
                    <a:pt x="108" y="159"/>
                  </a:lnTo>
                  <a:lnTo>
                    <a:pt x="106" y="167"/>
                  </a:lnTo>
                  <a:lnTo>
                    <a:pt x="93" y="172"/>
                  </a:lnTo>
                  <a:lnTo>
                    <a:pt x="86" y="172"/>
                  </a:lnTo>
                  <a:lnTo>
                    <a:pt x="73" y="171"/>
                  </a:lnTo>
                  <a:lnTo>
                    <a:pt x="71" y="172"/>
                  </a:lnTo>
                  <a:lnTo>
                    <a:pt x="62" y="178"/>
                  </a:lnTo>
                  <a:lnTo>
                    <a:pt x="57" y="183"/>
                  </a:lnTo>
                  <a:lnTo>
                    <a:pt x="58" y="186"/>
                  </a:lnTo>
                  <a:lnTo>
                    <a:pt x="54" y="184"/>
                  </a:lnTo>
                  <a:lnTo>
                    <a:pt x="60" y="190"/>
                  </a:lnTo>
                  <a:lnTo>
                    <a:pt x="35" y="183"/>
                  </a:lnTo>
                  <a:lnTo>
                    <a:pt x="33" y="190"/>
                  </a:lnTo>
                  <a:lnTo>
                    <a:pt x="41" y="190"/>
                  </a:lnTo>
                  <a:lnTo>
                    <a:pt x="48" y="188"/>
                  </a:lnTo>
                  <a:lnTo>
                    <a:pt x="41" y="191"/>
                  </a:lnTo>
                  <a:lnTo>
                    <a:pt x="25" y="194"/>
                  </a:lnTo>
                  <a:lnTo>
                    <a:pt x="36" y="200"/>
                  </a:lnTo>
                  <a:lnTo>
                    <a:pt x="35" y="202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15" y="202"/>
                  </a:lnTo>
                  <a:lnTo>
                    <a:pt x="17" y="204"/>
                  </a:lnTo>
                  <a:lnTo>
                    <a:pt x="7" y="204"/>
                  </a:lnTo>
                  <a:lnTo>
                    <a:pt x="1" y="204"/>
                  </a:lnTo>
                  <a:lnTo>
                    <a:pt x="1" y="209"/>
                  </a:lnTo>
                  <a:lnTo>
                    <a:pt x="26" y="210"/>
                  </a:lnTo>
                  <a:lnTo>
                    <a:pt x="0" y="212"/>
                  </a:lnTo>
                  <a:lnTo>
                    <a:pt x="9" y="219"/>
                  </a:lnTo>
                  <a:lnTo>
                    <a:pt x="3" y="222"/>
                  </a:lnTo>
                  <a:lnTo>
                    <a:pt x="6" y="222"/>
                  </a:lnTo>
                  <a:lnTo>
                    <a:pt x="1" y="226"/>
                  </a:lnTo>
                  <a:lnTo>
                    <a:pt x="28" y="223"/>
                  </a:lnTo>
                  <a:lnTo>
                    <a:pt x="39" y="223"/>
                  </a:lnTo>
                  <a:lnTo>
                    <a:pt x="42" y="222"/>
                  </a:lnTo>
                  <a:lnTo>
                    <a:pt x="44" y="228"/>
                  </a:lnTo>
                  <a:lnTo>
                    <a:pt x="39" y="231"/>
                  </a:lnTo>
                  <a:lnTo>
                    <a:pt x="25" y="228"/>
                  </a:lnTo>
                  <a:lnTo>
                    <a:pt x="1" y="231"/>
                  </a:lnTo>
                  <a:lnTo>
                    <a:pt x="4" y="235"/>
                  </a:lnTo>
                  <a:lnTo>
                    <a:pt x="4" y="236"/>
                  </a:lnTo>
                  <a:lnTo>
                    <a:pt x="1" y="236"/>
                  </a:lnTo>
                  <a:lnTo>
                    <a:pt x="13" y="238"/>
                  </a:lnTo>
                  <a:lnTo>
                    <a:pt x="9" y="244"/>
                  </a:lnTo>
                  <a:lnTo>
                    <a:pt x="4" y="248"/>
                  </a:lnTo>
                  <a:lnTo>
                    <a:pt x="13" y="248"/>
                  </a:lnTo>
                  <a:lnTo>
                    <a:pt x="16" y="252"/>
                  </a:lnTo>
                  <a:lnTo>
                    <a:pt x="25" y="244"/>
                  </a:lnTo>
                  <a:lnTo>
                    <a:pt x="33" y="242"/>
                  </a:lnTo>
                  <a:lnTo>
                    <a:pt x="28" y="251"/>
                  </a:lnTo>
                  <a:lnTo>
                    <a:pt x="26" y="245"/>
                  </a:lnTo>
                  <a:lnTo>
                    <a:pt x="17" y="258"/>
                  </a:lnTo>
                  <a:lnTo>
                    <a:pt x="20" y="260"/>
                  </a:lnTo>
                  <a:lnTo>
                    <a:pt x="9" y="263"/>
                  </a:lnTo>
                  <a:lnTo>
                    <a:pt x="9" y="271"/>
                  </a:lnTo>
                  <a:lnTo>
                    <a:pt x="17" y="268"/>
                  </a:lnTo>
                  <a:lnTo>
                    <a:pt x="23" y="265"/>
                  </a:lnTo>
                  <a:lnTo>
                    <a:pt x="23" y="271"/>
                  </a:lnTo>
                  <a:lnTo>
                    <a:pt x="22" y="279"/>
                  </a:lnTo>
                  <a:lnTo>
                    <a:pt x="15" y="279"/>
                  </a:lnTo>
                  <a:lnTo>
                    <a:pt x="16" y="290"/>
                  </a:lnTo>
                  <a:lnTo>
                    <a:pt x="32" y="299"/>
                  </a:lnTo>
                  <a:lnTo>
                    <a:pt x="57" y="299"/>
                  </a:lnTo>
                  <a:lnTo>
                    <a:pt x="87" y="276"/>
                  </a:lnTo>
                  <a:lnTo>
                    <a:pt x="100" y="276"/>
                  </a:lnTo>
                  <a:lnTo>
                    <a:pt x="102" y="261"/>
                  </a:lnTo>
                  <a:lnTo>
                    <a:pt x="108" y="258"/>
                  </a:lnTo>
                  <a:lnTo>
                    <a:pt x="112" y="274"/>
                  </a:lnTo>
                  <a:lnTo>
                    <a:pt x="122" y="279"/>
                  </a:lnTo>
                  <a:lnTo>
                    <a:pt x="132" y="257"/>
                  </a:lnTo>
                  <a:lnTo>
                    <a:pt x="135" y="235"/>
                  </a:lnTo>
                  <a:lnTo>
                    <a:pt x="135" y="229"/>
                  </a:lnTo>
                  <a:lnTo>
                    <a:pt x="142" y="222"/>
                  </a:lnTo>
                  <a:lnTo>
                    <a:pt x="128" y="213"/>
                  </a:lnTo>
                  <a:lnTo>
                    <a:pt x="128" y="190"/>
                  </a:lnTo>
                  <a:lnTo>
                    <a:pt x="126" y="167"/>
                  </a:lnTo>
                  <a:lnTo>
                    <a:pt x="142" y="157"/>
                  </a:lnTo>
                  <a:lnTo>
                    <a:pt x="160" y="155"/>
                  </a:lnTo>
                  <a:lnTo>
                    <a:pt x="150" y="145"/>
                  </a:lnTo>
                  <a:lnTo>
                    <a:pt x="163" y="116"/>
                  </a:lnTo>
                  <a:lnTo>
                    <a:pt x="160" y="110"/>
                  </a:lnTo>
                  <a:lnTo>
                    <a:pt x="176" y="106"/>
                  </a:lnTo>
                  <a:lnTo>
                    <a:pt x="185" y="93"/>
                  </a:lnTo>
                  <a:lnTo>
                    <a:pt x="193" y="69"/>
                  </a:lnTo>
                  <a:lnTo>
                    <a:pt x="217" y="64"/>
                  </a:lnTo>
                  <a:lnTo>
                    <a:pt x="219" y="55"/>
                  </a:lnTo>
                  <a:lnTo>
                    <a:pt x="248" y="56"/>
                  </a:lnTo>
                  <a:lnTo>
                    <a:pt x="247" y="43"/>
                  </a:lnTo>
                  <a:lnTo>
                    <a:pt x="256" y="43"/>
                  </a:lnTo>
                  <a:lnTo>
                    <a:pt x="266" y="37"/>
                  </a:lnTo>
                  <a:lnTo>
                    <a:pt x="285" y="49"/>
                  </a:lnTo>
                  <a:lnTo>
                    <a:pt x="305" y="52"/>
                  </a:lnTo>
                  <a:lnTo>
                    <a:pt x="327" y="52"/>
                  </a:lnTo>
                  <a:lnTo>
                    <a:pt x="337" y="48"/>
                  </a:lnTo>
                  <a:lnTo>
                    <a:pt x="343" y="30"/>
                  </a:lnTo>
                  <a:lnTo>
                    <a:pt x="368" y="21"/>
                  </a:lnTo>
                  <a:lnTo>
                    <a:pt x="395" y="29"/>
                  </a:lnTo>
                  <a:lnTo>
                    <a:pt x="397" y="43"/>
                  </a:lnTo>
                  <a:lnTo>
                    <a:pt x="413" y="33"/>
                  </a:lnTo>
                  <a:lnTo>
                    <a:pt x="424" y="33"/>
                  </a:lnTo>
                  <a:lnTo>
                    <a:pt x="424" y="27"/>
                  </a:lnTo>
                  <a:lnTo>
                    <a:pt x="414" y="26"/>
                  </a:lnTo>
                  <a:lnTo>
                    <a:pt x="404" y="27"/>
                  </a:lnTo>
                  <a:lnTo>
                    <a:pt x="391" y="20"/>
                  </a:lnTo>
                  <a:lnTo>
                    <a:pt x="424" y="16"/>
                  </a:lnTo>
                  <a:lnTo>
                    <a:pt x="407" y="8"/>
                  </a:lnTo>
                  <a:lnTo>
                    <a:pt x="391" y="5"/>
                  </a:lnTo>
                  <a:lnTo>
                    <a:pt x="379" y="8"/>
                  </a:lnTo>
                  <a:lnTo>
                    <a:pt x="378" y="18"/>
                  </a:lnTo>
                  <a:lnTo>
                    <a:pt x="375" y="11"/>
                  </a:lnTo>
                  <a:lnTo>
                    <a:pt x="373" y="8"/>
                  </a:lnTo>
                  <a:lnTo>
                    <a:pt x="372" y="7"/>
                  </a:lnTo>
                  <a:lnTo>
                    <a:pt x="369" y="0"/>
                  </a:lnTo>
                  <a:lnTo>
                    <a:pt x="360" y="4"/>
                  </a:lnTo>
                  <a:lnTo>
                    <a:pt x="349" y="16"/>
                  </a:lnTo>
                  <a:lnTo>
                    <a:pt x="343" y="4"/>
                  </a:lnTo>
                  <a:lnTo>
                    <a:pt x="323" y="20"/>
                  </a:lnTo>
                  <a:lnTo>
                    <a:pt x="331" y="7"/>
                  </a:lnTo>
                  <a:lnTo>
                    <a:pt x="327" y="5"/>
                  </a:lnTo>
                  <a:lnTo>
                    <a:pt x="314" y="4"/>
                  </a:lnTo>
                  <a:lnTo>
                    <a:pt x="312" y="8"/>
                  </a:lnTo>
                  <a:lnTo>
                    <a:pt x="294" y="20"/>
                  </a:lnTo>
                  <a:lnTo>
                    <a:pt x="282" y="20"/>
                  </a:lnTo>
                  <a:lnTo>
                    <a:pt x="283" y="17"/>
                  </a:lnTo>
                  <a:lnTo>
                    <a:pt x="264" y="18"/>
                  </a:lnTo>
                  <a:lnTo>
                    <a:pt x="276" y="21"/>
                  </a:lnTo>
                  <a:lnTo>
                    <a:pt x="273" y="26"/>
                  </a:lnTo>
                  <a:lnTo>
                    <a:pt x="263" y="26"/>
                  </a:lnTo>
                  <a:lnTo>
                    <a:pt x="251" y="3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="" xmlns:a16="http://schemas.microsoft.com/office/drawing/2014/main" id="{2C5E2A20-4A60-494D-9943-577DCDF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081" y="1336675"/>
              <a:ext cx="201613" cy="84138"/>
            </a:xfrm>
            <a:custGeom>
              <a:avLst/>
              <a:gdLst>
                <a:gd name="T0" fmla="*/ 61873494 w 158"/>
                <a:gd name="T1" fmla="*/ 11039659 h 67"/>
                <a:gd name="T2" fmla="*/ 27680954 w 158"/>
                <a:gd name="T3" fmla="*/ 11039659 h 67"/>
                <a:gd name="T4" fmla="*/ 0 w 158"/>
                <a:gd name="T5" fmla="*/ 11039659 h 67"/>
                <a:gd name="T6" fmla="*/ 4884648 w 158"/>
                <a:gd name="T7" fmla="*/ 25232608 h 67"/>
                <a:gd name="T8" fmla="*/ 26052738 w 158"/>
                <a:gd name="T9" fmla="*/ 22078062 h 67"/>
                <a:gd name="T10" fmla="*/ 27680954 w 158"/>
                <a:gd name="T11" fmla="*/ 31540443 h 67"/>
                <a:gd name="T12" fmla="*/ 11397515 w 158"/>
                <a:gd name="T13" fmla="*/ 31540443 h 67"/>
                <a:gd name="T14" fmla="*/ 42334905 w 158"/>
                <a:gd name="T15" fmla="*/ 47310670 h 67"/>
                <a:gd name="T16" fmla="*/ 68386358 w 158"/>
                <a:gd name="T17" fmla="*/ 56771795 h 67"/>
                <a:gd name="T18" fmla="*/ 87926242 w 158"/>
                <a:gd name="T19" fmla="*/ 47310670 h 67"/>
                <a:gd name="T20" fmla="*/ 104208400 w 158"/>
                <a:gd name="T21" fmla="*/ 39425552 h 67"/>
                <a:gd name="T22" fmla="*/ 105836616 w 158"/>
                <a:gd name="T23" fmla="*/ 45733397 h 67"/>
                <a:gd name="T24" fmla="*/ 136773991 w 158"/>
                <a:gd name="T25" fmla="*/ 41002825 h 67"/>
                <a:gd name="T26" fmla="*/ 140030423 w 158"/>
                <a:gd name="T27" fmla="*/ 50463960 h 67"/>
                <a:gd name="T28" fmla="*/ 78156928 w 158"/>
                <a:gd name="T29" fmla="*/ 59926341 h 67"/>
                <a:gd name="T30" fmla="*/ 73271005 w 158"/>
                <a:gd name="T31" fmla="*/ 66234177 h 67"/>
                <a:gd name="T32" fmla="*/ 146543286 w 158"/>
                <a:gd name="T33" fmla="*/ 66234177 h 67"/>
                <a:gd name="T34" fmla="*/ 115605910 w 158"/>
                <a:gd name="T35" fmla="*/ 70965995 h 67"/>
                <a:gd name="T36" fmla="*/ 130261128 w 158"/>
                <a:gd name="T37" fmla="*/ 75696558 h 67"/>
                <a:gd name="T38" fmla="*/ 84669811 w 158"/>
                <a:gd name="T39" fmla="*/ 80427120 h 67"/>
                <a:gd name="T40" fmla="*/ 131889344 w 158"/>
                <a:gd name="T41" fmla="*/ 94620084 h 67"/>
                <a:gd name="T42" fmla="*/ 153056149 w 158"/>
                <a:gd name="T43" fmla="*/ 105659738 h 67"/>
                <a:gd name="T44" fmla="*/ 157940796 w 158"/>
                <a:gd name="T45" fmla="*/ 100929175 h 67"/>
                <a:gd name="T46" fmla="*/ 182365348 w 158"/>
                <a:gd name="T47" fmla="*/ 77273831 h 67"/>
                <a:gd name="T48" fmla="*/ 193762858 w 158"/>
                <a:gd name="T49" fmla="*/ 61503614 h 67"/>
                <a:gd name="T50" fmla="*/ 200275721 w 158"/>
                <a:gd name="T51" fmla="*/ 50463960 h 67"/>
                <a:gd name="T52" fmla="*/ 257264549 w 158"/>
                <a:gd name="T53" fmla="*/ 39425552 h 67"/>
                <a:gd name="T54" fmla="*/ 192134642 w 158"/>
                <a:gd name="T55" fmla="*/ 26808625 h 67"/>
                <a:gd name="T56" fmla="*/ 183993564 w 158"/>
                <a:gd name="T57" fmla="*/ 15770222 h 67"/>
                <a:gd name="T58" fmla="*/ 166081875 w 158"/>
                <a:gd name="T59" fmla="*/ 18923512 h 67"/>
                <a:gd name="T60" fmla="*/ 162825443 w 158"/>
                <a:gd name="T61" fmla="*/ 11039659 h 67"/>
                <a:gd name="T62" fmla="*/ 127003420 w 158"/>
                <a:gd name="T63" fmla="*/ 0 h 67"/>
                <a:gd name="T64" fmla="*/ 135145775 w 158"/>
                <a:gd name="T65" fmla="*/ 34693733 h 67"/>
                <a:gd name="T66" fmla="*/ 89554458 w 158"/>
                <a:gd name="T67" fmla="*/ 9462384 h 67"/>
                <a:gd name="T68" fmla="*/ 73271005 w 158"/>
                <a:gd name="T69" fmla="*/ 18923512 h 67"/>
                <a:gd name="T70" fmla="*/ 53732416 w 158"/>
                <a:gd name="T71" fmla="*/ 14192949 h 67"/>
                <a:gd name="T72" fmla="*/ 61873494 w 158"/>
                <a:gd name="T73" fmla="*/ 11039659 h 6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8"/>
                <a:gd name="T112" fmla="*/ 0 h 67"/>
                <a:gd name="T113" fmla="*/ 158 w 158"/>
                <a:gd name="T114" fmla="*/ 67 h 6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8" h="67">
                  <a:moveTo>
                    <a:pt x="38" y="7"/>
                  </a:moveTo>
                  <a:lnTo>
                    <a:pt x="17" y="7"/>
                  </a:lnTo>
                  <a:lnTo>
                    <a:pt x="0" y="7"/>
                  </a:lnTo>
                  <a:lnTo>
                    <a:pt x="3" y="16"/>
                  </a:lnTo>
                  <a:lnTo>
                    <a:pt x="16" y="14"/>
                  </a:lnTo>
                  <a:lnTo>
                    <a:pt x="17" y="20"/>
                  </a:lnTo>
                  <a:lnTo>
                    <a:pt x="7" y="20"/>
                  </a:lnTo>
                  <a:lnTo>
                    <a:pt x="26" y="30"/>
                  </a:lnTo>
                  <a:lnTo>
                    <a:pt x="42" y="36"/>
                  </a:lnTo>
                  <a:lnTo>
                    <a:pt x="54" y="30"/>
                  </a:lnTo>
                  <a:lnTo>
                    <a:pt x="64" y="25"/>
                  </a:lnTo>
                  <a:lnTo>
                    <a:pt x="65" y="29"/>
                  </a:lnTo>
                  <a:lnTo>
                    <a:pt x="84" y="26"/>
                  </a:lnTo>
                  <a:lnTo>
                    <a:pt x="86" y="32"/>
                  </a:lnTo>
                  <a:lnTo>
                    <a:pt x="48" y="38"/>
                  </a:lnTo>
                  <a:lnTo>
                    <a:pt x="45" y="42"/>
                  </a:lnTo>
                  <a:lnTo>
                    <a:pt x="90" y="42"/>
                  </a:lnTo>
                  <a:lnTo>
                    <a:pt x="71" y="45"/>
                  </a:lnTo>
                  <a:lnTo>
                    <a:pt x="80" y="48"/>
                  </a:lnTo>
                  <a:lnTo>
                    <a:pt x="52" y="51"/>
                  </a:lnTo>
                  <a:lnTo>
                    <a:pt x="81" y="60"/>
                  </a:lnTo>
                  <a:lnTo>
                    <a:pt x="94" y="67"/>
                  </a:lnTo>
                  <a:lnTo>
                    <a:pt x="97" y="64"/>
                  </a:lnTo>
                  <a:lnTo>
                    <a:pt x="112" y="49"/>
                  </a:lnTo>
                  <a:lnTo>
                    <a:pt x="119" y="39"/>
                  </a:lnTo>
                  <a:lnTo>
                    <a:pt x="123" y="32"/>
                  </a:lnTo>
                  <a:lnTo>
                    <a:pt x="158" y="25"/>
                  </a:lnTo>
                  <a:lnTo>
                    <a:pt x="118" y="17"/>
                  </a:lnTo>
                  <a:lnTo>
                    <a:pt x="113" y="10"/>
                  </a:lnTo>
                  <a:lnTo>
                    <a:pt x="102" y="12"/>
                  </a:lnTo>
                  <a:lnTo>
                    <a:pt x="100" y="7"/>
                  </a:lnTo>
                  <a:lnTo>
                    <a:pt x="78" y="0"/>
                  </a:lnTo>
                  <a:lnTo>
                    <a:pt x="83" y="22"/>
                  </a:lnTo>
                  <a:lnTo>
                    <a:pt x="55" y="6"/>
                  </a:lnTo>
                  <a:lnTo>
                    <a:pt x="45" y="12"/>
                  </a:lnTo>
                  <a:lnTo>
                    <a:pt x="33" y="9"/>
                  </a:lnTo>
                  <a:lnTo>
                    <a:pt x="38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="" xmlns:a16="http://schemas.microsoft.com/office/drawing/2014/main" id="{9A2C0C48-1370-41EC-A599-5B353CCD3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669" y="1328738"/>
              <a:ext cx="165100" cy="28575"/>
            </a:xfrm>
            <a:custGeom>
              <a:avLst/>
              <a:gdLst>
                <a:gd name="T0" fmla="*/ 92125796 w 131"/>
                <a:gd name="T1" fmla="*/ 12247246 h 20"/>
                <a:gd name="T2" fmla="*/ 34944480 w 131"/>
                <a:gd name="T3" fmla="*/ 4083367 h 20"/>
                <a:gd name="T4" fmla="*/ 23826071 w 131"/>
                <a:gd name="T5" fmla="*/ 6123623 h 20"/>
                <a:gd name="T6" fmla="*/ 0 w 131"/>
                <a:gd name="T7" fmla="*/ 12247246 h 20"/>
                <a:gd name="T8" fmla="*/ 1587985 w 131"/>
                <a:gd name="T9" fmla="*/ 18372295 h 20"/>
                <a:gd name="T10" fmla="*/ 85771340 w 131"/>
                <a:gd name="T11" fmla="*/ 26537604 h 20"/>
                <a:gd name="T12" fmla="*/ 46062898 w 131"/>
                <a:gd name="T13" fmla="*/ 32661224 h 20"/>
                <a:gd name="T14" fmla="*/ 108009417 w 131"/>
                <a:gd name="T15" fmla="*/ 40826527 h 20"/>
                <a:gd name="T16" fmla="*/ 177897136 w 131"/>
                <a:gd name="T17" fmla="*/ 38784844 h 20"/>
                <a:gd name="T18" fmla="*/ 208076394 w 131"/>
                <a:gd name="T19" fmla="*/ 18372295 h 20"/>
                <a:gd name="T20" fmla="*/ 192192773 w 131"/>
                <a:gd name="T21" fmla="*/ 8165306 h 20"/>
                <a:gd name="T22" fmla="*/ 123893038 w 131"/>
                <a:gd name="T23" fmla="*/ 6123623 h 20"/>
                <a:gd name="T24" fmla="*/ 115950598 w 131"/>
                <a:gd name="T25" fmla="*/ 4083367 h 20"/>
                <a:gd name="T26" fmla="*/ 103244205 w 131"/>
                <a:gd name="T27" fmla="*/ 0 h 20"/>
                <a:gd name="T28" fmla="*/ 95301764 w 131"/>
                <a:gd name="T29" fmla="*/ 6123623 h 20"/>
                <a:gd name="T30" fmla="*/ 92125796 w 131"/>
                <a:gd name="T31" fmla="*/ 12247246 h 2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31"/>
                <a:gd name="T49" fmla="*/ 0 h 20"/>
                <a:gd name="T50" fmla="*/ 131 w 131"/>
                <a:gd name="T51" fmla="*/ 20 h 2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31" h="20">
                  <a:moveTo>
                    <a:pt x="58" y="6"/>
                  </a:moveTo>
                  <a:lnTo>
                    <a:pt x="22" y="2"/>
                  </a:lnTo>
                  <a:lnTo>
                    <a:pt x="15" y="3"/>
                  </a:lnTo>
                  <a:lnTo>
                    <a:pt x="0" y="6"/>
                  </a:lnTo>
                  <a:lnTo>
                    <a:pt x="1" y="9"/>
                  </a:lnTo>
                  <a:lnTo>
                    <a:pt x="54" y="13"/>
                  </a:lnTo>
                  <a:lnTo>
                    <a:pt x="29" y="16"/>
                  </a:lnTo>
                  <a:lnTo>
                    <a:pt x="68" y="20"/>
                  </a:lnTo>
                  <a:lnTo>
                    <a:pt x="112" y="19"/>
                  </a:lnTo>
                  <a:lnTo>
                    <a:pt x="131" y="9"/>
                  </a:lnTo>
                  <a:lnTo>
                    <a:pt x="121" y="4"/>
                  </a:lnTo>
                  <a:lnTo>
                    <a:pt x="78" y="3"/>
                  </a:lnTo>
                  <a:lnTo>
                    <a:pt x="73" y="2"/>
                  </a:lnTo>
                  <a:lnTo>
                    <a:pt x="65" y="0"/>
                  </a:lnTo>
                  <a:lnTo>
                    <a:pt x="60" y="3"/>
                  </a:lnTo>
                  <a:lnTo>
                    <a:pt x="58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="" xmlns:a16="http://schemas.microsoft.com/office/drawing/2014/main" id="{67EFA61C-46CC-40DB-9DB7-7858F0CCF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994" y="1384300"/>
              <a:ext cx="80962" cy="17463"/>
            </a:xfrm>
            <a:custGeom>
              <a:avLst/>
              <a:gdLst>
                <a:gd name="T0" fmla="*/ 78440427 w 62"/>
                <a:gd name="T1" fmla="*/ 23458186 h 13"/>
                <a:gd name="T2" fmla="*/ 44335845 w 62"/>
                <a:gd name="T3" fmla="*/ 23458186 h 13"/>
                <a:gd name="T4" fmla="*/ 11936674 w 62"/>
                <a:gd name="T5" fmla="*/ 23458186 h 13"/>
                <a:gd name="T6" fmla="*/ 20462493 w 62"/>
                <a:gd name="T7" fmla="*/ 7217593 h 13"/>
                <a:gd name="T8" fmla="*/ 0 w 62"/>
                <a:gd name="T9" fmla="*/ 0 h 13"/>
                <a:gd name="T10" fmla="*/ 64798333 w 62"/>
                <a:gd name="T11" fmla="*/ 0 h 13"/>
                <a:gd name="T12" fmla="*/ 105723328 w 62"/>
                <a:gd name="T13" fmla="*/ 12631124 h 13"/>
                <a:gd name="T14" fmla="*/ 78440427 w 62"/>
                <a:gd name="T15" fmla="*/ 23458186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"/>
                <a:gd name="T25" fmla="*/ 0 h 13"/>
                <a:gd name="T26" fmla="*/ 62 w 62"/>
                <a:gd name="T27" fmla="*/ 13 h 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" h="13">
                  <a:moveTo>
                    <a:pt x="46" y="13"/>
                  </a:moveTo>
                  <a:lnTo>
                    <a:pt x="26" y="13"/>
                  </a:lnTo>
                  <a:lnTo>
                    <a:pt x="7" y="13"/>
                  </a:lnTo>
                  <a:lnTo>
                    <a:pt x="12" y="4"/>
                  </a:lnTo>
                  <a:lnTo>
                    <a:pt x="0" y="0"/>
                  </a:lnTo>
                  <a:lnTo>
                    <a:pt x="38" y="0"/>
                  </a:lnTo>
                  <a:lnTo>
                    <a:pt x="62" y="7"/>
                  </a:lnTo>
                  <a:lnTo>
                    <a:pt x="46" y="1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="" xmlns:a16="http://schemas.microsoft.com/office/drawing/2014/main" id="{8629C685-41A1-4B16-82A5-BF7EDEDF8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731" y="1627188"/>
              <a:ext cx="28575" cy="12700"/>
            </a:xfrm>
            <a:custGeom>
              <a:avLst/>
              <a:gdLst>
                <a:gd name="T0" fmla="*/ 20244087 w 22"/>
                <a:gd name="T1" fmla="*/ 0 h 13"/>
                <a:gd name="T2" fmla="*/ 8434820 w 22"/>
                <a:gd name="T3" fmla="*/ 11452470 h 13"/>
                <a:gd name="T4" fmla="*/ 0 w 22"/>
                <a:gd name="T5" fmla="*/ 12406923 h 13"/>
                <a:gd name="T6" fmla="*/ 15183716 w 22"/>
                <a:gd name="T7" fmla="*/ 9543563 h 13"/>
                <a:gd name="T8" fmla="*/ 21931315 w 22"/>
                <a:gd name="T9" fmla="*/ 12406923 h 13"/>
                <a:gd name="T10" fmla="*/ 37115026 w 22"/>
                <a:gd name="T11" fmla="*/ 3817815 h 13"/>
                <a:gd name="T12" fmla="*/ 25305762 w 22"/>
                <a:gd name="T13" fmla="*/ 5726723 h 13"/>
                <a:gd name="T14" fmla="*/ 20244087 w 22"/>
                <a:gd name="T15" fmla="*/ 0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"/>
                <a:gd name="T25" fmla="*/ 0 h 13"/>
                <a:gd name="T26" fmla="*/ 22 w 22"/>
                <a:gd name="T27" fmla="*/ 13 h 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" h="13">
                  <a:moveTo>
                    <a:pt x="12" y="0"/>
                  </a:moveTo>
                  <a:lnTo>
                    <a:pt x="5" y="12"/>
                  </a:lnTo>
                  <a:lnTo>
                    <a:pt x="0" y="13"/>
                  </a:lnTo>
                  <a:lnTo>
                    <a:pt x="9" y="10"/>
                  </a:lnTo>
                  <a:lnTo>
                    <a:pt x="13" y="13"/>
                  </a:lnTo>
                  <a:lnTo>
                    <a:pt x="22" y="4"/>
                  </a:lnTo>
                  <a:lnTo>
                    <a:pt x="15" y="6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="" xmlns:a16="http://schemas.microsoft.com/office/drawing/2014/main" id="{95662AB9-EBDF-4536-A57B-E44ACB0B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0619" y="1593850"/>
              <a:ext cx="279400" cy="296863"/>
            </a:xfrm>
            <a:custGeom>
              <a:avLst/>
              <a:gdLst>
                <a:gd name="T0" fmla="*/ 297290447 w 221"/>
                <a:gd name="T1" fmla="*/ 200952378 h 236"/>
                <a:gd name="T2" fmla="*/ 284503791 w 221"/>
                <a:gd name="T3" fmla="*/ 189875365 h 236"/>
                <a:gd name="T4" fmla="*/ 282905776 w 221"/>
                <a:gd name="T5" fmla="*/ 156648063 h 236"/>
                <a:gd name="T6" fmla="*/ 247741841 w 221"/>
                <a:gd name="T7" fmla="*/ 115507390 h 236"/>
                <a:gd name="T8" fmla="*/ 263725793 w 221"/>
                <a:gd name="T9" fmla="*/ 88608590 h 236"/>
                <a:gd name="T10" fmla="*/ 225365827 w 221"/>
                <a:gd name="T11" fmla="*/ 68038234 h 236"/>
                <a:gd name="T12" fmla="*/ 222168531 w 221"/>
                <a:gd name="T13" fmla="*/ 44304295 h 236"/>
                <a:gd name="T14" fmla="*/ 225365827 w 221"/>
                <a:gd name="T15" fmla="*/ 34810961 h 236"/>
                <a:gd name="T16" fmla="*/ 222168531 w 221"/>
                <a:gd name="T17" fmla="*/ 12658190 h 236"/>
                <a:gd name="T18" fmla="*/ 179013253 w 221"/>
                <a:gd name="T19" fmla="*/ 0 h 236"/>
                <a:gd name="T20" fmla="*/ 139055232 w 221"/>
                <a:gd name="T21" fmla="*/ 14240620 h 236"/>
                <a:gd name="T22" fmla="*/ 129465873 w 221"/>
                <a:gd name="T23" fmla="*/ 42721865 h 236"/>
                <a:gd name="T24" fmla="*/ 113481921 w 221"/>
                <a:gd name="T25" fmla="*/ 49051586 h 236"/>
                <a:gd name="T26" fmla="*/ 78317967 w 221"/>
                <a:gd name="T27" fmla="*/ 49051586 h 236"/>
                <a:gd name="T28" fmla="*/ 46351329 w 221"/>
                <a:gd name="T29" fmla="*/ 44304295 h 236"/>
                <a:gd name="T30" fmla="*/ 15983956 w 221"/>
                <a:gd name="T31" fmla="*/ 25316379 h 236"/>
                <a:gd name="T32" fmla="*/ 0 w 221"/>
                <a:gd name="T33" fmla="*/ 34810961 h 236"/>
                <a:gd name="T34" fmla="*/ 76719952 w 221"/>
                <a:gd name="T35" fmla="*/ 68038234 h 236"/>
                <a:gd name="T36" fmla="*/ 103891298 w 221"/>
                <a:gd name="T37" fmla="*/ 117089820 h 236"/>
                <a:gd name="T38" fmla="*/ 118277233 w 221"/>
                <a:gd name="T39" fmla="*/ 151900772 h 236"/>
                <a:gd name="T40" fmla="*/ 132661904 w 221"/>
                <a:gd name="T41" fmla="*/ 150318342 h 236"/>
                <a:gd name="T42" fmla="*/ 145448560 w 221"/>
                <a:gd name="T43" fmla="*/ 159811666 h 236"/>
                <a:gd name="T44" fmla="*/ 153439903 w 221"/>
                <a:gd name="T45" fmla="*/ 185129332 h 236"/>
                <a:gd name="T46" fmla="*/ 103891298 w 221"/>
                <a:gd name="T47" fmla="*/ 223103886 h 236"/>
                <a:gd name="T48" fmla="*/ 83113299 w 221"/>
                <a:gd name="T49" fmla="*/ 242091793 h 236"/>
                <a:gd name="T50" fmla="*/ 60737265 w 221"/>
                <a:gd name="T51" fmla="*/ 253167547 h 236"/>
                <a:gd name="T52" fmla="*/ 63933296 w 221"/>
                <a:gd name="T53" fmla="*/ 294306962 h 236"/>
                <a:gd name="T54" fmla="*/ 73523920 w 221"/>
                <a:gd name="T55" fmla="*/ 343358607 h 236"/>
                <a:gd name="T56" fmla="*/ 107088594 w 221"/>
                <a:gd name="T57" fmla="*/ 352851931 h 236"/>
                <a:gd name="T58" fmla="*/ 107088594 w 221"/>
                <a:gd name="T59" fmla="*/ 359181652 h 236"/>
                <a:gd name="T60" fmla="*/ 119875249 w 221"/>
                <a:gd name="T61" fmla="*/ 357599222 h 236"/>
                <a:gd name="T62" fmla="*/ 129465873 w 221"/>
                <a:gd name="T63" fmla="*/ 373422267 h 236"/>
                <a:gd name="T64" fmla="*/ 139055232 w 221"/>
                <a:gd name="T65" fmla="*/ 365511374 h 236"/>
                <a:gd name="T66" fmla="*/ 210979891 w 221"/>
                <a:gd name="T67" fmla="*/ 354434361 h 236"/>
                <a:gd name="T68" fmla="*/ 226963843 w 221"/>
                <a:gd name="T69" fmla="*/ 348105898 h 236"/>
                <a:gd name="T70" fmla="*/ 263725793 w 221"/>
                <a:gd name="T71" fmla="*/ 348105898 h 236"/>
                <a:gd name="T72" fmla="*/ 287701087 w 221"/>
                <a:gd name="T73" fmla="*/ 324370622 h 236"/>
                <a:gd name="T74" fmla="*/ 310077102 w 221"/>
                <a:gd name="T75" fmla="*/ 302219113 h 236"/>
                <a:gd name="T76" fmla="*/ 332454460 w 221"/>
                <a:gd name="T77" fmla="*/ 281648777 h 236"/>
                <a:gd name="T78" fmla="*/ 353232459 w 221"/>
                <a:gd name="T79" fmla="*/ 257914838 h 236"/>
                <a:gd name="T80" fmla="*/ 302085758 w 221"/>
                <a:gd name="T81" fmla="*/ 227851177 h 236"/>
                <a:gd name="T82" fmla="*/ 313274398 w 221"/>
                <a:gd name="T83" fmla="*/ 216775423 h 236"/>
                <a:gd name="T84" fmla="*/ 297290447 w 221"/>
                <a:gd name="T85" fmla="*/ 200952378 h 2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21"/>
                <a:gd name="T130" fmla="*/ 0 h 236"/>
                <a:gd name="T131" fmla="*/ 221 w 221"/>
                <a:gd name="T132" fmla="*/ 236 h 2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21" h="236">
                  <a:moveTo>
                    <a:pt x="186" y="127"/>
                  </a:moveTo>
                  <a:lnTo>
                    <a:pt x="178" y="120"/>
                  </a:lnTo>
                  <a:lnTo>
                    <a:pt x="177" y="99"/>
                  </a:lnTo>
                  <a:lnTo>
                    <a:pt x="155" y="73"/>
                  </a:lnTo>
                  <a:lnTo>
                    <a:pt x="165" y="56"/>
                  </a:lnTo>
                  <a:lnTo>
                    <a:pt x="141" y="43"/>
                  </a:lnTo>
                  <a:lnTo>
                    <a:pt x="139" y="28"/>
                  </a:lnTo>
                  <a:lnTo>
                    <a:pt x="141" y="22"/>
                  </a:lnTo>
                  <a:lnTo>
                    <a:pt x="139" y="8"/>
                  </a:lnTo>
                  <a:lnTo>
                    <a:pt x="112" y="0"/>
                  </a:lnTo>
                  <a:lnTo>
                    <a:pt x="87" y="9"/>
                  </a:lnTo>
                  <a:lnTo>
                    <a:pt x="81" y="27"/>
                  </a:lnTo>
                  <a:lnTo>
                    <a:pt x="71" y="31"/>
                  </a:lnTo>
                  <a:lnTo>
                    <a:pt x="49" y="31"/>
                  </a:lnTo>
                  <a:lnTo>
                    <a:pt x="29" y="28"/>
                  </a:lnTo>
                  <a:lnTo>
                    <a:pt x="10" y="16"/>
                  </a:lnTo>
                  <a:lnTo>
                    <a:pt x="0" y="22"/>
                  </a:lnTo>
                  <a:lnTo>
                    <a:pt x="48" y="43"/>
                  </a:lnTo>
                  <a:lnTo>
                    <a:pt x="65" y="74"/>
                  </a:lnTo>
                  <a:lnTo>
                    <a:pt x="74" y="96"/>
                  </a:lnTo>
                  <a:lnTo>
                    <a:pt x="83" y="95"/>
                  </a:lnTo>
                  <a:lnTo>
                    <a:pt x="91" y="101"/>
                  </a:lnTo>
                  <a:lnTo>
                    <a:pt x="96" y="117"/>
                  </a:lnTo>
                  <a:lnTo>
                    <a:pt x="65" y="141"/>
                  </a:lnTo>
                  <a:lnTo>
                    <a:pt x="52" y="153"/>
                  </a:lnTo>
                  <a:lnTo>
                    <a:pt x="38" y="160"/>
                  </a:lnTo>
                  <a:lnTo>
                    <a:pt x="40" y="186"/>
                  </a:lnTo>
                  <a:lnTo>
                    <a:pt x="46" y="217"/>
                  </a:lnTo>
                  <a:lnTo>
                    <a:pt x="67" y="223"/>
                  </a:lnTo>
                  <a:lnTo>
                    <a:pt x="67" y="227"/>
                  </a:lnTo>
                  <a:lnTo>
                    <a:pt x="75" y="226"/>
                  </a:lnTo>
                  <a:lnTo>
                    <a:pt x="81" y="236"/>
                  </a:lnTo>
                  <a:lnTo>
                    <a:pt x="87" y="231"/>
                  </a:lnTo>
                  <a:lnTo>
                    <a:pt x="132" y="224"/>
                  </a:lnTo>
                  <a:lnTo>
                    <a:pt x="142" y="220"/>
                  </a:lnTo>
                  <a:lnTo>
                    <a:pt x="165" y="220"/>
                  </a:lnTo>
                  <a:lnTo>
                    <a:pt x="180" y="205"/>
                  </a:lnTo>
                  <a:lnTo>
                    <a:pt x="194" y="191"/>
                  </a:lnTo>
                  <a:lnTo>
                    <a:pt x="208" y="178"/>
                  </a:lnTo>
                  <a:lnTo>
                    <a:pt x="221" y="163"/>
                  </a:lnTo>
                  <a:lnTo>
                    <a:pt x="189" y="144"/>
                  </a:lnTo>
                  <a:lnTo>
                    <a:pt x="196" y="137"/>
                  </a:lnTo>
                  <a:lnTo>
                    <a:pt x="186" y="12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="" xmlns:a16="http://schemas.microsoft.com/office/drawing/2014/main" id="{48579F7F-8BC4-4B91-A534-7CA1A6C47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531" y="2289175"/>
              <a:ext cx="0" cy="6350"/>
            </a:xfrm>
            <a:custGeom>
              <a:avLst/>
              <a:gdLst>
                <a:gd name="T0" fmla="*/ 0 w 3"/>
                <a:gd name="T1" fmla="*/ 0 h 6"/>
                <a:gd name="T2" fmla="*/ 0 w 3"/>
                <a:gd name="T3" fmla="*/ 6720417 h 6"/>
                <a:gd name="T4" fmla="*/ 0 w 3"/>
                <a:gd name="T5" fmla="*/ 6720417 h 6"/>
                <a:gd name="T6" fmla="*/ 0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"/>
                <a:gd name="T13" fmla="*/ 0 h 6"/>
                <a:gd name="T14" fmla="*/ 0 w 3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" h="6">
                  <a:moveTo>
                    <a:pt x="1" y="0"/>
                  </a:moveTo>
                  <a:lnTo>
                    <a:pt x="0" y="6"/>
                  </a:lnTo>
                  <a:lnTo>
                    <a:pt x="3" y="6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="" xmlns:a16="http://schemas.microsoft.com/office/drawing/2014/main" id="{A4AD42E7-47B1-40BA-A462-7FB765F66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8531" y="2235200"/>
              <a:ext cx="196850" cy="79375"/>
            </a:xfrm>
            <a:custGeom>
              <a:avLst/>
              <a:gdLst>
                <a:gd name="T0" fmla="*/ 85983076 w 156"/>
                <a:gd name="T1" fmla="*/ 83589556 h 62"/>
                <a:gd name="T2" fmla="*/ 50952603 w 156"/>
                <a:gd name="T3" fmla="*/ 88506984 h 62"/>
                <a:gd name="T4" fmla="*/ 30253067 w 156"/>
                <a:gd name="T5" fmla="*/ 85229565 h 62"/>
                <a:gd name="T6" fmla="*/ 4777397 w 156"/>
                <a:gd name="T7" fmla="*/ 78673428 h 62"/>
                <a:gd name="T8" fmla="*/ 3184932 w 156"/>
                <a:gd name="T9" fmla="*/ 78673428 h 62"/>
                <a:gd name="T10" fmla="*/ 3184932 w 156"/>
                <a:gd name="T11" fmla="*/ 73756020 h 62"/>
                <a:gd name="T12" fmla="*/ 0 w 156"/>
                <a:gd name="T13" fmla="*/ 68838612 h 62"/>
                <a:gd name="T14" fmla="*/ 0 w 156"/>
                <a:gd name="T15" fmla="*/ 57365087 h 62"/>
                <a:gd name="T16" fmla="*/ 23884467 w 156"/>
                <a:gd name="T17" fmla="*/ 62282495 h 62"/>
                <a:gd name="T18" fmla="*/ 28660602 w 156"/>
                <a:gd name="T19" fmla="*/ 63921204 h 62"/>
                <a:gd name="T20" fmla="*/ 39806597 w 156"/>
                <a:gd name="T21" fmla="*/ 57365087 h 62"/>
                <a:gd name="T22" fmla="*/ 66875995 w 156"/>
                <a:gd name="T23" fmla="*/ 54087668 h 62"/>
                <a:gd name="T24" fmla="*/ 105091399 w 156"/>
                <a:gd name="T25" fmla="*/ 54087668 h 62"/>
                <a:gd name="T26" fmla="*/ 116237395 w 156"/>
                <a:gd name="T27" fmla="*/ 52448959 h 62"/>
                <a:gd name="T28" fmla="*/ 108275068 w 156"/>
                <a:gd name="T29" fmla="*/ 27863189 h 62"/>
                <a:gd name="T30" fmla="*/ 136936922 w 156"/>
                <a:gd name="T31" fmla="*/ 4917409 h 62"/>
                <a:gd name="T32" fmla="*/ 156043983 w 156"/>
                <a:gd name="T33" fmla="*/ 14750949 h 62"/>
                <a:gd name="T34" fmla="*/ 173559880 w 156"/>
                <a:gd name="T35" fmla="*/ 0 h 62"/>
                <a:gd name="T36" fmla="*/ 224512463 w 156"/>
                <a:gd name="T37" fmla="*/ 4917409 h 62"/>
                <a:gd name="T38" fmla="*/ 248396921 w 156"/>
                <a:gd name="T39" fmla="*/ 37698005 h 62"/>
                <a:gd name="T40" fmla="*/ 234065994 w 156"/>
                <a:gd name="T41" fmla="*/ 52448959 h 62"/>
                <a:gd name="T42" fmla="*/ 230882325 w 156"/>
                <a:gd name="T43" fmla="*/ 54087668 h 62"/>
                <a:gd name="T44" fmla="*/ 219736329 w 156"/>
                <a:gd name="T45" fmla="*/ 83589556 h 62"/>
                <a:gd name="T46" fmla="*/ 214958933 w 156"/>
                <a:gd name="T47" fmla="*/ 85229565 h 62"/>
                <a:gd name="T48" fmla="*/ 152859052 w 156"/>
                <a:gd name="T49" fmla="*/ 101619219 h 62"/>
                <a:gd name="T50" fmla="*/ 138529387 w 156"/>
                <a:gd name="T51" fmla="*/ 99980509 h 62"/>
                <a:gd name="T52" fmla="*/ 85983076 w 156"/>
                <a:gd name="T53" fmla="*/ 83589556 h 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56"/>
                <a:gd name="T82" fmla="*/ 0 h 62"/>
                <a:gd name="T83" fmla="*/ 156 w 156"/>
                <a:gd name="T84" fmla="*/ 62 h 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56" h="62">
                  <a:moveTo>
                    <a:pt x="54" y="51"/>
                  </a:moveTo>
                  <a:lnTo>
                    <a:pt x="32" y="54"/>
                  </a:lnTo>
                  <a:lnTo>
                    <a:pt x="19" y="52"/>
                  </a:lnTo>
                  <a:lnTo>
                    <a:pt x="3" y="48"/>
                  </a:lnTo>
                  <a:lnTo>
                    <a:pt x="2" y="48"/>
                  </a:lnTo>
                  <a:lnTo>
                    <a:pt x="2" y="45"/>
                  </a:lnTo>
                  <a:lnTo>
                    <a:pt x="0" y="42"/>
                  </a:lnTo>
                  <a:lnTo>
                    <a:pt x="0" y="35"/>
                  </a:lnTo>
                  <a:lnTo>
                    <a:pt x="15" y="38"/>
                  </a:lnTo>
                  <a:lnTo>
                    <a:pt x="18" y="39"/>
                  </a:lnTo>
                  <a:lnTo>
                    <a:pt x="25" y="35"/>
                  </a:lnTo>
                  <a:lnTo>
                    <a:pt x="42" y="33"/>
                  </a:lnTo>
                  <a:lnTo>
                    <a:pt x="66" y="33"/>
                  </a:lnTo>
                  <a:lnTo>
                    <a:pt x="73" y="32"/>
                  </a:lnTo>
                  <a:lnTo>
                    <a:pt x="68" y="17"/>
                  </a:lnTo>
                  <a:lnTo>
                    <a:pt x="86" y="3"/>
                  </a:lnTo>
                  <a:lnTo>
                    <a:pt x="98" y="9"/>
                  </a:lnTo>
                  <a:lnTo>
                    <a:pt x="109" y="0"/>
                  </a:lnTo>
                  <a:lnTo>
                    <a:pt x="141" y="3"/>
                  </a:lnTo>
                  <a:lnTo>
                    <a:pt x="156" y="23"/>
                  </a:lnTo>
                  <a:lnTo>
                    <a:pt x="147" y="32"/>
                  </a:lnTo>
                  <a:lnTo>
                    <a:pt x="145" y="33"/>
                  </a:lnTo>
                  <a:lnTo>
                    <a:pt x="138" y="51"/>
                  </a:lnTo>
                  <a:lnTo>
                    <a:pt x="135" y="52"/>
                  </a:lnTo>
                  <a:lnTo>
                    <a:pt x="96" y="62"/>
                  </a:lnTo>
                  <a:lnTo>
                    <a:pt x="87" y="61"/>
                  </a:lnTo>
                  <a:lnTo>
                    <a:pt x="54" y="5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="" xmlns:a16="http://schemas.microsoft.com/office/drawing/2014/main" id="{3DDECE28-3A48-4BC1-8A49-F6C69B7B5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806" y="2354263"/>
              <a:ext cx="106363" cy="87312"/>
            </a:xfrm>
            <a:custGeom>
              <a:avLst/>
              <a:gdLst>
                <a:gd name="T0" fmla="*/ 119002675 w 85"/>
                <a:gd name="T1" fmla="*/ 15557749 h 70"/>
                <a:gd name="T2" fmla="*/ 119002675 w 85"/>
                <a:gd name="T3" fmla="*/ 20225197 h 70"/>
                <a:gd name="T4" fmla="*/ 117437262 w 85"/>
                <a:gd name="T5" fmla="*/ 26448050 h 70"/>
                <a:gd name="T6" fmla="*/ 109607697 w 85"/>
                <a:gd name="T7" fmla="*/ 34227546 h 70"/>
                <a:gd name="T8" fmla="*/ 112739773 w 85"/>
                <a:gd name="T9" fmla="*/ 35782946 h 70"/>
                <a:gd name="T10" fmla="*/ 117437262 w 85"/>
                <a:gd name="T11" fmla="*/ 40450394 h 70"/>
                <a:gd name="T12" fmla="*/ 133095142 w 85"/>
                <a:gd name="T13" fmla="*/ 49785300 h 70"/>
                <a:gd name="T14" fmla="*/ 119002675 w 85"/>
                <a:gd name="T15" fmla="*/ 56008148 h 70"/>
                <a:gd name="T16" fmla="*/ 128397653 w 85"/>
                <a:gd name="T17" fmla="*/ 60675596 h 70"/>
                <a:gd name="T18" fmla="*/ 128397653 w 85"/>
                <a:gd name="T19" fmla="*/ 70010493 h 70"/>
                <a:gd name="T20" fmla="*/ 109607697 w 85"/>
                <a:gd name="T21" fmla="*/ 74677941 h 70"/>
                <a:gd name="T22" fmla="*/ 117437262 w 85"/>
                <a:gd name="T23" fmla="*/ 80900789 h 70"/>
                <a:gd name="T24" fmla="*/ 114305186 w 85"/>
                <a:gd name="T25" fmla="*/ 85568256 h 70"/>
                <a:gd name="T26" fmla="*/ 108042284 w 85"/>
                <a:gd name="T27" fmla="*/ 79345389 h 70"/>
                <a:gd name="T28" fmla="*/ 100212719 w 85"/>
                <a:gd name="T29" fmla="*/ 93347752 h 70"/>
                <a:gd name="T30" fmla="*/ 95515230 w 85"/>
                <a:gd name="T31" fmla="*/ 94903152 h 70"/>
                <a:gd name="T32" fmla="*/ 103344795 w 85"/>
                <a:gd name="T33" fmla="*/ 105793449 h 70"/>
                <a:gd name="T34" fmla="*/ 95515230 w 85"/>
                <a:gd name="T35" fmla="*/ 108905496 h 70"/>
                <a:gd name="T36" fmla="*/ 89252329 w 85"/>
                <a:gd name="T37" fmla="*/ 105793449 h 70"/>
                <a:gd name="T38" fmla="*/ 78290667 w 85"/>
                <a:gd name="T39" fmla="*/ 99570600 h 70"/>
                <a:gd name="T40" fmla="*/ 68895690 w 85"/>
                <a:gd name="T41" fmla="*/ 94903152 h 70"/>
                <a:gd name="T42" fmla="*/ 68895690 w 85"/>
                <a:gd name="T43" fmla="*/ 93347752 h 70"/>
                <a:gd name="T44" fmla="*/ 57935299 w 85"/>
                <a:gd name="T45" fmla="*/ 79345389 h 70"/>
                <a:gd name="T46" fmla="*/ 54804474 w 85"/>
                <a:gd name="T47" fmla="*/ 74677941 h 70"/>
                <a:gd name="T48" fmla="*/ 45409496 w 85"/>
                <a:gd name="T49" fmla="*/ 70010493 h 70"/>
                <a:gd name="T50" fmla="*/ 20355373 w 85"/>
                <a:gd name="T51" fmla="*/ 46673252 h 70"/>
                <a:gd name="T52" fmla="*/ 20355373 w 85"/>
                <a:gd name="T53" fmla="*/ 45117852 h 70"/>
                <a:gd name="T54" fmla="*/ 17224548 w 85"/>
                <a:gd name="T55" fmla="*/ 43562452 h 70"/>
                <a:gd name="T56" fmla="*/ 9394980 w 85"/>
                <a:gd name="T57" fmla="*/ 24892650 h 70"/>
                <a:gd name="T58" fmla="*/ 0 w 85"/>
                <a:gd name="T59" fmla="*/ 20225197 h 70"/>
                <a:gd name="T60" fmla="*/ 0 w 85"/>
                <a:gd name="T61" fmla="*/ 4667449 h 70"/>
                <a:gd name="T62" fmla="*/ 9394980 w 85"/>
                <a:gd name="T63" fmla="*/ 1555401 h 70"/>
                <a:gd name="T64" fmla="*/ 17224548 w 85"/>
                <a:gd name="T65" fmla="*/ 10890301 h 70"/>
                <a:gd name="T66" fmla="*/ 25052867 w 85"/>
                <a:gd name="T67" fmla="*/ 1555401 h 70"/>
                <a:gd name="T68" fmla="*/ 37579921 w 85"/>
                <a:gd name="T69" fmla="*/ 0 h 70"/>
                <a:gd name="T70" fmla="*/ 45409496 w 85"/>
                <a:gd name="T71" fmla="*/ 4667449 h 70"/>
                <a:gd name="T72" fmla="*/ 68895690 w 85"/>
                <a:gd name="T73" fmla="*/ 9334898 h 70"/>
                <a:gd name="T74" fmla="*/ 73593178 w 85"/>
                <a:gd name="T75" fmla="*/ 4667449 h 70"/>
                <a:gd name="T76" fmla="*/ 78290667 w 85"/>
                <a:gd name="T77" fmla="*/ 9334898 h 70"/>
                <a:gd name="T78" fmla="*/ 79857331 w 85"/>
                <a:gd name="T79" fmla="*/ 6222851 h 70"/>
                <a:gd name="T80" fmla="*/ 89252329 w 85"/>
                <a:gd name="T81" fmla="*/ 9334898 h 70"/>
                <a:gd name="T82" fmla="*/ 93949818 w 85"/>
                <a:gd name="T83" fmla="*/ 6222851 h 70"/>
                <a:gd name="T84" fmla="*/ 100212719 w 85"/>
                <a:gd name="T85" fmla="*/ 14002349 h 70"/>
                <a:gd name="T86" fmla="*/ 108042284 w 85"/>
                <a:gd name="T87" fmla="*/ 15557749 h 70"/>
                <a:gd name="T88" fmla="*/ 119002675 w 85"/>
                <a:gd name="T89" fmla="*/ 15557749 h 7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85"/>
                <a:gd name="T136" fmla="*/ 0 h 70"/>
                <a:gd name="T137" fmla="*/ 85 w 85"/>
                <a:gd name="T138" fmla="*/ 70 h 7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85" h="70">
                  <a:moveTo>
                    <a:pt x="76" y="10"/>
                  </a:moveTo>
                  <a:lnTo>
                    <a:pt x="76" y="13"/>
                  </a:lnTo>
                  <a:lnTo>
                    <a:pt x="75" y="17"/>
                  </a:lnTo>
                  <a:lnTo>
                    <a:pt x="70" y="22"/>
                  </a:lnTo>
                  <a:lnTo>
                    <a:pt x="72" y="23"/>
                  </a:lnTo>
                  <a:lnTo>
                    <a:pt x="75" y="26"/>
                  </a:lnTo>
                  <a:lnTo>
                    <a:pt x="85" y="32"/>
                  </a:lnTo>
                  <a:lnTo>
                    <a:pt x="76" y="36"/>
                  </a:lnTo>
                  <a:lnTo>
                    <a:pt x="82" y="39"/>
                  </a:lnTo>
                  <a:lnTo>
                    <a:pt x="82" y="45"/>
                  </a:lnTo>
                  <a:lnTo>
                    <a:pt x="70" y="48"/>
                  </a:lnTo>
                  <a:lnTo>
                    <a:pt x="75" y="52"/>
                  </a:lnTo>
                  <a:lnTo>
                    <a:pt x="73" y="55"/>
                  </a:lnTo>
                  <a:lnTo>
                    <a:pt x="69" y="51"/>
                  </a:lnTo>
                  <a:lnTo>
                    <a:pt x="64" y="60"/>
                  </a:lnTo>
                  <a:lnTo>
                    <a:pt x="61" y="61"/>
                  </a:lnTo>
                  <a:lnTo>
                    <a:pt x="66" y="68"/>
                  </a:lnTo>
                  <a:lnTo>
                    <a:pt x="61" y="70"/>
                  </a:lnTo>
                  <a:lnTo>
                    <a:pt x="57" y="68"/>
                  </a:lnTo>
                  <a:lnTo>
                    <a:pt x="50" y="64"/>
                  </a:lnTo>
                  <a:lnTo>
                    <a:pt x="44" y="61"/>
                  </a:lnTo>
                  <a:lnTo>
                    <a:pt x="44" y="60"/>
                  </a:lnTo>
                  <a:lnTo>
                    <a:pt x="37" y="51"/>
                  </a:lnTo>
                  <a:lnTo>
                    <a:pt x="35" y="48"/>
                  </a:lnTo>
                  <a:lnTo>
                    <a:pt x="29" y="45"/>
                  </a:lnTo>
                  <a:lnTo>
                    <a:pt x="13" y="30"/>
                  </a:lnTo>
                  <a:lnTo>
                    <a:pt x="13" y="29"/>
                  </a:lnTo>
                  <a:lnTo>
                    <a:pt x="11" y="28"/>
                  </a:lnTo>
                  <a:lnTo>
                    <a:pt x="6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6" y="1"/>
                  </a:lnTo>
                  <a:lnTo>
                    <a:pt x="11" y="7"/>
                  </a:lnTo>
                  <a:lnTo>
                    <a:pt x="16" y="1"/>
                  </a:lnTo>
                  <a:lnTo>
                    <a:pt x="24" y="0"/>
                  </a:lnTo>
                  <a:lnTo>
                    <a:pt x="29" y="3"/>
                  </a:lnTo>
                  <a:lnTo>
                    <a:pt x="44" y="6"/>
                  </a:lnTo>
                  <a:lnTo>
                    <a:pt x="47" y="3"/>
                  </a:lnTo>
                  <a:lnTo>
                    <a:pt x="50" y="6"/>
                  </a:lnTo>
                  <a:lnTo>
                    <a:pt x="51" y="4"/>
                  </a:lnTo>
                  <a:lnTo>
                    <a:pt x="57" y="6"/>
                  </a:lnTo>
                  <a:lnTo>
                    <a:pt x="60" y="4"/>
                  </a:lnTo>
                  <a:lnTo>
                    <a:pt x="64" y="9"/>
                  </a:lnTo>
                  <a:lnTo>
                    <a:pt x="69" y="10"/>
                  </a:lnTo>
                  <a:lnTo>
                    <a:pt x="76" y="1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="" xmlns:a16="http://schemas.microsoft.com/office/drawing/2014/main" id="{4F215B83-0D0F-471C-82DF-47ADD9EEC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244" y="2312988"/>
              <a:ext cx="150812" cy="115887"/>
            </a:xfrm>
            <a:custGeom>
              <a:avLst/>
              <a:gdLst>
                <a:gd name="T0" fmla="*/ 169002476 w 120"/>
                <a:gd name="T1" fmla="*/ 63835243 h 94"/>
                <a:gd name="T2" fmla="*/ 176899996 w 120"/>
                <a:gd name="T3" fmla="*/ 65355335 h 94"/>
                <a:gd name="T4" fmla="*/ 178479751 w 120"/>
                <a:gd name="T5" fmla="*/ 56236017 h 94"/>
                <a:gd name="T6" fmla="*/ 189535525 w 120"/>
                <a:gd name="T7" fmla="*/ 54715925 h 94"/>
                <a:gd name="T8" fmla="*/ 187955770 w 120"/>
                <a:gd name="T9" fmla="*/ 51676975 h 94"/>
                <a:gd name="T10" fmla="*/ 178479751 w 120"/>
                <a:gd name="T11" fmla="*/ 47116699 h 94"/>
                <a:gd name="T12" fmla="*/ 173740485 w 120"/>
                <a:gd name="T13" fmla="*/ 45596608 h 94"/>
                <a:gd name="T14" fmla="*/ 178479751 w 120"/>
                <a:gd name="T15" fmla="*/ 41037565 h 94"/>
                <a:gd name="T16" fmla="*/ 173740485 w 120"/>
                <a:gd name="T17" fmla="*/ 41037565 h 94"/>
                <a:gd name="T18" fmla="*/ 164264428 w 120"/>
                <a:gd name="T19" fmla="*/ 25837871 h 94"/>
                <a:gd name="T20" fmla="*/ 116880566 w 120"/>
                <a:gd name="T21" fmla="*/ 24317779 h 94"/>
                <a:gd name="T22" fmla="*/ 86870243 w 120"/>
                <a:gd name="T23" fmla="*/ 0 h 94"/>
                <a:gd name="T24" fmla="*/ 85290487 w 120"/>
                <a:gd name="T25" fmla="*/ 1520092 h 94"/>
                <a:gd name="T26" fmla="*/ 82132214 w 120"/>
                <a:gd name="T27" fmla="*/ 1520092 h 94"/>
                <a:gd name="T28" fmla="*/ 82132214 w 120"/>
                <a:gd name="T29" fmla="*/ 6079137 h 94"/>
                <a:gd name="T30" fmla="*/ 72654939 w 120"/>
                <a:gd name="T31" fmla="*/ 6079137 h 94"/>
                <a:gd name="T32" fmla="*/ 67916930 w 120"/>
                <a:gd name="T33" fmla="*/ 10639414 h 94"/>
                <a:gd name="T34" fmla="*/ 60019410 w 120"/>
                <a:gd name="T35" fmla="*/ 12159506 h 94"/>
                <a:gd name="T36" fmla="*/ 61599165 w 120"/>
                <a:gd name="T37" fmla="*/ 19758732 h 94"/>
                <a:gd name="T38" fmla="*/ 61599165 w 120"/>
                <a:gd name="T39" fmla="*/ 21278828 h 94"/>
                <a:gd name="T40" fmla="*/ 66337174 w 120"/>
                <a:gd name="T41" fmla="*/ 27357963 h 94"/>
                <a:gd name="T42" fmla="*/ 60019410 w 120"/>
                <a:gd name="T43" fmla="*/ 27357963 h 94"/>
                <a:gd name="T44" fmla="*/ 50543392 w 120"/>
                <a:gd name="T45" fmla="*/ 31918238 h 94"/>
                <a:gd name="T46" fmla="*/ 50543392 w 120"/>
                <a:gd name="T47" fmla="*/ 36477280 h 94"/>
                <a:gd name="T48" fmla="*/ 52121890 w 120"/>
                <a:gd name="T49" fmla="*/ 44076516 h 94"/>
                <a:gd name="T50" fmla="*/ 42645872 w 120"/>
                <a:gd name="T51" fmla="*/ 44076516 h 94"/>
                <a:gd name="T52" fmla="*/ 36328098 w 120"/>
                <a:gd name="T53" fmla="*/ 39517464 h 94"/>
                <a:gd name="T54" fmla="*/ 34748343 w 120"/>
                <a:gd name="T55" fmla="*/ 39517464 h 94"/>
                <a:gd name="T56" fmla="*/ 31588832 w 120"/>
                <a:gd name="T57" fmla="*/ 39517464 h 94"/>
                <a:gd name="T58" fmla="*/ 26850823 w 120"/>
                <a:gd name="T59" fmla="*/ 36477280 h 94"/>
                <a:gd name="T60" fmla="*/ 22112814 w 120"/>
                <a:gd name="T61" fmla="*/ 44076516 h 94"/>
                <a:gd name="T62" fmla="*/ 6317767 w 120"/>
                <a:gd name="T63" fmla="*/ 44076516 h 94"/>
                <a:gd name="T64" fmla="*/ 0 w 120"/>
                <a:gd name="T65" fmla="*/ 39517464 h 94"/>
                <a:gd name="T66" fmla="*/ 6317767 w 120"/>
                <a:gd name="T67" fmla="*/ 50156883 h 94"/>
                <a:gd name="T68" fmla="*/ 14215289 w 120"/>
                <a:gd name="T69" fmla="*/ 63835243 h 94"/>
                <a:gd name="T70" fmla="*/ 22112814 w 120"/>
                <a:gd name="T71" fmla="*/ 54715925 h 94"/>
                <a:gd name="T72" fmla="*/ 47383881 w 120"/>
                <a:gd name="T73" fmla="*/ 92713307 h 94"/>
                <a:gd name="T74" fmla="*/ 56861156 w 120"/>
                <a:gd name="T75" fmla="*/ 100312533 h 94"/>
                <a:gd name="T76" fmla="*/ 88449998 w 120"/>
                <a:gd name="T77" fmla="*/ 120071260 h 94"/>
                <a:gd name="T78" fmla="*/ 127936340 w 120"/>
                <a:gd name="T79" fmla="*/ 141350079 h 94"/>
                <a:gd name="T80" fmla="*/ 137413615 w 120"/>
                <a:gd name="T81" fmla="*/ 142870171 h 94"/>
                <a:gd name="T82" fmla="*/ 137413615 w 120"/>
                <a:gd name="T83" fmla="*/ 141350079 h 94"/>
                <a:gd name="T84" fmla="*/ 126356585 w 120"/>
                <a:gd name="T85" fmla="*/ 127671719 h 94"/>
                <a:gd name="T86" fmla="*/ 123198331 w 120"/>
                <a:gd name="T87" fmla="*/ 123111443 h 94"/>
                <a:gd name="T88" fmla="*/ 113721056 w 120"/>
                <a:gd name="T89" fmla="*/ 118552401 h 94"/>
                <a:gd name="T90" fmla="*/ 88449998 w 120"/>
                <a:gd name="T91" fmla="*/ 95753490 h 94"/>
                <a:gd name="T92" fmla="*/ 88449998 w 120"/>
                <a:gd name="T93" fmla="*/ 94233399 h 94"/>
                <a:gd name="T94" fmla="*/ 85290487 w 120"/>
                <a:gd name="T95" fmla="*/ 92713307 h 94"/>
                <a:gd name="T96" fmla="*/ 77394205 w 120"/>
                <a:gd name="T97" fmla="*/ 74474652 h 94"/>
                <a:gd name="T98" fmla="*/ 67916930 w 120"/>
                <a:gd name="T99" fmla="*/ 69915610 h 94"/>
                <a:gd name="T100" fmla="*/ 67916930 w 120"/>
                <a:gd name="T101" fmla="*/ 54715925 h 94"/>
                <a:gd name="T102" fmla="*/ 77394205 w 120"/>
                <a:gd name="T103" fmla="*/ 51676975 h 94"/>
                <a:gd name="T104" fmla="*/ 85290487 w 120"/>
                <a:gd name="T105" fmla="*/ 60796292 h 94"/>
                <a:gd name="T106" fmla="*/ 93188007 w 120"/>
                <a:gd name="T107" fmla="*/ 51676975 h 94"/>
                <a:gd name="T108" fmla="*/ 105823536 w 120"/>
                <a:gd name="T109" fmla="*/ 50156883 h 94"/>
                <a:gd name="T110" fmla="*/ 113721056 w 120"/>
                <a:gd name="T111" fmla="*/ 54715925 h 94"/>
                <a:gd name="T112" fmla="*/ 137413615 w 120"/>
                <a:gd name="T113" fmla="*/ 59276201 h 94"/>
                <a:gd name="T114" fmla="*/ 142151624 w 120"/>
                <a:gd name="T115" fmla="*/ 54715925 h 94"/>
                <a:gd name="T116" fmla="*/ 146889633 w 120"/>
                <a:gd name="T117" fmla="*/ 59276201 h 94"/>
                <a:gd name="T118" fmla="*/ 148469388 w 120"/>
                <a:gd name="T119" fmla="*/ 56236017 h 94"/>
                <a:gd name="T120" fmla="*/ 157946663 w 120"/>
                <a:gd name="T121" fmla="*/ 59276201 h 94"/>
                <a:gd name="T122" fmla="*/ 162684673 w 120"/>
                <a:gd name="T123" fmla="*/ 56236017 h 94"/>
                <a:gd name="T124" fmla="*/ 169002476 w 120"/>
                <a:gd name="T125" fmla="*/ 63835243 h 9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20"/>
                <a:gd name="T190" fmla="*/ 0 h 94"/>
                <a:gd name="T191" fmla="*/ 120 w 120"/>
                <a:gd name="T192" fmla="*/ 94 h 9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20" h="94">
                  <a:moveTo>
                    <a:pt x="107" y="42"/>
                  </a:moveTo>
                  <a:lnTo>
                    <a:pt x="112" y="43"/>
                  </a:lnTo>
                  <a:lnTo>
                    <a:pt x="113" y="37"/>
                  </a:lnTo>
                  <a:lnTo>
                    <a:pt x="120" y="36"/>
                  </a:lnTo>
                  <a:lnTo>
                    <a:pt x="119" y="34"/>
                  </a:lnTo>
                  <a:lnTo>
                    <a:pt x="113" y="31"/>
                  </a:lnTo>
                  <a:lnTo>
                    <a:pt x="110" y="30"/>
                  </a:lnTo>
                  <a:lnTo>
                    <a:pt x="113" y="27"/>
                  </a:lnTo>
                  <a:lnTo>
                    <a:pt x="110" y="27"/>
                  </a:lnTo>
                  <a:lnTo>
                    <a:pt x="104" y="17"/>
                  </a:lnTo>
                  <a:lnTo>
                    <a:pt x="74" y="16"/>
                  </a:lnTo>
                  <a:lnTo>
                    <a:pt x="55" y="0"/>
                  </a:lnTo>
                  <a:lnTo>
                    <a:pt x="54" y="1"/>
                  </a:lnTo>
                  <a:lnTo>
                    <a:pt x="52" y="1"/>
                  </a:lnTo>
                  <a:lnTo>
                    <a:pt x="52" y="4"/>
                  </a:lnTo>
                  <a:lnTo>
                    <a:pt x="46" y="4"/>
                  </a:lnTo>
                  <a:lnTo>
                    <a:pt x="43" y="7"/>
                  </a:lnTo>
                  <a:lnTo>
                    <a:pt x="38" y="8"/>
                  </a:lnTo>
                  <a:lnTo>
                    <a:pt x="39" y="13"/>
                  </a:lnTo>
                  <a:lnTo>
                    <a:pt x="39" y="14"/>
                  </a:lnTo>
                  <a:lnTo>
                    <a:pt x="42" y="18"/>
                  </a:lnTo>
                  <a:lnTo>
                    <a:pt x="38" y="18"/>
                  </a:lnTo>
                  <a:lnTo>
                    <a:pt x="32" y="21"/>
                  </a:lnTo>
                  <a:lnTo>
                    <a:pt x="32" y="24"/>
                  </a:lnTo>
                  <a:lnTo>
                    <a:pt x="33" y="29"/>
                  </a:lnTo>
                  <a:lnTo>
                    <a:pt x="27" y="29"/>
                  </a:lnTo>
                  <a:lnTo>
                    <a:pt x="23" y="26"/>
                  </a:lnTo>
                  <a:lnTo>
                    <a:pt x="22" y="26"/>
                  </a:lnTo>
                  <a:lnTo>
                    <a:pt x="20" y="26"/>
                  </a:lnTo>
                  <a:lnTo>
                    <a:pt x="17" y="24"/>
                  </a:lnTo>
                  <a:lnTo>
                    <a:pt x="14" y="29"/>
                  </a:lnTo>
                  <a:lnTo>
                    <a:pt x="4" y="29"/>
                  </a:lnTo>
                  <a:lnTo>
                    <a:pt x="0" y="26"/>
                  </a:lnTo>
                  <a:lnTo>
                    <a:pt x="4" y="33"/>
                  </a:lnTo>
                  <a:lnTo>
                    <a:pt x="9" y="42"/>
                  </a:lnTo>
                  <a:lnTo>
                    <a:pt x="14" y="36"/>
                  </a:lnTo>
                  <a:lnTo>
                    <a:pt x="30" y="61"/>
                  </a:lnTo>
                  <a:lnTo>
                    <a:pt x="36" y="66"/>
                  </a:lnTo>
                  <a:lnTo>
                    <a:pt x="56" y="79"/>
                  </a:lnTo>
                  <a:lnTo>
                    <a:pt x="81" y="93"/>
                  </a:lnTo>
                  <a:lnTo>
                    <a:pt x="87" y="94"/>
                  </a:lnTo>
                  <a:lnTo>
                    <a:pt x="87" y="93"/>
                  </a:lnTo>
                  <a:lnTo>
                    <a:pt x="80" y="84"/>
                  </a:lnTo>
                  <a:lnTo>
                    <a:pt x="78" y="81"/>
                  </a:lnTo>
                  <a:lnTo>
                    <a:pt x="72" y="78"/>
                  </a:lnTo>
                  <a:lnTo>
                    <a:pt x="56" y="63"/>
                  </a:lnTo>
                  <a:lnTo>
                    <a:pt x="56" y="62"/>
                  </a:lnTo>
                  <a:lnTo>
                    <a:pt x="54" y="61"/>
                  </a:lnTo>
                  <a:lnTo>
                    <a:pt x="49" y="49"/>
                  </a:lnTo>
                  <a:lnTo>
                    <a:pt x="43" y="46"/>
                  </a:lnTo>
                  <a:lnTo>
                    <a:pt x="43" y="36"/>
                  </a:lnTo>
                  <a:lnTo>
                    <a:pt x="49" y="34"/>
                  </a:lnTo>
                  <a:lnTo>
                    <a:pt x="54" y="40"/>
                  </a:lnTo>
                  <a:lnTo>
                    <a:pt x="59" y="34"/>
                  </a:lnTo>
                  <a:lnTo>
                    <a:pt x="67" y="33"/>
                  </a:lnTo>
                  <a:lnTo>
                    <a:pt x="72" y="36"/>
                  </a:lnTo>
                  <a:lnTo>
                    <a:pt x="87" y="39"/>
                  </a:lnTo>
                  <a:lnTo>
                    <a:pt x="90" y="36"/>
                  </a:lnTo>
                  <a:lnTo>
                    <a:pt x="93" y="39"/>
                  </a:lnTo>
                  <a:lnTo>
                    <a:pt x="94" y="37"/>
                  </a:lnTo>
                  <a:lnTo>
                    <a:pt x="100" y="39"/>
                  </a:lnTo>
                  <a:lnTo>
                    <a:pt x="103" y="37"/>
                  </a:lnTo>
                  <a:lnTo>
                    <a:pt x="107" y="4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="" xmlns:a16="http://schemas.microsoft.com/office/drawing/2014/main" id="{1623EDCF-01A4-4E5D-9BF0-E598D70E4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0144" y="2428875"/>
              <a:ext cx="44450" cy="19050"/>
            </a:xfrm>
            <a:custGeom>
              <a:avLst/>
              <a:gdLst>
                <a:gd name="T0" fmla="*/ 61743820 w 32"/>
                <a:gd name="T1" fmla="*/ 27915580 h 13"/>
                <a:gd name="T2" fmla="*/ 61743820 w 32"/>
                <a:gd name="T3" fmla="*/ 21473746 h 13"/>
                <a:gd name="T4" fmla="*/ 61743820 w 32"/>
                <a:gd name="T5" fmla="*/ 19325492 h 13"/>
                <a:gd name="T6" fmla="*/ 54026193 w 32"/>
                <a:gd name="T7" fmla="*/ 15031917 h 13"/>
                <a:gd name="T8" fmla="*/ 40518945 w 32"/>
                <a:gd name="T9" fmla="*/ 6441832 h 13"/>
                <a:gd name="T10" fmla="*/ 28942503 w 32"/>
                <a:gd name="T11" fmla="*/ 0 h 13"/>
                <a:gd name="T12" fmla="*/ 28942503 w 32"/>
                <a:gd name="T13" fmla="*/ 2146789 h 13"/>
                <a:gd name="T14" fmla="*/ 0 w 32"/>
                <a:gd name="T15" fmla="*/ 0 h 13"/>
                <a:gd name="T16" fmla="*/ 61743820 w 32"/>
                <a:gd name="T17" fmla="*/ 27915580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"/>
                <a:gd name="T28" fmla="*/ 0 h 13"/>
                <a:gd name="T29" fmla="*/ 32 w 32"/>
                <a:gd name="T30" fmla="*/ 13 h 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" h="13">
                  <a:moveTo>
                    <a:pt x="32" y="13"/>
                  </a:moveTo>
                  <a:lnTo>
                    <a:pt x="32" y="10"/>
                  </a:lnTo>
                  <a:lnTo>
                    <a:pt x="32" y="9"/>
                  </a:lnTo>
                  <a:lnTo>
                    <a:pt x="28" y="7"/>
                  </a:lnTo>
                  <a:lnTo>
                    <a:pt x="21" y="3"/>
                  </a:lnTo>
                  <a:lnTo>
                    <a:pt x="15" y="0"/>
                  </a:lnTo>
                  <a:lnTo>
                    <a:pt x="15" y="1"/>
                  </a:lnTo>
                  <a:lnTo>
                    <a:pt x="0" y="0"/>
                  </a:lnTo>
                  <a:lnTo>
                    <a:pt x="32" y="1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="" xmlns:a16="http://schemas.microsoft.com/office/drawing/2014/main" id="{E87E9931-5A61-4A3D-A027-CD885144F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8644" y="2163763"/>
              <a:ext cx="331787" cy="284162"/>
            </a:xfrm>
            <a:custGeom>
              <a:avLst/>
              <a:gdLst>
                <a:gd name="T0" fmla="*/ 412076878 w 261"/>
                <a:gd name="T1" fmla="*/ 290001401 h 222"/>
                <a:gd name="T2" fmla="*/ 412076878 w 261"/>
                <a:gd name="T3" fmla="*/ 306385512 h 222"/>
                <a:gd name="T4" fmla="*/ 407228468 w 261"/>
                <a:gd name="T5" fmla="*/ 306385512 h 222"/>
                <a:gd name="T6" fmla="*/ 407228468 w 261"/>
                <a:gd name="T7" fmla="*/ 309662334 h 222"/>
                <a:gd name="T8" fmla="*/ 373293411 w 261"/>
                <a:gd name="T9" fmla="*/ 335876992 h 222"/>
                <a:gd name="T10" fmla="*/ 328045742 w 261"/>
                <a:gd name="T11" fmla="*/ 321131212 h 222"/>
                <a:gd name="T12" fmla="*/ 316733209 w 261"/>
                <a:gd name="T13" fmla="*/ 317854390 h 222"/>
                <a:gd name="T14" fmla="*/ 313501783 w 261"/>
                <a:gd name="T15" fmla="*/ 321131212 h 222"/>
                <a:gd name="T16" fmla="*/ 286029578 w 261"/>
                <a:gd name="T17" fmla="*/ 321131212 h 222"/>
                <a:gd name="T18" fmla="*/ 265021496 w 261"/>
                <a:gd name="T19" fmla="*/ 335876992 h 222"/>
                <a:gd name="T20" fmla="*/ 266637209 w 261"/>
                <a:gd name="T21" fmla="*/ 363729980 h 222"/>
                <a:gd name="T22" fmla="*/ 214926767 w 261"/>
                <a:gd name="T23" fmla="*/ 362091569 h 222"/>
                <a:gd name="T24" fmla="*/ 218158193 w 261"/>
                <a:gd name="T25" fmla="*/ 357176336 h 222"/>
                <a:gd name="T26" fmla="*/ 208462644 w 261"/>
                <a:gd name="T27" fmla="*/ 357176336 h 222"/>
                <a:gd name="T28" fmla="*/ 114734727 w 261"/>
                <a:gd name="T29" fmla="*/ 335876992 h 222"/>
                <a:gd name="T30" fmla="*/ 95343630 w 261"/>
                <a:gd name="T31" fmla="*/ 322769623 h 222"/>
                <a:gd name="T32" fmla="*/ 109887588 w 261"/>
                <a:gd name="T33" fmla="*/ 301470279 h 222"/>
                <a:gd name="T34" fmla="*/ 114734727 w 261"/>
                <a:gd name="T35" fmla="*/ 268700777 h 222"/>
                <a:gd name="T36" fmla="*/ 119583137 w 261"/>
                <a:gd name="T37" fmla="*/ 235932556 h 222"/>
                <a:gd name="T38" fmla="*/ 135742809 w 261"/>
                <a:gd name="T39" fmla="*/ 252316666 h 222"/>
                <a:gd name="T40" fmla="*/ 119583137 w 261"/>
                <a:gd name="T41" fmla="*/ 221186856 h 222"/>
                <a:gd name="T42" fmla="*/ 119583137 w 261"/>
                <a:gd name="T43" fmla="*/ 209717978 h 222"/>
                <a:gd name="T44" fmla="*/ 103423465 w 261"/>
                <a:gd name="T45" fmla="*/ 194972279 h 222"/>
                <a:gd name="T46" fmla="*/ 88879507 w 261"/>
                <a:gd name="T47" fmla="*/ 165480839 h 222"/>
                <a:gd name="T48" fmla="*/ 90495219 w 261"/>
                <a:gd name="T49" fmla="*/ 158927195 h 222"/>
                <a:gd name="T50" fmla="*/ 74335528 w 261"/>
                <a:gd name="T51" fmla="*/ 152373551 h 222"/>
                <a:gd name="T52" fmla="*/ 53327446 w 261"/>
                <a:gd name="T53" fmla="*/ 144181495 h 222"/>
                <a:gd name="T54" fmla="*/ 25855231 w 261"/>
                <a:gd name="T55" fmla="*/ 132712618 h 222"/>
                <a:gd name="T56" fmla="*/ 6464125 w 261"/>
                <a:gd name="T57" fmla="*/ 127797384 h 222"/>
                <a:gd name="T58" fmla="*/ 11312538 w 261"/>
                <a:gd name="T59" fmla="*/ 117966918 h 222"/>
                <a:gd name="T60" fmla="*/ 16159677 w 261"/>
                <a:gd name="T61" fmla="*/ 116328507 h 222"/>
                <a:gd name="T62" fmla="*/ 0 w 261"/>
                <a:gd name="T63" fmla="*/ 113051685 h 222"/>
                <a:gd name="T64" fmla="*/ 38783477 w 261"/>
                <a:gd name="T65" fmla="*/ 95029163 h 222"/>
                <a:gd name="T66" fmla="*/ 64639979 w 261"/>
                <a:gd name="T67" fmla="*/ 101582807 h 222"/>
                <a:gd name="T68" fmla="*/ 105039178 w 261"/>
                <a:gd name="T69" fmla="*/ 101582807 h 222"/>
                <a:gd name="T70" fmla="*/ 95343630 w 261"/>
                <a:gd name="T71" fmla="*/ 62259641 h 222"/>
                <a:gd name="T72" fmla="*/ 106654891 w 261"/>
                <a:gd name="T73" fmla="*/ 58982819 h 222"/>
                <a:gd name="T74" fmla="*/ 119583137 w 261"/>
                <a:gd name="T75" fmla="*/ 68813285 h 222"/>
                <a:gd name="T76" fmla="*/ 171294890 w 261"/>
                <a:gd name="T77" fmla="*/ 65536463 h 222"/>
                <a:gd name="T78" fmla="*/ 158366604 w 261"/>
                <a:gd name="T79" fmla="*/ 63898052 h 222"/>
                <a:gd name="T80" fmla="*/ 203614234 w 261"/>
                <a:gd name="T81" fmla="*/ 39321876 h 222"/>
                <a:gd name="T82" fmla="*/ 208462644 w 261"/>
                <a:gd name="T83" fmla="*/ 11468883 h 222"/>
                <a:gd name="T84" fmla="*/ 239166275 w 261"/>
                <a:gd name="T85" fmla="*/ 0 h 222"/>
                <a:gd name="T86" fmla="*/ 253710234 w 261"/>
                <a:gd name="T87" fmla="*/ 13107294 h 222"/>
                <a:gd name="T88" fmla="*/ 295725127 w 261"/>
                <a:gd name="T89" fmla="*/ 42598708 h 222"/>
                <a:gd name="T90" fmla="*/ 308653373 w 261"/>
                <a:gd name="T91" fmla="*/ 39321876 h 222"/>
                <a:gd name="T92" fmla="*/ 313501783 w 261"/>
                <a:gd name="T93" fmla="*/ 44237119 h 222"/>
                <a:gd name="T94" fmla="*/ 347436919 w 261"/>
                <a:gd name="T95" fmla="*/ 63898052 h 222"/>
                <a:gd name="T96" fmla="*/ 365212304 w 261"/>
                <a:gd name="T97" fmla="*/ 65536463 h 222"/>
                <a:gd name="T98" fmla="*/ 370060714 w 261"/>
                <a:gd name="T99" fmla="*/ 68813285 h 222"/>
                <a:gd name="T100" fmla="*/ 421772427 w 261"/>
                <a:gd name="T101" fmla="*/ 86835827 h 222"/>
                <a:gd name="T102" fmla="*/ 407228468 w 261"/>
                <a:gd name="T103" fmla="*/ 144181495 h 222"/>
                <a:gd name="T104" fmla="*/ 395915935 w 261"/>
                <a:gd name="T105" fmla="*/ 152373551 h 222"/>
                <a:gd name="T106" fmla="*/ 389453083 w 261"/>
                <a:gd name="T107" fmla="*/ 157288784 h 222"/>
                <a:gd name="T108" fmla="*/ 360365165 w 261"/>
                <a:gd name="T109" fmla="*/ 201525923 h 222"/>
                <a:gd name="T110" fmla="*/ 373293411 w 261"/>
                <a:gd name="T111" fmla="*/ 191695456 h 222"/>
                <a:gd name="T112" fmla="*/ 391068796 w 261"/>
                <a:gd name="T113" fmla="*/ 216271623 h 222"/>
                <a:gd name="T114" fmla="*/ 391068796 w 261"/>
                <a:gd name="T115" fmla="*/ 232655734 h 222"/>
                <a:gd name="T116" fmla="*/ 386220386 w 261"/>
                <a:gd name="T117" fmla="*/ 249039844 h 222"/>
                <a:gd name="T118" fmla="*/ 386220386 w 261"/>
                <a:gd name="T119" fmla="*/ 258870311 h 222"/>
                <a:gd name="T120" fmla="*/ 389453083 w 261"/>
                <a:gd name="T121" fmla="*/ 275255702 h 222"/>
                <a:gd name="T122" fmla="*/ 412076878 w 261"/>
                <a:gd name="T123" fmla="*/ 290001401 h 22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61"/>
                <a:gd name="T187" fmla="*/ 0 h 222"/>
                <a:gd name="T188" fmla="*/ 261 w 261"/>
                <a:gd name="T189" fmla="*/ 222 h 22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61" h="222">
                  <a:moveTo>
                    <a:pt x="255" y="177"/>
                  </a:moveTo>
                  <a:lnTo>
                    <a:pt x="255" y="187"/>
                  </a:lnTo>
                  <a:lnTo>
                    <a:pt x="252" y="187"/>
                  </a:lnTo>
                  <a:lnTo>
                    <a:pt x="252" y="189"/>
                  </a:lnTo>
                  <a:lnTo>
                    <a:pt x="231" y="205"/>
                  </a:lnTo>
                  <a:lnTo>
                    <a:pt x="203" y="196"/>
                  </a:lnTo>
                  <a:lnTo>
                    <a:pt x="196" y="194"/>
                  </a:lnTo>
                  <a:lnTo>
                    <a:pt x="194" y="196"/>
                  </a:lnTo>
                  <a:lnTo>
                    <a:pt x="177" y="196"/>
                  </a:lnTo>
                  <a:lnTo>
                    <a:pt x="164" y="205"/>
                  </a:lnTo>
                  <a:lnTo>
                    <a:pt x="165" y="222"/>
                  </a:lnTo>
                  <a:lnTo>
                    <a:pt x="133" y="221"/>
                  </a:lnTo>
                  <a:lnTo>
                    <a:pt x="135" y="218"/>
                  </a:lnTo>
                  <a:lnTo>
                    <a:pt x="129" y="218"/>
                  </a:lnTo>
                  <a:lnTo>
                    <a:pt x="71" y="205"/>
                  </a:lnTo>
                  <a:lnTo>
                    <a:pt x="59" y="197"/>
                  </a:lnTo>
                  <a:lnTo>
                    <a:pt x="68" y="184"/>
                  </a:lnTo>
                  <a:lnTo>
                    <a:pt x="71" y="164"/>
                  </a:lnTo>
                  <a:lnTo>
                    <a:pt x="74" y="144"/>
                  </a:lnTo>
                  <a:lnTo>
                    <a:pt x="84" y="154"/>
                  </a:lnTo>
                  <a:lnTo>
                    <a:pt x="74" y="135"/>
                  </a:lnTo>
                  <a:lnTo>
                    <a:pt x="74" y="128"/>
                  </a:lnTo>
                  <a:lnTo>
                    <a:pt x="64" y="119"/>
                  </a:lnTo>
                  <a:lnTo>
                    <a:pt x="55" y="101"/>
                  </a:lnTo>
                  <a:lnTo>
                    <a:pt x="56" y="97"/>
                  </a:lnTo>
                  <a:lnTo>
                    <a:pt x="46" y="93"/>
                  </a:lnTo>
                  <a:lnTo>
                    <a:pt x="33" y="88"/>
                  </a:lnTo>
                  <a:lnTo>
                    <a:pt x="16" y="81"/>
                  </a:lnTo>
                  <a:lnTo>
                    <a:pt x="4" y="78"/>
                  </a:lnTo>
                  <a:lnTo>
                    <a:pt x="7" y="72"/>
                  </a:lnTo>
                  <a:lnTo>
                    <a:pt x="10" y="71"/>
                  </a:lnTo>
                  <a:lnTo>
                    <a:pt x="0" y="69"/>
                  </a:lnTo>
                  <a:lnTo>
                    <a:pt x="24" y="58"/>
                  </a:lnTo>
                  <a:lnTo>
                    <a:pt x="40" y="62"/>
                  </a:lnTo>
                  <a:lnTo>
                    <a:pt x="65" y="62"/>
                  </a:lnTo>
                  <a:lnTo>
                    <a:pt x="59" y="38"/>
                  </a:lnTo>
                  <a:lnTo>
                    <a:pt x="66" y="36"/>
                  </a:lnTo>
                  <a:lnTo>
                    <a:pt x="74" y="42"/>
                  </a:lnTo>
                  <a:lnTo>
                    <a:pt x="106" y="40"/>
                  </a:lnTo>
                  <a:lnTo>
                    <a:pt x="98" y="39"/>
                  </a:lnTo>
                  <a:lnTo>
                    <a:pt x="126" y="24"/>
                  </a:lnTo>
                  <a:lnTo>
                    <a:pt x="129" y="7"/>
                  </a:lnTo>
                  <a:lnTo>
                    <a:pt x="148" y="0"/>
                  </a:lnTo>
                  <a:lnTo>
                    <a:pt x="157" y="8"/>
                  </a:lnTo>
                  <a:lnTo>
                    <a:pt x="183" y="26"/>
                  </a:lnTo>
                  <a:lnTo>
                    <a:pt x="191" y="24"/>
                  </a:lnTo>
                  <a:lnTo>
                    <a:pt x="194" y="27"/>
                  </a:lnTo>
                  <a:lnTo>
                    <a:pt x="215" y="39"/>
                  </a:lnTo>
                  <a:lnTo>
                    <a:pt x="226" y="40"/>
                  </a:lnTo>
                  <a:lnTo>
                    <a:pt x="229" y="42"/>
                  </a:lnTo>
                  <a:lnTo>
                    <a:pt x="261" y="53"/>
                  </a:lnTo>
                  <a:lnTo>
                    <a:pt x="252" y="88"/>
                  </a:lnTo>
                  <a:lnTo>
                    <a:pt x="245" y="93"/>
                  </a:lnTo>
                  <a:lnTo>
                    <a:pt x="241" y="96"/>
                  </a:lnTo>
                  <a:lnTo>
                    <a:pt x="223" y="123"/>
                  </a:lnTo>
                  <a:lnTo>
                    <a:pt x="231" y="117"/>
                  </a:lnTo>
                  <a:lnTo>
                    <a:pt x="242" y="132"/>
                  </a:lnTo>
                  <a:lnTo>
                    <a:pt x="242" y="142"/>
                  </a:lnTo>
                  <a:lnTo>
                    <a:pt x="239" y="152"/>
                  </a:lnTo>
                  <a:lnTo>
                    <a:pt x="239" y="158"/>
                  </a:lnTo>
                  <a:lnTo>
                    <a:pt x="241" y="168"/>
                  </a:lnTo>
                  <a:lnTo>
                    <a:pt x="255" y="17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="" xmlns:a16="http://schemas.microsoft.com/office/drawing/2014/main" id="{D4EEF109-BC59-4578-BFCE-C0F39D7EE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2656" y="2432050"/>
              <a:ext cx="19050" cy="44450"/>
            </a:xfrm>
            <a:custGeom>
              <a:avLst/>
              <a:gdLst>
                <a:gd name="T0" fmla="*/ 15078574 w 19"/>
                <a:gd name="T1" fmla="*/ 53400064 h 37"/>
                <a:gd name="T2" fmla="*/ 4021555 w 19"/>
                <a:gd name="T3" fmla="*/ 44740727 h 37"/>
                <a:gd name="T4" fmla="*/ 0 w 19"/>
                <a:gd name="T5" fmla="*/ 21648352 h 37"/>
                <a:gd name="T6" fmla="*/ 15078574 w 19"/>
                <a:gd name="T7" fmla="*/ 0 h 37"/>
                <a:gd name="T8" fmla="*/ 19100132 w 19"/>
                <a:gd name="T9" fmla="*/ 23092376 h 37"/>
                <a:gd name="T10" fmla="*/ 15078574 w 19"/>
                <a:gd name="T11" fmla="*/ 53400064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"/>
                <a:gd name="T19" fmla="*/ 0 h 37"/>
                <a:gd name="T20" fmla="*/ 19 w 19"/>
                <a:gd name="T21" fmla="*/ 37 h 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" h="37">
                  <a:moveTo>
                    <a:pt x="15" y="37"/>
                  </a:moveTo>
                  <a:lnTo>
                    <a:pt x="4" y="31"/>
                  </a:lnTo>
                  <a:lnTo>
                    <a:pt x="0" y="15"/>
                  </a:lnTo>
                  <a:lnTo>
                    <a:pt x="15" y="0"/>
                  </a:lnTo>
                  <a:lnTo>
                    <a:pt x="19" y="16"/>
                  </a:lnTo>
                  <a:lnTo>
                    <a:pt x="15" y="3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="" xmlns:a16="http://schemas.microsoft.com/office/drawing/2014/main" id="{8BE9D9DA-32F5-4ACD-B685-AC079E0BC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8394" y="2251075"/>
              <a:ext cx="173037" cy="84138"/>
            </a:xfrm>
            <a:custGeom>
              <a:avLst/>
              <a:gdLst>
                <a:gd name="T0" fmla="*/ 92526798 w 137"/>
                <a:gd name="T1" fmla="*/ 108910805 h 65"/>
                <a:gd name="T2" fmla="*/ 44667544 w 137"/>
                <a:gd name="T3" fmla="*/ 107235813 h 65"/>
                <a:gd name="T4" fmla="*/ 14357017 w 137"/>
                <a:gd name="T5" fmla="*/ 80426849 h 65"/>
                <a:gd name="T6" fmla="*/ 4785672 w 137"/>
                <a:gd name="T7" fmla="*/ 72049297 h 65"/>
                <a:gd name="T8" fmla="*/ 0 w 137"/>
                <a:gd name="T9" fmla="*/ 67021731 h 65"/>
                <a:gd name="T10" fmla="*/ 4785672 w 137"/>
                <a:gd name="T11" fmla="*/ 65346738 h 65"/>
                <a:gd name="T12" fmla="*/ 15952241 w 137"/>
                <a:gd name="T13" fmla="*/ 35186505 h 65"/>
                <a:gd name="T14" fmla="*/ 19143951 w 137"/>
                <a:gd name="T15" fmla="*/ 33511513 h 65"/>
                <a:gd name="T16" fmla="*/ 33500969 w 137"/>
                <a:gd name="T17" fmla="*/ 18431396 h 65"/>
                <a:gd name="T18" fmla="*/ 41477096 w 137"/>
                <a:gd name="T19" fmla="*/ 23457673 h 65"/>
                <a:gd name="T20" fmla="*/ 84549417 w 137"/>
                <a:gd name="T21" fmla="*/ 23457673 h 65"/>
                <a:gd name="T22" fmla="*/ 137194322 w 137"/>
                <a:gd name="T23" fmla="*/ 0 h 65"/>
                <a:gd name="T24" fmla="*/ 193028450 w 137"/>
                <a:gd name="T25" fmla="*/ 1674993 h 65"/>
                <a:gd name="T26" fmla="*/ 218553291 w 137"/>
                <a:gd name="T27" fmla="*/ 21782681 h 65"/>
                <a:gd name="T28" fmla="*/ 186647556 w 137"/>
                <a:gd name="T29" fmla="*/ 55292899 h 65"/>
                <a:gd name="T30" fmla="*/ 161122676 w 137"/>
                <a:gd name="T31" fmla="*/ 93830694 h 65"/>
                <a:gd name="T32" fmla="*/ 141979992 w 137"/>
                <a:gd name="T33" fmla="*/ 98856966 h 65"/>
                <a:gd name="T34" fmla="*/ 92526798 w 137"/>
                <a:gd name="T35" fmla="*/ 108910805 h 6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7"/>
                <a:gd name="T55" fmla="*/ 0 h 65"/>
                <a:gd name="T56" fmla="*/ 137 w 137"/>
                <a:gd name="T57" fmla="*/ 65 h 6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7" h="65">
                  <a:moveTo>
                    <a:pt x="58" y="65"/>
                  </a:moveTo>
                  <a:lnTo>
                    <a:pt x="28" y="64"/>
                  </a:lnTo>
                  <a:lnTo>
                    <a:pt x="9" y="48"/>
                  </a:lnTo>
                  <a:lnTo>
                    <a:pt x="3" y="43"/>
                  </a:lnTo>
                  <a:lnTo>
                    <a:pt x="0" y="40"/>
                  </a:lnTo>
                  <a:lnTo>
                    <a:pt x="3" y="39"/>
                  </a:lnTo>
                  <a:lnTo>
                    <a:pt x="10" y="21"/>
                  </a:lnTo>
                  <a:lnTo>
                    <a:pt x="12" y="20"/>
                  </a:lnTo>
                  <a:lnTo>
                    <a:pt x="21" y="11"/>
                  </a:lnTo>
                  <a:lnTo>
                    <a:pt x="26" y="14"/>
                  </a:lnTo>
                  <a:lnTo>
                    <a:pt x="53" y="14"/>
                  </a:lnTo>
                  <a:lnTo>
                    <a:pt x="86" y="0"/>
                  </a:lnTo>
                  <a:lnTo>
                    <a:pt x="121" y="1"/>
                  </a:lnTo>
                  <a:lnTo>
                    <a:pt x="137" y="13"/>
                  </a:lnTo>
                  <a:lnTo>
                    <a:pt x="117" y="33"/>
                  </a:lnTo>
                  <a:lnTo>
                    <a:pt x="101" y="56"/>
                  </a:lnTo>
                  <a:lnTo>
                    <a:pt x="89" y="59"/>
                  </a:lnTo>
                  <a:lnTo>
                    <a:pt x="58" y="6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="" xmlns:a16="http://schemas.microsoft.com/office/drawing/2014/main" id="{E5379FA3-9B4C-461E-B60F-7C88EC09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5244" y="1398588"/>
              <a:ext cx="3490912" cy="1071562"/>
            </a:xfrm>
            <a:custGeom>
              <a:avLst/>
              <a:gdLst>
                <a:gd name="T0" fmla="*/ 2147483647 w 2763"/>
                <a:gd name="T1" fmla="*/ 292635779 h 852"/>
                <a:gd name="T2" fmla="*/ 2147483647 w 2763"/>
                <a:gd name="T3" fmla="*/ 227781143 h 852"/>
                <a:gd name="T4" fmla="*/ 2147483647 w 2763"/>
                <a:gd name="T5" fmla="*/ 191399611 h 852"/>
                <a:gd name="T6" fmla="*/ 2147483647 w 2763"/>
                <a:gd name="T7" fmla="*/ 164508655 h 852"/>
                <a:gd name="T8" fmla="*/ 2147483647 w 2763"/>
                <a:gd name="T9" fmla="*/ 196144919 h 852"/>
                <a:gd name="T10" fmla="*/ 2147483647 w 2763"/>
                <a:gd name="T11" fmla="*/ 172418380 h 852"/>
                <a:gd name="T12" fmla="*/ 2086371310 w 2763"/>
                <a:gd name="T13" fmla="*/ 120217439 h 852"/>
                <a:gd name="T14" fmla="*/ 2043271260 w 2763"/>
                <a:gd name="T15" fmla="*/ 69599964 h 852"/>
                <a:gd name="T16" fmla="*/ 1821384272 w 2763"/>
                <a:gd name="T17" fmla="*/ 34799353 h 852"/>
                <a:gd name="T18" fmla="*/ 1645791334 w 2763"/>
                <a:gd name="T19" fmla="*/ 39545919 h 852"/>
                <a:gd name="T20" fmla="*/ 1398363715 w 2763"/>
                <a:gd name="T21" fmla="*/ 94908711 h 852"/>
                <a:gd name="T22" fmla="*/ 1323337245 w 2763"/>
                <a:gd name="T23" fmla="*/ 170836191 h 852"/>
                <a:gd name="T24" fmla="*/ 1396767979 w 2763"/>
                <a:gd name="T25" fmla="*/ 194562730 h 852"/>
                <a:gd name="T26" fmla="*/ 1197228568 w 2763"/>
                <a:gd name="T27" fmla="*/ 200890227 h 852"/>
                <a:gd name="T28" fmla="*/ 1285025668 w 2763"/>
                <a:gd name="T29" fmla="*/ 281562975 h 852"/>
                <a:gd name="T30" fmla="*/ 1267466248 w 2763"/>
                <a:gd name="T31" fmla="*/ 333762697 h 852"/>
                <a:gd name="T32" fmla="*/ 1197228568 w 2763"/>
                <a:gd name="T33" fmla="*/ 359071425 h 852"/>
                <a:gd name="T34" fmla="*/ 1002480473 w 2763"/>
                <a:gd name="T35" fmla="*/ 156598971 h 852"/>
                <a:gd name="T36" fmla="*/ 1088680574 w 2763"/>
                <a:gd name="T37" fmla="*/ 291053591 h 852"/>
                <a:gd name="T38" fmla="*/ 842849955 w 2763"/>
                <a:gd name="T39" fmla="*/ 311617011 h 852"/>
                <a:gd name="T40" fmla="*/ 694393384 w 2763"/>
                <a:gd name="T41" fmla="*/ 286308283 h 852"/>
                <a:gd name="T42" fmla="*/ 454946818 w 2763"/>
                <a:gd name="T43" fmla="*/ 340090194 h 852"/>
                <a:gd name="T44" fmla="*/ 423020714 w 2763"/>
                <a:gd name="T45" fmla="*/ 378053914 h 852"/>
                <a:gd name="T46" fmla="*/ 306490168 w 2763"/>
                <a:gd name="T47" fmla="*/ 465052901 h 852"/>
                <a:gd name="T48" fmla="*/ 127704454 w 2763"/>
                <a:gd name="T49" fmla="*/ 359071425 h 852"/>
                <a:gd name="T50" fmla="*/ 111740770 w 2763"/>
                <a:gd name="T51" fmla="*/ 283145164 h 852"/>
                <a:gd name="T52" fmla="*/ 28733377 w 2763"/>
                <a:gd name="T53" fmla="*/ 267327052 h 852"/>
                <a:gd name="T54" fmla="*/ 90989877 w 2763"/>
                <a:gd name="T55" fmla="*/ 465052901 h 852"/>
                <a:gd name="T56" fmla="*/ 65447963 w 2763"/>
                <a:gd name="T57" fmla="*/ 602670601 h 852"/>
                <a:gd name="T58" fmla="*/ 137282664 w 2763"/>
                <a:gd name="T59" fmla="*/ 779834367 h 852"/>
                <a:gd name="T60" fmla="*/ 357572771 w 2763"/>
                <a:gd name="T61" fmla="*/ 963325472 h 852"/>
                <a:gd name="T62" fmla="*/ 485277185 w 2763"/>
                <a:gd name="T63" fmla="*/ 1140487824 h 852"/>
                <a:gd name="T64" fmla="*/ 486872921 w 2763"/>
                <a:gd name="T65" fmla="*/ 1230651188 h 852"/>
                <a:gd name="T66" fmla="*/ 874776059 w 2763"/>
                <a:gd name="T67" fmla="*/ 1347705782 h 852"/>
                <a:gd name="T68" fmla="*/ 849234165 w 2763"/>
                <a:gd name="T69" fmla="*/ 1161051243 h 852"/>
                <a:gd name="T70" fmla="*/ 822097799 w 2763"/>
                <a:gd name="T71" fmla="*/ 942760795 h 852"/>
                <a:gd name="T72" fmla="*/ 1126992151 w 2763"/>
                <a:gd name="T73" fmla="*/ 917452067 h 852"/>
                <a:gd name="T74" fmla="*/ 1371226085 w 2763"/>
                <a:gd name="T75" fmla="*/ 795652479 h 852"/>
                <a:gd name="T76" fmla="*/ 1621846440 w 2763"/>
                <a:gd name="T77" fmla="*/ 851016500 h 852"/>
                <a:gd name="T78" fmla="*/ 1960263896 w 2763"/>
                <a:gd name="T79" fmla="*/ 1017106047 h 852"/>
                <a:gd name="T80" fmla="*/ 2147483647 w 2763"/>
                <a:gd name="T81" fmla="*/ 1001287935 h 852"/>
                <a:gd name="T82" fmla="*/ 2147483647 w 2763"/>
                <a:gd name="T83" fmla="*/ 1001287935 h 852"/>
                <a:gd name="T84" fmla="*/ 2147483647 w 2763"/>
                <a:gd name="T85" fmla="*/ 1012360739 h 852"/>
                <a:gd name="T86" fmla="*/ 2147483647 w 2763"/>
                <a:gd name="T87" fmla="*/ 876325228 h 852"/>
                <a:gd name="T88" fmla="*/ 2147483647 w 2763"/>
                <a:gd name="T89" fmla="*/ 1058234144 h 852"/>
                <a:gd name="T90" fmla="*/ 2147483647 w 2763"/>
                <a:gd name="T91" fmla="*/ 1260705223 h 852"/>
                <a:gd name="T92" fmla="*/ 2147483647 w 2763"/>
                <a:gd name="T93" fmla="*/ 1301833321 h 852"/>
                <a:gd name="T94" fmla="*/ 2147483647 w 2763"/>
                <a:gd name="T95" fmla="*/ 1043996963 h 852"/>
                <a:gd name="T96" fmla="*/ 2147483647 w 2763"/>
                <a:gd name="T97" fmla="*/ 836779319 h 852"/>
                <a:gd name="T98" fmla="*/ 2147483647 w 2763"/>
                <a:gd name="T99" fmla="*/ 752943451 h 852"/>
                <a:gd name="T100" fmla="*/ 2147483647 w 2763"/>
                <a:gd name="T101" fmla="*/ 639053391 h 852"/>
                <a:gd name="T102" fmla="*/ 2147483647 w 2763"/>
                <a:gd name="T103" fmla="*/ 648544006 h 852"/>
                <a:gd name="T104" fmla="*/ 2147483647 w 2763"/>
                <a:gd name="T105" fmla="*/ 582107181 h 852"/>
                <a:gd name="T106" fmla="*/ 2147483647 w 2763"/>
                <a:gd name="T107" fmla="*/ 526744418 h 852"/>
                <a:gd name="T108" fmla="*/ 2147483647 w 2763"/>
                <a:gd name="T109" fmla="*/ 738707528 h 852"/>
                <a:gd name="T110" fmla="*/ 2147483647 w 2763"/>
                <a:gd name="T111" fmla="*/ 882652724 h 852"/>
                <a:gd name="T112" fmla="*/ 2147483647 w 2763"/>
                <a:gd name="T113" fmla="*/ 770343752 h 852"/>
                <a:gd name="T114" fmla="*/ 2147483647 w 2763"/>
                <a:gd name="T115" fmla="*/ 623235279 h 852"/>
                <a:gd name="T116" fmla="*/ 2147483647 w 2763"/>
                <a:gd name="T117" fmla="*/ 575780943 h 852"/>
                <a:gd name="T118" fmla="*/ 2147483647 w 2763"/>
                <a:gd name="T119" fmla="*/ 504598810 h 852"/>
                <a:gd name="T120" fmla="*/ 2147483647 w 2763"/>
                <a:gd name="T121" fmla="*/ 362235802 h 8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763"/>
                <a:gd name="T184" fmla="*/ 0 h 852"/>
                <a:gd name="T185" fmla="*/ 2763 w 2763"/>
                <a:gd name="T186" fmla="*/ 852 h 8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763" h="852">
                  <a:moveTo>
                    <a:pt x="2555" y="181"/>
                  </a:moveTo>
                  <a:lnTo>
                    <a:pt x="2503" y="170"/>
                  </a:lnTo>
                  <a:lnTo>
                    <a:pt x="2450" y="160"/>
                  </a:lnTo>
                  <a:lnTo>
                    <a:pt x="2404" y="160"/>
                  </a:lnTo>
                  <a:lnTo>
                    <a:pt x="2360" y="157"/>
                  </a:lnTo>
                  <a:lnTo>
                    <a:pt x="2376" y="168"/>
                  </a:lnTo>
                  <a:lnTo>
                    <a:pt x="2402" y="181"/>
                  </a:lnTo>
                  <a:lnTo>
                    <a:pt x="2398" y="185"/>
                  </a:lnTo>
                  <a:lnTo>
                    <a:pt x="2382" y="185"/>
                  </a:lnTo>
                  <a:lnTo>
                    <a:pt x="2359" y="176"/>
                  </a:lnTo>
                  <a:lnTo>
                    <a:pt x="2350" y="176"/>
                  </a:lnTo>
                  <a:lnTo>
                    <a:pt x="2324" y="163"/>
                  </a:lnTo>
                  <a:lnTo>
                    <a:pt x="2305" y="169"/>
                  </a:lnTo>
                  <a:lnTo>
                    <a:pt x="2235" y="165"/>
                  </a:lnTo>
                  <a:lnTo>
                    <a:pt x="2234" y="176"/>
                  </a:lnTo>
                  <a:lnTo>
                    <a:pt x="2210" y="166"/>
                  </a:lnTo>
                  <a:lnTo>
                    <a:pt x="2184" y="160"/>
                  </a:lnTo>
                  <a:lnTo>
                    <a:pt x="2158" y="144"/>
                  </a:lnTo>
                  <a:lnTo>
                    <a:pt x="2117" y="136"/>
                  </a:lnTo>
                  <a:lnTo>
                    <a:pt x="2075" y="138"/>
                  </a:lnTo>
                  <a:lnTo>
                    <a:pt x="2035" y="140"/>
                  </a:lnTo>
                  <a:lnTo>
                    <a:pt x="2023" y="137"/>
                  </a:lnTo>
                  <a:lnTo>
                    <a:pt x="1992" y="128"/>
                  </a:lnTo>
                  <a:lnTo>
                    <a:pt x="1981" y="133"/>
                  </a:lnTo>
                  <a:lnTo>
                    <a:pt x="1982" y="127"/>
                  </a:lnTo>
                  <a:lnTo>
                    <a:pt x="1971" y="124"/>
                  </a:lnTo>
                  <a:lnTo>
                    <a:pt x="1949" y="121"/>
                  </a:lnTo>
                  <a:lnTo>
                    <a:pt x="1961" y="118"/>
                  </a:lnTo>
                  <a:lnTo>
                    <a:pt x="1923" y="109"/>
                  </a:lnTo>
                  <a:lnTo>
                    <a:pt x="1898" y="114"/>
                  </a:lnTo>
                  <a:lnTo>
                    <a:pt x="1892" y="114"/>
                  </a:lnTo>
                  <a:lnTo>
                    <a:pt x="1897" y="109"/>
                  </a:lnTo>
                  <a:lnTo>
                    <a:pt x="1894" y="108"/>
                  </a:lnTo>
                  <a:lnTo>
                    <a:pt x="1837" y="104"/>
                  </a:lnTo>
                  <a:lnTo>
                    <a:pt x="1780" y="99"/>
                  </a:lnTo>
                  <a:lnTo>
                    <a:pt x="1793" y="104"/>
                  </a:lnTo>
                  <a:lnTo>
                    <a:pt x="1770" y="108"/>
                  </a:lnTo>
                  <a:lnTo>
                    <a:pt x="1779" y="111"/>
                  </a:lnTo>
                  <a:lnTo>
                    <a:pt x="1786" y="112"/>
                  </a:lnTo>
                  <a:lnTo>
                    <a:pt x="1793" y="120"/>
                  </a:lnTo>
                  <a:lnTo>
                    <a:pt x="1804" y="127"/>
                  </a:lnTo>
                  <a:lnTo>
                    <a:pt x="1775" y="125"/>
                  </a:lnTo>
                  <a:lnTo>
                    <a:pt x="1780" y="130"/>
                  </a:lnTo>
                  <a:lnTo>
                    <a:pt x="1783" y="134"/>
                  </a:lnTo>
                  <a:lnTo>
                    <a:pt x="1737" y="124"/>
                  </a:lnTo>
                  <a:lnTo>
                    <a:pt x="1721" y="130"/>
                  </a:lnTo>
                  <a:lnTo>
                    <a:pt x="1682" y="121"/>
                  </a:lnTo>
                  <a:lnTo>
                    <a:pt x="1674" y="118"/>
                  </a:lnTo>
                  <a:lnTo>
                    <a:pt x="1684" y="133"/>
                  </a:lnTo>
                  <a:lnTo>
                    <a:pt x="1680" y="143"/>
                  </a:lnTo>
                  <a:lnTo>
                    <a:pt x="1652" y="136"/>
                  </a:lnTo>
                  <a:lnTo>
                    <a:pt x="1620" y="121"/>
                  </a:lnTo>
                  <a:lnTo>
                    <a:pt x="1583" y="108"/>
                  </a:lnTo>
                  <a:lnTo>
                    <a:pt x="1573" y="109"/>
                  </a:lnTo>
                  <a:lnTo>
                    <a:pt x="1600" y="128"/>
                  </a:lnTo>
                  <a:lnTo>
                    <a:pt x="1561" y="108"/>
                  </a:lnTo>
                  <a:lnTo>
                    <a:pt x="1500" y="101"/>
                  </a:lnTo>
                  <a:lnTo>
                    <a:pt x="1439" y="93"/>
                  </a:lnTo>
                  <a:lnTo>
                    <a:pt x="1405" y="86"/>
                  </a:lnTo>
                  <a:lnTo>
                    <a:pt x="1410" y="83"/>
                  </a:lnTo>
                  <a:lnTo>
                    <a:pt x="1384" y="82"/>
                  </a:lnTo>
                  <a:lnTo>
                    <a:pt x="1326" y="83"/>
                  </a:lnTo>
                  <a:lnTo>
                    <a:pt x="1307" y="76"/>
                  </a:lnTo>
                  <a:lnTo>
                    <a:pt x="1282" y="76"/>
                  </a:lnTo>
                  <a:lnTo>
                    <a:pt x="1282" y="73"/>
                  </a:lnTo>
                  <a:lnTo>
                    <a:pt x="1254" y="77"/>
                  </a:lnTo>
                  <a:lnTo>
                    <a:pt x="1279" y="80"/>
                  </a:lnTo>
                  <a:lnTo>
                    <a:pt x="1248" y="89"/>
                  </a:lnTo>
                  <a:lnTo>
                    <a:pt x="1217" y="92"/>
                  </a:lnTo>
                  <a:lnTo>
                    <a:pt x="1218" y="88"/>
                  </a:lnTo>
                  <a:lnTo>
                    <a:pt x="1250" y="67"/>
                  </a:lnTo>
                  <a:lnTo>
                    <a:pt x="1280" y="44"/>
                  </a:lnTo>
                  <a:lnTo>
                    <a:pt x="1267" y="41"/>
                  </a:lnTo>
                  <a:lnTo>
                    <a:pt x="1253" y="35"/>
                  </a:lnTo>
                  <a:lnTo>
                    <a:pt x="1276" y="40"/>
                  </a:lnTo>
                  <a:lnTo>
                    <a:pt x="1256" y="30"/>
                  </a:lnTo>
                  <a:lnTo>
                    <a:pt x="1251" y="31"/>
                  </a:lnTo>
                  <a:lnTo>
                    <a:pt x="1240" y="28"/>
                  </a:lnTo>
                  <a:lnTo>
                    <a:pt x="1214" y="21"/>
                  </a:lnTo>
                  <a:lnTo>
                    <a:pt x="1161" y="21"/>
                  </a:lnTo>
                  <a:lnTo>
                    <a:pt x="1141" y="22"/>
                  </a:lnTo>
                  <a:lnTo>
                    <a:pt x="1140" y="14"/>
                  </a:lnTo>
                  <a:lnTo>
                    <a:pt x="1116" y="12"/>
                  </a:lnTo>
                  <a:lnTo>
                    <a:pt x="1090" y="12"/>
                  </a:lnTo>
                  <a:lnTo>
                    <a:pt x="1110" y="5"/>
                  </a:lnTo>
                  <a:lnTo>
                    <a:pt x="1070" y="0"/>
                  </a:lnTo>
                  <a:lnTo>
                    <a:pt x="1045" y="14"/>
                  </a:lnTo>
                  <a:lnTo>
                    <a:pt x="1054" y="22"/>
                  </a:lnTo>
                  <a:lnTo>
                    <a:pt x="1068" y="24"/>
                  </a:lnTo>
                  <a:lnTo>
                    <a:pt x="1031" y="25"/>
                  </a:lnTo>
                  <a:lnTo>
                    <a:pt x="1044" y="30"/>
                  </a:lnTo>
                  <a:lnTo>
                    <a:pt x="1017" y="31"/>
                  </a:lnTo>
                  <a:lnTo>
                    <a:pt x="993" y="32"/>
                  </a:lnTo>
                  <a:lnTo>
                    <a:pt x="945" y="32"/>
                  </a:lnTo>
                  <a:lnTo>
                    <a:pt x="965" y="34"/>
                  </a:lnTo>
                  <a:lnTo>
                    <a:pt x="927" y="41"/>
                  </a:lnTo>
                  <a:lnTo>
                    <a:pt x="890" y="47"/>
                  </a:lnTo>
                  <a:lnTo>
                    <a:pt x="876" y="51"/>
                  </a:lnTo>
                  <a:lnTo>
                    <a:pt x="876" y="60"/>
                  </a:lnTo>
                  <a:lnTo>
                    <a:pt x="862" y="59"/>
                  </a:lnTo>
                  <a:lnTo>
                    <a:pt x="887" y="66"/>
                  </a:lnTo>
                  <a:lnTo>
                    <a:pt x="871" y="67"/>
                  </a:lnTo>
                  <a:lnTo>
                    <a:pt x="891" y="73"/>
                  </a:lnTo>
                  <a:lnTo>
                    <a:pt x="891" y="76"/>
                  </a:lnTo>
                  <a:lnTo>
                    <a:pt x="846" y="79"/>
                  </a:lnTo>
                  <a:lnTo>
                    <a:pt x="801" y="83"/>
                  </a:lnTo>
                  <a:lnTo>
                    <a:pt x="808" y="93"/>
                  </a:lnTo>
                  <a:lnTo>
                    <a:pt x="829" y="108"/>
                  </a:lnTo>
                  <a:lnTo>
                    <a:pt x="850" y="112"/>
                  </a:lnTo>
                  <a:lnTo>
                    <a:pt x="881" y="124"/>
                  </a:lnTo>
                  <a:lnTo>
                    <a:pt x="897" y="143"/>
                  </a:lnTo>
                  <a:lnTo>
                    <a:pt x="903" y="152"/>
                  </a:lnTo>
                  <a:lnTo>
                    <a:pt x="892" y="152"/>
                  </a:lnTo>
                  <a:lnTo>
                    <a:pt x="878" y="138"/>
                  </a:lnTo>
                  <a:lnTo>
                    <a:pt x="875" y="146"/>
                  </a:lnTo>
                  <a:lnTo>
                    <a:pt x="865" y="131"/>
                  </a:lnTo>
                  <a:lnTo>
                    <a:pt x="875" y="123"/>
                  </a:lnTo>
                  <a:lnTo>
                    <a:pt x="839" y="120"/>
                  </a:lnTo>
                  <a:lnTo>
                    <a:pt x="801" y="108"/>
                  </a:lnTo>
                  <a:lnTo>
                    <a:pt x="772" y="112"/>
                  </a:lnTo>
                  <a:lnTo>
                    <a:pt x="786" y="118"/>
                  </a:lnTo>
                  <a:lnTo>
                    <a:pt x="752" y="118"/>
                  </a:lnTo>
                  <a:lnTo>
                    <a:pt x="762" y="124"/>
                  </a:lnTo>
                  <a:lnTo>
                    <a:pt x="801" y="133"/>
                  </a:lnTo>
                  <a:lnTo>
                    <a:pt x="810" y="138"/>
                  </a:lnTo>
                  <a:lnTo>
                    <a:pt x="750" y="127"/>
                  </a:lnTo>
                  <a:lnTo>
                    <a:pt x="730" y="99"/>
                  </a:lnTo>
                  <a:lnTo>
                    <a:pt x="717" y="98"/>
                  </a:lnTo>
                  <a:lnTo>
                    <a:pt x="731" y="114"/>
                  </a:lnTo>
                  <a:lnTo>
                    <a:pt x="715" y="123"/>
                  </a:lnTo>
                  <a:lnTo>
                    <a:pt x="721" y="131"/>
                  </a:lnTo>
                  <a:lnTo>
                    <a:pt x="746" y="147"/>
                  </a:lnTo>
                  <a:lnTo>
                    <a:pt x="744" y="165"/>
                  </a:lnTo>
                  <a:lnTo>
                    <a:pt x="762" y="179"/>
                  </a:lnTo>
                  <a:lnTo>
                    <a:pt x="805" y="178"/>
                  </a:lnTo>
                  <a:lnTo>
                    <a:pt x="827" y="184"/>
                  </a:lnTo>
                  <a:lnTo>
                    <a:pt x="837" y="198"/>
                  </a:lnTo>
                  <a:lnTo>
                    <a:pt x="845" y="208"/>
                  </a:lnTo>
                  <a:lnTo>
                    <a:pt x="871" y="213"/>
                  </a:lnTo>
                  <a:lnTo>
                    <a:pt x="833" y="208"/>
                  </a:lnTo>
                  <a:lnTo>
                    <a:pt x="820" y="189"/>
                  </a:lnTo>
                  <a:lnTo>
                    <a:pt x="807" y="181"/>
                  </a:lnTo>
                  <a:lnTo>
                    <a:pt x="775" y="188"/>
                  </a:lnTo>
                  <a:lnTo>
                    <a:pt x="794" y="211"/>
                  </a:lnTo>
                  <a:lnTo>
                    <a:pt x="778" y="234"/>
                  </a:lnTo>
                  <a:lnTo>
                    <a:pt x="770" y="237"/>
                  </a:lnTo>
                  <a:lnTo>
                    <a:pt x="760" y="242"/>
                  </a:lnTo>
                  <a:lnTo>
                    <a:pt x="712" y="236"/>
                  </a:lnTo>
                  <a:lnTo>
                    <a:pt x="706" y="230"/>
                  </a:lnTo>
                  <a:lnTo>
                    <a:pt x="738" y="231"/>
                  </a:lnTo>
                  <a:lnTo>
                    <a:pt x="733" y="234"/>
                  </a:lnTo>
                  <a:lnTo>
                    <a:pt x="754" y="233"/>
                  </a:lnTo>
                  <a:lnTo>
                    <a:pt x="750" y="227"/>
                  </a:lnTo>
                  <a:lnTo>
                    <a:pt x="765" y="205"/>
                  </a:lnTo>
                  <a:lnTo>
                    <a:pt x="765" y="194"/>
                  </a:lnTo>
                  <a:lnTo>
                    <a:pt x="736" y="176"/>
                  </a:lnTo>
                  <a:lnTo>
                    <a:pt x="722" y="154"/>
                  </a:lnTo>
                  <a:lnTo>
                    <a:pt x="709" y="134"/>
                  </a:lnTo>
                  <a:lnTo>
                    <a:pt x="690" y="124"/>
                  </a:lnTo>
                  <a:lnTo>
                    <a:pt x="690" y="105"/>
                  </a:lnTo>
                  <a:lnTo>
                    <a:pt x="663" y="96"/>
                  </a:lnTo>
                  <a:lnTo>
                    <a:pt x="628" y="99"/>
                  </a:lnTo>
                  <a:lnTo>
                    <a:pt x="625" y="127"/>
                  </a:lnTo>
                  <a:lnTo>
                    <a:pt x="611" y="137"/>
                  </a:lnTo>
                  <a:lnTo>
                    <a:pt x="616" y="141"/>
                  </a:lnTo>
                  <a:lnTo>
                    <a:pt x="627" y="143"/>
                  </a:lnTo>
                  <a:lnTo>
                    <a:pt x="631" y="157"/>
                  </a:lnTo>
                  <a:lnTo>
                    <a:pt x="637" y="166"/>
                  </a:lnTo>
                  <a:lnTo>
                    <a:pt x="659" y="172"/>
                  </a:lnTo>
                  <a:lnTo>
                    <a:pt x="673" y="182"/>
                  </a:lnTo>
                  <a:lnTo>
                    <a:pt x="682" y="184"/>
                  </a:lnTo>
                  <a:lnTo>
                    <a:pt x="675" y="198"/>
                  </a:lnTo>
                  <a:lnTo>
                    <a:pt x="648" y="185"/>
                  </a:lnTo>
                  <a:lnTo>
                    <a:pt x="606" y="173"/>
                  </a:lnTo>
                  <a:lnTo>
                    <a:pt x="568" y="168"/>
                  </a:lnTo>
                  <a:lnTo>
                    <a:pt x="529" y="162"/>
                  </a:lnTo>
                  <a:lnTo>
                    <a:pt x="522" y="168"/>
                  </a:lnTo>
                  <a:lnTo>
                    <a:pt x="542" y="184"/>
                  </a:lnTo>
                  <a:lnTo>
                    <a:pt x="529" y="189"/>
                  </a:lnTo>
                  <a:lnTo>
                    <a:pt x="528" y="197"/>
                  </a:lnTo>
                  <a:lnTo>
                    <a:pt x="518" y="194"/>
                  </a:lnTo>
                  <a:lnTo>
                    <a:pt x="512" y="184"/>
                  </a:lnTo>
                  <a:lnTo>
                    <a:pt x="489" y="186"/>
                  </a:lnTo>
                  <a:lnTo>
                    <a:pt x="468" y="189"/>
                  </a:lnTo>
                  <a:lnTo>
                    <a:pt x="448" y="197"/>
                  </a:lnTo>
                  <a:lnTo>
                    <a:pt x="420" y="195"/>
                  </a:lnTo>
                  <a:lnTo>
                    <a:pt x="429" y="192"/>
                  </a:lnTo>
                  <a:lnTo>
                    <a:pt x="422" y="185"/>
                  </a:lnTo>
                  <a:lnTo>
                    <a:pt x="435" y="181"/>
                  </a:lnTo>
                  <a:lnTo>
                    <a:pt x="403" y="191"/>
                  </a:lnTo>
                  <a:lnTo>
                    <a:pt x="401" y="192"/>
                  </a:lnTo>
                  <a:lnTo>
                    <a:pt x="366" y="201"/>
                  </a:lnTo>
                  <a:lnTo>
                    <a:pt x="348" y="207"/>
                  </a:lnTo>
                  <a:lnTo>
                    <a:pt x="349" y="211"/>
                  </a:lnTo>
                  <a:lnTo>
                    <a:pt x="333" y="213"/>
                  </a:lnTo>
                  <a:lnTo>
                    <a:pt x="332" y="229"/>
                  </a:lnTo>
                  <a:lnTo>
                    <a:pt x="305" y="229"/>
                  </a:lnTo>
                  <a:lnTo>
                    <a:pt x="285" y="215"/>
                  </a:lnTo>
                  <a:lnTo>
                    <a:pt x="311" y="205"/>
                  </a:lnTo>
                  <a:lnTo>
                    <a:pt x="281" y="191"/>
                  </a:lnTo>
                  <a:lnTo>
                    <a:pt x="246" y="188"/>
                  </a:lnTo>
                  <a:lnTo>
                    <a:pt x="266" y="197"/>
                  </a:lnTo>
                  <a:lnTo>
                    <a:pt x="275" y="223"/>
                  </a:lnTo>
                  <a:lnTo>
                    <a:pt x="282" y="239"/>
                  </a:lnTo>
                  <a:lnTo>
                    <a:pt x="281" y="249"/>
                  </a:lnTo>
                  <a:lnTo>
                    <a:pt x="272" y="247"/>
                  </a:lnTo>
                  <a:lnTo>
                    <a:pt x="265" y="239"/>
                  </a:lnTo>
                  <a:lnTo>
                    <a:pt x="246" y="237"/>
                  </a:lnTo>
                  <a:lnTo>
                    <a:pt x="228" y="249"/>
                  </a:lnTo>
                  <a:lnTo>
                    <a:pt x="211" y="262"/>
                  </a:lnTo>
                  <a:lnTo>
                    <a:pt x="228" y="281"/>
                  </a:lnTo>
                  <a:lnTo>
                    <a:pt x="188" y="277"/>
                  </a:lnTo>
                  <a:lnTo>
                    <a:pt x="162" y="268"/>
                  </a:lnTo>
                  <a:lnTo>
                    <a:pt x="163" y="278"/>
                  </a:lnTo>
                  <a:lnTo>
                    <a:pt x="182" y="287"/>
                  </a:lnTo>
                  <a:lnTo>
                    <a:pt x="192" y="294"/>
                  </a:lnTo>
                  <a:lnTo>
                    <a:pt x="167" y="297"/>
                  </a:lnTo>
                  <a:lnTo>
                    <a:pt x="132" y="279"/>
                  </a:lnTo>
                  <a:lnTo>
                    <a:pt x="121" y="261"/>
                  </a:lnTo>
                  <a:lnTo>
                    <a:pt x="119" y="253"/>
                  </a:lnTo>
                  <a:lnTo>
                    <a:pt x="122" y="253"/>
                  </a:lnTo>
                  <a:lnTo>
                    <a:pt x="98" y="242"/>
                  </a:lnTo>
                  <a:lnTo>
                    <a:pt x="87" y="236"/>
                  </a:lnTo>
                  <a:lnTo>
                    <a:pt x="66" y="223"/>
                  </a:lnTo>
                  <a:lnTo>
                    <a:pt x="80" y="227"/>
                  </a:lnTo>
                  <a:lnTo>
                    <a:pt x="127" y="237"/>
                  </a:lnTo>
                  <a:lnTo>
                    <a:pt x="175" y="247"/>
                  </a:lnTo>
                  <a:lnTo>
                    <a:pt x="220" y="237"/>
                  </a:lnTo>
                  <a:lnTo>
                    <a:pt x="224" y="221"/>
                  </a:lnTo>
                  <a:lnTo>
                    <a:pt x="207" y="208"/>
                  </a:lnTo>
                  <a:lnTo>
                    <a:pt x="157" y="192"/>
                  </a:lnTo>
                  <a:lnTo>
                    <a:pt x="106" y="176"/>
                  </a:lnTo>
                  <a:lnTo>
                    <a:pt x="77" y="178"/>
                  </a:lnTo>
                  <a:lnTo>
                    <a:pt x="70" y="179"/>
                  </a:lnTo>
                  <a:lnTo>
                    <a:pt x="76" y="172"/>
                  </a:lnTo>
                  <a:lnTo>
                    <a:pt x="64" y="173"/>
                  </a:lnTo>
                  <a:lnTo>
                    <a:pt x="51" y="166"/>
                  </a:lnTo>
                  <a:lnTo>
                    <a:pt x="67" y="165"/>
                  </a:lnTo>
                  <a:lnTo>
                    <a:pt x="45" y="160"/>
                  </a:lnTo>
                  <a:lnTo>
                    <a:pt x="38" y="165"/>
                  </a:lnTo>
                  <a:lnTo>
                    <a:pt x="29" y="163"/>
                  </a:lnTo>
                  <a:lnTo>
                    <a:pt x="29" y="169"/>
                  </a:lnTo>
                  <a:lnTo>
                    <a:pt x="18" y="169"/>
                  </a:lnTo>
                  <a:lnTo>
                    <a:pt x="2" y="179"/>
                  </a:lnTo>
                  <a:lnTo>
                    <a:pt x="0" y="185"/>
                  </a:lnTo>
                  <a:lnTo>
                    <a:pt x="2" y="200"/>
                  </a:lnTo>
                  <a:lnTo>
                    <a:pt x="26" y="213"/>
                  </a:lnTo>
                  <a:lnTo>
                    <a:pt x="16" y="230"/>
                  </a:lnTo>
                  <a:lnTo>
                    <a:pt x="38" y="256"/>
                  </a:lnTo>
                  <a:lnTo>
                    <a:pt x="39" y="277"/>
                  </a:lnTo>
                  <a:lnTo>
                    <a:pt x="47" y="284"/>
                  </a:lnTo>
                  <a:lnTo>
                    <a:pt x="57" y="294"/>
                  </a:lnTo>
                  <a:lnTo>
                    <a:pt x="50" y="301"/>
                  </a:lnTo>
                  <a:lnTo>
                    <a:pt x="82" y="320"/>
                  </a:lnTo>
                  <a:lnTo>
                    <a:pt x="69" y="335"/>
                  </a:lnTo>
                  <a:lnTo>
                    <a:pt x="55" y="348"/>
                  </a:lnTo>
                  <a:lnTo>
                    <a:pt x="41" y="362"/>
                  </a:lnTo>
                  <a:lnTo>
                    <a:pt x="26" y="377"/>
                  </a:lnTo>
                  <a:lnTo>
                    <a:pt x="41" y="377"/>
                  </a:lnTo>
                  <a:lnTo>
                    <a:pt x="37" y="377"/>
                  </a:lnTo>
                  <a:lnTo>
                    <a:pt x="41" y="381"/>
                  </a:lnTo>
                  <a:lnTo>
                    <a:pt x="74" y="390"/>
                  </a:lnTo>
                  <a:lnTo>
                    <a:pt x="54" y="390"/>
                  </a:lnTo>
                  <a:lnTo>
                    <a:pt x="38" y="397"/>
                  </a:lnTo>
                  <a:lnTo>
                    <a:pt x="32" y="404"/>
                  </a:lnTo>
                  <a:lnTo>
                    <a:pt x="38" y="426"/>
                  </a:lnTo>
                  <a:lnTo>
                    <a:pt x="29" y="442"/>
                  </a:lnTo>
                  <a:lnTo>
                    <a:pt x="41" y="460"/>
                  </a:lnTo>
                  <a:lnTo>
                    <a:pt x="55" y="487"/>
                  </a:lnTo>
                  <a:lnTo>
                    <a:pt x="86" y="493"/>
                  </a:lnTo>
                  <a:lnTo>
                    <a:pt x="117" y="499"/>
                  </a:lnTo>
                  <a:lnTo>
                    <a:pt x="121" y="526"/>
                  </a:lnTo>
                  <a:lnTo>
                    <a:pt x="147" y="550"/>
                  </a:lnTo>
                  <a:lnTo>
                    <a:pt x="140" y="557"/>
                  </a:lnTo>
                  <a:lnTo>
                    <a:pt x="146" y="580"/>
                  </a:lnTo>
                  <a:lnTo>
                    <a:pt x="162" y="574"/>
                  </a:lnTo>
                  <a:lnTo>
                    <a:pt x="194" y="577"/>
                  </a:lnTo>
                  <a:lnTo>
                    <a:pt x="198" y="586"/>
                  </a:lnTo>
                  <a:lnTo>
                    <a:pt x="224" y="609"/>
                  </a:lnTo>
                  <a:lnTo>
                    <a:pt x="252" y="633"/>
                  </a:lnTo>
                  <a:lnTo>
                    <a:pt x="265" y="630"/>
                  </a:lnTo>
                  <a:lnTo>
                    <a:pt x="295" y="638"/>
                  </a:lnTo>
                  <a:lnTo>
                    <a:pt x="326" y="649"/>
                  </a:lnTo>
                  <a:lnTo>
                    <a:pt x="339" y="685"/>
                  </a:lnTo>
                  <a:lnTo>
                    <a:pt x="323" y="694"/>
                  </a:lnTo>
                  <a:lnTo>
                    <a:pt x="316" y="708"/>
                  </a:lnTo>
                  <a:lnTo>
                    <a:pt x="320" y="712"/>
                  </a:lnTo>
                  <a:lnTo>
                    <a:pt x="304" y="721"/>
                  </a:lnTo>
                  <a:lnTo>
                    <a:pt x="292" y="724"/>
                  </a:lnTo>
                  <a:lnTo>
                    <a:pt x="310" y="739"/>
                  </a:lnTo>
                  <a:lnTo>
                    <a:pt x="304" y="737"/>
                  </a:lnTo>
                  <a:lnTo>
                    <a:pt x="301" y="746"/>
                  </a:lnTo>
                  <a:lnTo>
                    <a:pt x="298" y="740"/>
                  </a:lnTo>
                  <a:lnTo>
                    <a:pt x="297" y="755"/>
                  </a:lnTo>
                  <a:lnTo>
                    <a:pt x="278" y="757"/>
                  </a:lnTo>
                  <a:lnTo>
                    <a:pt x="273" y="762"/>
                  </a:lnTo>
                  <a:lnTo>
                    <a:pt x="305" y="778"/>
                  </a:lnTo>
                  <a:lnTo>
                    <a:pt x="336" y="794"/>
                  </a:lnTo>
                  <a:lnTo>
                    <a:pt x="339" y="792"/>
                  </a:lnTo>
                  <a:lnTo>
                    <a:pt x="362" y="794"/>
                  </a:lnTo>
                  <a:lnTo>
                    <a:pt x="385" y="795"/>
                  </a:lnTo>
                  <a:lnTo>
                    <a:pt x="417" y="808"/>
                  </a:lnTo>
                  <a:lnTo>
                    <a:pt x="449" y="821"/>
                  </a:lnTo>
                  <a:lnTo>
                    <a:pt x="481" y="835"/>
                  </a:lnTo>
                  <a:lnTo>
                    <a:pt x="513" y="846"/>
                  </a:lnTo>
                  <a:lnTo>
                    <a:pt x="548" y="852"/>
                  </a:lnTo>
                  <a:lnTo>
                    <a:pt x="531" y="833"/>
                  </a:lnTo>
                  <a:lnTo>
                    <a:pt x="512" y="813"/>
                  </a:lnTo>
                  <a:lnTo>
                    <a:pt x="509" y="795"/>
                  </a:lnTo>
                  <a:lnTo>
                    <a:pt x="507" y="803"/>
                  </a:lnTo>
                  <a:lnTo>
                    <a:pt x="496" y="782"/>
                  </a:lnTo>
                  <a:lnTo>
                    <a:pt x="489" y="775"/>
                  </a:lnTo>
                  <a:lnTo>
                    <a:pt x="499" y="750"/>
                  </a:lnTo>
                  <a:lnTo>
                    <a:pt x="522" y="740"/>
                  </a:lnTo>
                  <a:lnTo>
                    <a:pt x="532" y="734"/>
                  </a:lnTo>
                  <a:lnTo>
                    <a:pt x="529" y="728"/>
                  </a:lnTo>
                  <a:lnTo>
                    <a:pt x="513" y="704"/>
                  </a:lnTo>
                  <a:lnTo>
                    <a:pt x="489" y="683"/>
                  </a:lnTo>
                  <a:lnTo>
                    <a:pt x="464" y="664"/>
                  </a:lnTo>
                  <a:lnTo>
                    <a:pt x="468" y="635"/>
                  </a:lnTo>
                  <a:lnTo>
                    <a:pt x="471" y="608"/>
                  </a:lnTo>
                  <a:lnTo>
                    <a:pt x="496" y="619"/>
                  </a:lnTo>
                  <a:lnTo>
                    <a:pt x="499" y="608"/>
                  </a:lnTo>
                  <a:lnTo>
                    <a:pt x="515" y="596"/>
                  </a:lnTo>
                  <a:lnTo>
                    <a:pt x="529" y="585"/>
                  </a:lnTo>
                  <a:lnTo>
                    <a:pt x="560" y="585"/>
                  </a:lnTo>
                  <a:lnTo>
                    <a:pt x="587" y="596"/>
                  </a:lnTo>
                  <a:lnTo>
                    <a:pt x="615" y="609"/>
                  </a:lnTo>
                  <a:lnTo>
                    <a:pt x="645" y="608"/>
                  </a:lnTo>
                  <a:lnTo>
                    <a:pt x="685" y="606"/>
                  </a:lnTo>
                  <a:lnTo>
                    <a:pt x="724" y="614"/>
                  </a:lnTo>
                  <a:lnTo>
                    <a:pt x="728" y="606"/>
                  </a:lnTo>
                  <a:lnTo>
                    <a:pt x="706" y="580"/>
                  </a:lnTo>
                  <a:lnTo>
                    <a:pt x="715" y="551"/>
                  </a:lnTo>
                  <a:lnTo>
                    <a:pt x="734" y="553"/>
                  </a:lnTo>
                  <a:lnTo>
                    <a:pt x="709" y="540"/>
                  </a:lnTo>
                  <a:lnTo>
                    <a:pt x="736" y="535"/>
                  </a:lnTo>
                  <a:lnTo>
                    <a:pt x="762" y="531"/>
                  </a:lnTo>
                  <a:lnTo>
                    <a:pt x="786" y="524"/>
                  </a:lnTo>
                  <a:lnTo>
                    <a:pt x="811" y="518"/>
                  </a:lnTo>
                  <a:lnTo>
                    <a:pt x="836" y="510"/>
                  </a:lnTo>
                  <a:lnTo>
                    <a:pt x="859" y="503"/>
                  </a:lnTo>
                  <a:lnTo>
                    <a:pt x="878" y="502"/>
                  </a:lnTo>
                  <a:lnTo>
                    <a:pt x="892" y="518"/>
                  </a:lnTo>
                  <a:lnTo>
                    <a:pt x="932" y="531"/>
                  </a:lnTo>
                  <a:lnTo>
                    <a:pt x="948" y="540"/>
                  </a:lnTo>
                  <a:lnTo>
                    <a:pt x="962" y="541"/>
                  </a:lnTo>
                  <a:lnTo>
                    <a:pt x="988" y="532"/>
                  </a:lnTo>
                  <a:lnTo>
                    <a:pt x="1015" y="522"/>
                  </a:lnTo>
                  <a:lnTo>
                    <a:pt x="1020" y="526"/>
                  </a:lnTo>
                  <a:lnTo>
                    <a:pt x="1016" y="538"/>
                  </a:lnTo>
                  <a:lnTo>
                    <a:pt x="1044" y="557"/>
                  </a:lnTo>
                  <a:lnTo>
                    <a:pt x="1071" y="576"/>
                  </a:lnTo>
                  <a:lnTo>
                    <a:pt x="1099" y="595"/>
                  </a:lnTo>
                  <a:lnTo>
                    <a:pt x="1126" y="614"/>
                  </a:lnTo>
                  <a:lnTo>
                    <a:pt x="1132" y="608"/>
                  </a:lnTo>
                  <a:lnTo>
                    <a:pt x="1147" y="612"/>
                  </a:lnTo>
                  <a:lnTo>
                    <a:pt x="1173" y="609"/>
                  </a:lnTo>
                  <a:lnTo>
                    <a:pt x="1201" y="625"/>
                  </a:lnTo>
                  <a:lnTo>
                    <a:pt x="1228" y="643"/>
                  </a:lnTo>
                  <a:lnTo>
                    <a:pt x="1256" y="637"/>
                  </a:lnTo>
                  <a:lnTo>
                    <a:pt x="1279" y="662"/>
                  </a:lnTo>
                  <a:lnTo>
                    <a:pt x="1295" y="659"/>
                  </a:lnTo>
                  <a:lnTo>
                    <a:pt x="1307" y="651"/>
                  </a:lnTo>
                  <a:lnTo>
                    <a:pt x="1324" y="643"/>
                  </a:lnTo>
                  <a:lnTo>
                    <a:pt x="1344" y="631"/>
                  </a:lnTo>
                  <a:lnTo>
                    <a:pt x="1365" y="619"/>
                  </a:lnTo>
                  <a:lnTo>
                    <a:pt x="1407" y="624"/>
                  </a:lnTo>
                  <a:lnTo>
                    <a:pt x="1414" y="633"/>
                  </a:lnTo>
                  <a:lnTo>
                    <a:pt x="1445" y="638"/>
                  </a:lnTo>
                  <a:lnTo>
                    <a:pt x="1475" y="643"/>
                  </a:lnTo>
                  <a:lnTo>
                    <a:pt x="1491" y="630"/>
                  </a:lnTo>
                  <a:lnTo>
                    <a:pt x="1472" y="612"/>
                  </a:lnTo>
                  <a:lnTo>
                    <a:pt x="1477" y="586"/>
                  </a:lnTo>
                  <a:lnTo>
                    <a:pt x="1513" y="595"/>
                  </a:lnTo>
                  <a:lnTo>
                    <a:pt x="1548" y="602"/>
                  </a:lnTo>
                  <a:lnTo>
                    <a:pt x="1562" y="617"/>
                  </a:lnTo>
                  <a:lnTo>
                    <a:pt x="1594" y="633"/>
                  </a:lnTo>
                  <a:lnTo>
                    <a:pt x="1629" y="627"/>
                  </a:lnTo>
                  <a:lnTo>
                    <a:pt x="1658" y="633"/>
                  </a:lnTo>
                  <a:lnTo>
                    <a:pt x="1687" y="638"/>
                  </a:lnTo>
                  <a:lnTo>
                    <a:pt x="1699" y="647"/>
                  </a:lnTo>
                  <a:lnTo>
                    <a:pt x="1741" y="659"/>
                  </a:lnTo>
                  <a:lnTo>
                    <a:pt x="1766" y="654"/>
                  </a:lnTo>
                  <a:lnTo>
                    <a:pt x="1789" y="650"/>
                  </a:lnTo>
                  <a:lnTo>
                    <a:pt x="1812" y="631"/>
                  </a:lnTo>
                  <a:lnTo>
                    <a:pt x="1852" y="640"/>
                  </a:lnTo>
                  <a:lnTo>
                    <a:pt x="1870" y="643"/>
                  </a:lnTo>
                  <a:lnTo>
                    <a:pt x="1901" y="649"/>
                  </a:lnTo>
                  <a:lnTo>
                    <a:pt x="1915" y="631"/>
                  </a:lnTo>
                  <a:lnTo>
                    <a:pt x="1910" y="612"/>
                  </a:lnTo>
                  <a:lnTo>
                    <a:pt x="1908" y="582"/>
                  </a:lnTo>
                  <a:lnTo>
                    <a:pt x="1894" y="571"/>
                  </a:lnTo>
                  <a:lnTo>
                    <a:pt x="1885" y="569"/>
                  </a:lnTo>
                  <a:lnTo>
                    <a:pt x="1899" y="554"/>
                  </a:lnTo>
                  <a:lnTo>
                    <a:pt x="1926" y="554"/>
                  </a:lnTo>
                  <a:lnTo>
                    <a:pt x="1952" y="553"/>
                  </a:lnTo>
                  <a:lnTo>
                    <a:pt x="2004" y="569"/>
                  </a:lnTo>
                  <a:lnTo>
                    <a:pt x="2024" y="587"/>
                  </a:lnTo>
                  <a:lnTo>
                    <a:pt x="2046" y="605"/>
                  </a:lnTo>
                  <a:lnTo>
                    <a:pt x="2067" y="622"/>
                  </a:lnTo>
                  <a:lnTo>
                    <a:pt x="2088" y="640"/>
                  </a:lnTo>
                  <a:lnTo>
                    <a:pt x="2110" y="650"/>
                  </a:lnTo>
                  <a:lnTo>
                    <a:pt x="2148" y="660"/>
                  </a:lnTo>
                  <a:lnTo>
                    <a:pt x="2170" y="669"/>
                  </a:lnTo>
                  <a:lnTo>
                    <a:pt x="2196" y="696"/>
                  </a:lnTo>
                  <a:lnTo>
                    <a:pt x="2228" y="692"/>
                  </a:lnTo>
                  <a:lnTo>
                    <a:pt x="2260" y="682"/>
                  </a:lnTo>
                  <a:lnTo>
                    <a:pt x="2273" y="704"/>
                  </a:lnTo>
                  <a:lnTo>
                    <a:pt x="2276" y="734"/>
                  </a:lnTo>
                  <a:lnTo>
                    <a:pt x="2280" y="765"/>
                  </a:lnTo>
                  <a:lnTo>
                    <a:pt x="2253" y="760"/>
                  </a:lnTo>
                  <a:lnTo>
                    <a:pt x="2248" y="773"/>
                  </a:lnTo>
                  <a:lnTo>
                    <a:pt x="2263" y="797"/>
                  </a:lnTo>
                  <a:lnTo>
                    <a:pt x="2277" y="820"/>
                  </a:lnTo>
                  <a:lnTo>
                    <a:pt x="2269" y="827"/>
                  </a:lnTo>
                  <a:lnTo>
                    <a:pt x="2274" y="833"/>
                  </a:lnTo>
                  <a:lnTo>
                    <a:pt x="2279" y="837"/>
                  </a:lnTo>
                  <a:lnTo>
                    <a:pt x="2274" y="829"/>
                  </a:lnTo>
                  <a:lnTo>
                    <a:pt x="2279" y="829"/>
                  </a:lnTo>
                  <a:lnTo>
                    <a:pt x="2290" y="813"/>
                  </a:lnTo>
                  <a:lnTo>
                    <a:pt x="2296" y="811"/>
                  </a:lnTo>
                  <a:lnTo>
                    <a:pt x="2303" y="823"/>
                  </a:lnTo>
                  <a:lnTo>
                    <a:pt x="2319" y="823"/>
                  </a:lnTo>
                  <a:lnTo>
                    <a:pt x="2343" y="814"/>
                  </a:lnTo>
                  <a:lnTo>
                    <a:pt x="2351" y="797"/>
                  </a:lnTo>
                  <a:lnTo>
                    <a:pt x="2359" y="779"/>
                  </a:lnTo>
                  <a:lnTo>
                    <a:pt x="2362" y="755"/>
                  </a:lnTo>
                  <a:lnTo>
                    <a:pt x="2364" y="730"/>
                  </a:lnTo>
                  <a:lnTo>
                    <a:pt x="2366" y="705"/>
                  </a:lnTo>
                  <a:lnTo>
                    <a:pt x="2369" y="682"/>
                  </a:lnTo>
                  <a:lnTo>
                    <a:pt x="2359" y="660"/>
                  </a:lnTo>
                  <a:lnTo>
                    <a:pt x="2349" y="638"/>
                  </a:lnTo>
                  <a:lnTo>
                    <a:pt x="2335" y="624"/>
                  </a:lnTo>
                  <a:lnTo>
                    <a:pt x="2330" y="608"/>
                  </a:lnTo>
                  <a:lnTo>
                    <a:pt x="2324" y="590"/>
                  </a:lnTo>
                  <a:lnTo>
                    <a:pt x="2308" y="573"/>
                  </a:lnTo>
                  <a:lnTo>
                    <a:pt x="2286" y="560"/>
                  </a:lnTo>
                  <a:lnTo>
                    <a:pt x="2299" y="560"/>
                  </a:lnTo>
                  <a:lnTo>
                    <a:pt x="2247" y="532"/>
                  </a:lnTo>
                  <a:lnTo>
                    <a:pt x="2221" y="529"/>
                  </a:lnTo>
                  <a:lnTo>
                    <a:pt x="2228" y="541"/>
                  </a:lnTo>
                  <a:lnTo>
                    <a:pt x="2210" y="548"/>
                  </a:lnTo>
                  <a:lnTo>
                    <a:pt x="2210" y="540"/>
                  </a:lnTo>
                  <a:lnTo>
                    <a:pt x="2199" y="537"/>
                  </a:lnTo>
                  <a:lnTo>
                    <a:pt x="2196" y="541"/>
                  </a:lnTo>
                  <a:lnTo>
                    <a:pt x="2180" y="524"/>
                  </a:lnTo>
                  <a:lnTo>
                    <a:pt x="2145" y="519"/>
                  </a:lnTo>
                  <a:lnTo>
                    <a:pt x="2152" y="497"/>
                  </a:lnTo>
                  <a:lnTo>
                    <a:pt x="2160" y="476"/>
                  </a:lnTo>
                  <a:lnTo>
                    <a:pt x="2167" y="460"/>
                  </a:lnTo>
                  <a:lnTo>
                    <a:pt x="2173" y="445"/>
                  </a:lnTo>
                  <a:lnTo>
                    <a:pt x="2167" y="433"/>
                  </a:lnTo>
                  <a:lnTo>
                    <a:pt x="2176" y="412"/>
                  </a:lnTo>
                  <a:lnTo>
                    <a:pt x="2200" y="407"/>
                  </a:lnTo>
                  <a:lnTo>
                    <a:pt x="2225" y="404"/>
                  </a:lnTo>
                  <a:lnTo>
                    <a:pt x="2232" y="404"/>
                  </a:lnTo>
                  <a:lnTo>
                    <a:pt x="2242" y="409"/>
                  </a:lnTo>
                  <a:lnTo>
                    <a:pt x="2245" y="404"/>
                  </a:lnTo>
                  <a:lnTo>
                    <a:pt x="2292" y="407"/>
                  </a:lnTo>
                  <a:lnTo>
                    <a:pt x="2293" y="403"/>
                  </a:lnTo>
                  <a:lnTo>
                    <a:pt x="2290" y="399"/>
                  </a:lnTo>
                  <a:lnTo>
                    <a:pt x="2327" y="400"/>
                  </a:lnTo>
                  <a:lnTo>
                    <a:pt x="2356" y="407"/>
                  </a:lnTo>
                  <a:lnTo>
                    <a:pt x="2346" y="410"/>
                  </a:lnTo>
                  <a:lnTo>
                    <a:pt x="2353" y="417"/>
                  </a:lnTo>
                  <a:lnTo>
                    <a:pt x="2373" y="415"/>
                  </a:lnTo>
                  <a:lnTo>
                    <a:pt x="2388" y="410"/>
                  </a:lnTo>
                  <a:lnTo>
                    <a:pt x="2417" y="410"/>
                  </a:lnTo>
                  <a:lnTo>
                    <a:pt x="2411" y="404"/>
                  </a:lnTo>
                  <a:lnTo>
                    <a:pt x="2392" y="403"/>
                  </a:lnTo>
                  <a:lnTo>
                    <a:pt x="2385" y="397"/>
                  </a:lnTo>
                  <a:lnTo>
                    <a:pt x="2385" y="372"/>
                  </a:lnTo>
                  <a:lnTo>
                    <a:pt x="2383" y="349"/>
                  </a:lnTo>
                  <a:lnTo>
                    <a:pt x="2423" y="348"/>
                  </a:lnTo>
                  <a:lnTo>
                    <a:pt x="2433" y="345"/>
                  </a:lnTo>
                  <a:lnTo>
                    <a:pt x="2453" y="368"/>
                  </a:lnTo>
                  <a:lnTo>
                    <a:pt x="2457" y="365"/>
                  </a:lnTo>
                  <a:lnTo>
                    <a:pt x="2469" y="375"/>
                  </a:lnTo>
                  <a:lnTo>
                    <a:pt x="2481" y="352"/>
                  </a:lnTo>
                  <a:lnTo>
                    <a:pt x="2492" y="352"/>
                  </a:lnTo>
                  <a:lnTo>
                    <a:pt x="2471" y="332"/>
                  </a:lnTo>
                  <a:lnTo>
                    <a:pt x="2476" y="327"/>
                  </a:lnTo>
                  <a:lnTo>
                    <a:pt x="2510" y="330"/>
                  </a:lnTo>
                  <a:lnTo>
                    <a:pt x="2514" y="335"/>
                  </a:lnTo>
                  <a:lnTo>
                    <a:pt x="2495" y="333"/>
                  </a:lnTo>
                  <a:lnTo>
                    <a:pt x="2511" y="351"/>
                  </a:lnTo>
                  <a:lnTo>
                    <a:pt x="2526" y="368"/>
                  </a:lnTo>
                  <a:lnTo>
                    <a:pt x="2516" y="375"/>
                  </a:lnTo>
                  <a:lnTo>
                    <a:pt x="2511" y="394"/>
                  </a:lnTo>
                  <a:lnTo>
                    <a:pt x="2505" y="413"/>
                  </a:lnTo>
                  <a:lnTo>
                    <a:pt x="2504" y="438"/>
                  </a:lnTo>
                  <a:lnTo>
                    <a:pt x="2485" y="442"/>
                  </a:lnTo>
                  <a:lnTo>
                    <a:pt x="2494" y="449"/>
                  </a:lnTo>
                  <a:lnTo>
                    <a:pt x="2497" y="467"/>
                  </a:lnTo>
                  <a:lnTo>
                    <a:pt x="2514" y="487"/>
                  </a:lnTo>
                  <a:lnTo>
                    <a:pt x="2530" y="509"/>
                  </a:lnTo>
                  <a:lnTo>
                    <a:pt x="2561" y="535"/>
                  </a:lnTo>
                  <a:lnTo>
                    <a:pt x="2591" y="561"/>
                  </a:lnTo>
                  <a:lnTo>
                    <a:pt x="2622" y="587"/>
                  </a:lnTo>
                  <a:lnTo>
                    <a:pt x="2652" y="614"/>
                  </a:lnTo>
                  <a:lnTo>
                    <a:pt x="2661" y="596"/>
                  </a:lnTo>
                  <a:lnTo>
                    <a:pt x="2643" y="563"/>
                  </a:lnTo>
                  <a:lnTo>
                    <a:pt x="2651" y="558"/>
                  </a:lnTo>
                  <a:lnTo>
                    <a:pt x="2665" y="560"/>
                  </a:lnTo>
                  <a:lnTo>
                    <a:pt x="2661" y="556"/>
                  </a:lnTo>
                  <a:lnTo>
                    <a:pt x="2643" y="531"/>
                  </a:lnTo>
                  <a:lnTo>
                    <a:pt x="2667" y="521"/>
                  </a:lnTo>
                  <a:lnTo>
                    <a:pt x="2635" y="494"/>
                  </a:lnTo>
                  <a:lnTo>
                    <a:pt x="2635" y="481"/>
                  </a:lnTo>
                  <a:lnTo>
                    <a:pt x="2636" y="477"/>
                  </a:lnTo>
                  <a:lnTo>
                    <a:pt x="2636" y="481"/>
                  </a:lnTo>
                  <a:lnTo>
                    <a:pt x="2651" y="487"/>
                  </a:lnTo>
                  <a:lnTo>
                    <a:pt x="2635" y="470"/>
                  </a:lnTo>
                  <a:lnTo>
                    <a:pt x="2625" y="468"/>
                  </a:lnTo>
                  <a:lnTo>
                    <a:pt x="2603" y="442"/>
                  </a:lnTo>
                  <a:lnTo>
                    <a:pt x="2591" y="444"/>
                  </a:lnTo>
                  <a:lnTo>
                    <a:pt x="2574" y="436"/>
                  </a:lnTo>
                  <a:lnTo>
                    <a:pt x="2564" y="410"/>
                  </a:lnTo>
                  <a:lnTo>
                    <a:pt x="2552" y="394"/>
                  </a:lnTo>
                  <a:lnTo>
                    <a:pt x="2565" y="388"/>
                  </a:lnTo>
                  <a:lnTo>
                    <a:pt x="2580" y="394"/>
                  </a:lnTo>
                  <a:lnTo>
                    <a:pt x="2575" y="387"/>
                  </a:lnTo>
                  <a:lnTo>
                    <a:pt x="2585" y="378"/>
                  </a:lnTo>
                  <a:lnTo>
                    <a:pt x="2603" y="394"/>
                  </a:lnTo>
                  <a:lnTo>
                    <a:pt x="2604" y="383"/>
                  </a:lnTo>
                  <a:lnTo>
                    <a:pt x="2638" y="375"/>
                  </a:lnTo>
                  <a:lnTo>
                    <a:pt x="2671" y="388"/>
                  </a:lnTo>
                  <a:lnTo>
                    <a:pt x="2671" y="383"/>
                  </a:lnTo>
                  <a:lnTo>
                    <a:pt x="2681" y="367"/>
                  </a:lnTo>
                  <a:lnTo>
                    <a:pt x="2683" y="364"/>
                  </a:lnTo>
                  <a:lnTo>
                    <a:pt x="2681" y="358"/>
                  </a:lnTo>
                  <a:lnTo>
                    <a:pt x="2683" y="354"/>
                  </a:lnTo>
                  <a:lnTo>
                    <a:pt x="2703" y="342"/>
                  </a:lnTo>
                  <a:lnTo>
                    <a:pt x="2722" y="329"/>
                  </a:lnTo>
                  <a:lnTo>
                    <a:pt x="2712" y="326"/>
                  </a:lnTo>
                  <a:lnTo>
                    <a:pt x="2718" y="324"/>
                  </a:lnTo>
                  <a:lnTo>
                    <a:pt x="2760" y="335"/>
                  </a:lnTo>
                  <a:lnTo>
                    <a:pt x="2763" y="330"/>
                  </a:lnTo>
                  <a:lnTo>
                    <a:pt x="2744" y="319"/>
                  </a:lnTo>
                  <a:lnTo>
                    <a:pt x="2723" y="308"/>
                  </a:lnTo>
                  <a:lnTo>
                    <a:pt x="2712" y="304"/>
                  </a:lnTo>
                  <a:lnTo>
                    <a:pt x="2680" y="285"/>
                  </a:lnTo>
                  <a:lnTo>
                    <a:pt x="2678" y="290"/>
                  </a:lnTo>
                  <a:lnTo>
                    <a:pt x="2657" y="277"/>
                  </a:lnTo>
                  <a:lnTo>
                    <a:pt x="2670" y="279"/>
                  </a:lnTo>
                  <a:lnTo>
                    <a:pt x="2690" y="275"/>
                  </a:lnTo>
                  <a:lnTo>
                    <a:pt x="2657" y="252"/>
                  </a:lnTo>
                  <a:lnTo>
                    <a:pt x="2622" y="229"/>
                  </a:lnTo>
                  <a:lnTo>
                    <a:pt x="2588" y="204"/>
                  </a:lnTo>
                  <a:lnTo>
                    <a:pt x="2555" y="18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="" xmlns:a16="http://schemas.microsoft.com/office/drawing/2014/main" id="{7B82EF6D-B899-40DF-B32D-757C309F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9256" y="2062163"/>
              <a:ext cx="239713" cy="266700"/>
            </a:xfrm>
            <a:custGeom>
              <a:avLst/>
              <a:gdLst>
                <a:gd name="T0" fmla="*/ 264990230 w 192"/>
                <a:gd name="T1" fmla="*/ 228315153 h 214"/>
                <a:gd name="T2" fmla="*/ 227580032 w 192"/>
                <a:gd name="T3" fmla="*/ 192592318 h 214"/>
                <a:gd name="T4" fmla="*/ 187052317 w 192"/>
                <a:gd name="T5" fmla="*/ 158423533 h 214"/>
                <a:gd name="T6" fmla="*/ 143405799 w 192"/>
                <a:gd name="T7" fmla="*/ 124253539 h 214"/>
                <a:gd name="T8" fmla="*/ 102878084 w 192"/>
                <a:gd name="T9" fmla="*/ 91636388 h 214"/>
                <a:gd name="T10" fmla="*/ 93525534 w 192"/>
                <a:gd name="T11" fmla="*/ 77658302 h 214"/>
                <a:gd name="T12" fmla="*/ 49880284 w 192"/>
                <a:gd name="T13" fmla="*/ 38829774 h 214"/>
                <a:gd name="T14" fmla="*/ 9352552 w 192"/>
                <a:gd name="T15" fmla="*/ 0 h 214"/>
                <a:gd name="T16" fmla="*/ 0 w 192"/>
                <a:gd name="T17" fmla="*/ 4659772 h 214"/>
                <a:gd name="T18" fmla="*/ 32734557 w 192"/>
                <a:gd name="T19" fmla="*/ 27957390 h 214"/>
                <a:gd name="T20" fmla="*/ 32734557 w 192"/>
                <a:gd name="T21" fmla="*/ 41935467 h 214"/>
                <a:gd name="T22" fmla="*/ 17146970 w 192"/>
                <a:gd name="T23" fmla="*/ 41935467 h 214"/>
                <a:gd name="T24" fmla="*/ 49880284 w 192"/>
                <a:gd name="T25" fmla="*/ 77658302 h 214"/>
                <a:gd name="T26" fmla="*/ 82614851 w 192"/>
                <a:gd name="T27" fmla="*/ 113381156 h 214"/>
                <a:gd name="T28" fmla="*/ 115348150 w 192"/>
                <a:gd name="T29" fmla="*/ 142891378 h 214"/>
                <a:gd name="T30" fmla="*/ 144965181 w 192"/>
                <a:gd name="T31" fmla="*/ 183274022 h 214"/>
                <a:gd name="T32" fmla="*/ 169905352 w 192"/>
                <a:gd name="T33" fmla="*/ 223656628 h 214"/>
                <a:gd name="T34" fmla="*/ 197963001 w 192"/>
                <a:gd name="T35" fmla="*/ 257825375 h 214"/>
                <a:gd name="T36" fmla="*/ 224462516 w 192"/>
                <a:gd name="T37" fmla="*/ 288889685 h 214"/>
                <a:gd name="T38" fmla="*/ 252520164 w 192"/>
                <a:gd name="T39" fmla="*/ 332378052 h 214"/>
                <a:gd name="T40" fmla="*/ 260313331 w 192"/>
                <a:gd name="T41" fmla="*/ 332378052 h 214"/>
                <a:gd name="T42" fmla="*/ 257195815 w 192"/>
                <a:gd name="T43" fmla="*/ 302867752 h 214"/>
                <a:gd name="T44" fmla="*/ 285253463 w 192"/>
                <a:gd name="T45" fmla="*/ 318399907 h 214"/>
                <a:gd name="T46" fmla="*/ 299282912 w 192"/>
                <a:gd name="T47" fmla="*/ 332378052 h 214"/>
                <a:gd name="T48" fmla="*/ 277460296 w 192"/>
                <a:gd name="T49" fmla="*/ 302867752 h 214"/>
                <a:gd name="T50" fmla="*/ 213550584 w 192"/>
                <a:gd name="T51" fmla="*/ 253166850 h 214"/>
                <a:gd name="T52" fmla="*/ 199522383 w 192"/>
                <a:gd name="T53" fmla="*/ 203464702 h 214"/>
                <a:gd name="T54" fmla="*/ 211992450 w 192"/>
                <a:gd name="T55" fmla="*/ 201911860 h 214"/>
                <a:gd name="T56" fmla="*/ 249402648 w 192"/>
                <a:gd name="T57" fmla="*/ 217444015 h 214"/>
                <a:gd name="T58" fmla="*/ 264990230 w 192"/>
                <a:gd name="T59" fmla="*/ 228315153 h 21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92"/>
                <a:gd name="T91" fmla="*/ 0 h 214"/>
                <a:gd name="T92" fmla="*/ 192 w 192"/>
                <a:gd name="T93" fmla="*/ 214 h 21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92" h="214">
                  <a:moveTo>
                    <a:pt x="170" y="147"/>
                  </a:moveTo>
                  <a:lnTo>
                    <a:pt x="146" y="124"/>
                  </a:lnTo>
                  <a:lnTo>
                    <a:pt x="120" y="102"/>
                  </a:lnTo>
                  <a:lnTo>
                    <a:pt x="92" y="80"/>
                  </a:lnTo>
                  <a:lnTo>
                    <a:pt x="66" y="59"/>
                  </a:lnTo>
                  <a:lnTo>
                    <a:pt x="60" y="50"/>
                  </a:lnTo>
                  <a:lnTo>
                    <a:pt x="32" y="25"/>
                  </a:lnTo>
                  <a:lnTo>
                    <a:pt x="6" y="0"/>
                  </a:lnTo>
                  <a:lnTo>
                    <a:pt x="0" y="3"/>
                  </a:lnTo>
                  <a:lnTo>
                    <a:pt x="21" y="18"/>
                  </a:lnTo>
                  <a:lnTo>
                    <a:pt x="21" y="27"/>
                  </a:lnTo>
                  <a:lnTo>
                    <a:pt x="11" y="27"/>
                  </a:lnTo>
                  <a:lnTo>
                    <a:pt x="32" y="50"/>
                  </a:lnTo>
                  <a:lnTo>
                    <a:pt x="53" y="73"/>
                  </a:lnTo>
                  <a:lnTo>
                    <a:pt x="74" y="92"/>
                  </a:lnTo>
                  <a:lnTo>
                    <a:pt x="93" y="118"/>
                  </a:lnTo>
                  <a:lnTo>
                    <a:pt x="109" y="144"/>
                  </a:lnTo>
                  <a:lnTo>
                    <a:pt x="127" y="166"/>
                  </a:lnTo>
                  <a:lnTo>
                    <a:pt x="144" y="186"/>
                  </a:lnTo>
                  <a:lnTo>
                    <a:pt x="162" y="214"/>
                  </a:lnTo>
                  <a:lnTo>
                    <a:pt x="167" y="214"/>
                  </a:lnTo>
                  <a:lnTo>
                    <a:pt x="165" y="195"/>
                  </a:lnTo>
                  <a:lnTo>
                    <a:pt x="183" y="205"/>
                  </a:lnTo>
                  <a:lnTo>
                    <a:pt x="192" y="214"/>
                  </a:lnTo>
                  <a:lnTo>
                    <a:pt x="178" y="195"/>
                  </a:lnTo>
                  <a:lnTo>
                    <a:pt x="137" y="163"/>
                  </a:lnTo>
                  <a:lnTo>
                    <a:pt x="128" y="131"/>
                  </a:lnTo>
                  <a:lnTo>
                    <a:pt x="136" y="130"/>
                  </a:lnTo>
                  <a:lnTo>
                    <a:pt x="160" y="140"/>
                  </a:lnTo>
                  <a:lnTo>
                    <a:pt x="170" y="14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="" xmlns:a16="http://schemas.microsoft.com/office/drawing/2014/main" id="{7B94D42F-1A14-4061-B267-370BC0BB3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0381" y="1412875"/>
              <a:ext cx="249238" cy="92075"/>
            </a:xfrm>
            <a:custGeom>
              <a:avLst/>
              <a:gdLst>
                <a:gd name="T0" fmla="*/ 313735238 w 198"/>
                <a:gd name="T1" fmla="*/ 7740521 h 74"/>
                <a:gd name="T2" fmla="*/ 291551804 w 198"/>
                <a:gd name="T3" fmla="*/ 24770663 h 74"/>
                <a:gd name="T4" fmla="*/ 221833159 w 198"/>
                <a:gd name="T5" fmla="*/ 40252943 h 74"/>
                <a:gd name="T6" fmla="*/ 152114475 w 198"/>
                <a:gd name="T7" fmla="*/ 55733989 h 74"/>
                <a:gd name="T8" fmla="*/ 134684185 w 198"/>
                <a:gd name="T9" fmla="*/ 57283088 h 74"/>
                <a:gd name="T10" fmla="*/ 144191731 w 198"/>
                <a:gd name="T11" fmla="*/ 65023606 h 74"/>
                <a:gd name="T12" fmla="*/ 139437328 w 198"/>
                <a:gd name="T13" fmla="*/ 69668415 h 74"/>
                <a:gd name="T14" fmla="*/ 122008297 w 198"/>
                <a:gd name="T15" fmla="*/ 71216270 h 74"/>
                <a:gd name="T16" fmla="*/ 125176639 w 198"/>
                <a:gd name="T17" fmla="*/ 77408933 h 74"/>
                <a:gd name="T18" fmla="*/ 99824863 w 198"/>
                <a:gd name="T19" fmla="*/ 72764125 h 74"/>
                <a:gd name="T20" fmla="*/ 109332408 w 198"/>
                <a:gd name="T21" fmla="*/ 85149471 h 74"/>
                <a:gd name="T22" fmla="*/ 96655261 w 198"/>
                <a:gd name="T23" fmla="*/ 89794279 h 74"/>
                <a:gd name="T24" fmla="*/ 104578006 w 198"/>
                <a:gd name="T25" fmla="*/ 100631751 h 74"/>
                <a:gd name="T26" fmla="*/ 71303465 w 198"/>
                <a:gd name="T27" fmla="*/ 95986943 h 74"/>
                <a:gd name="T28" fmla="*/ 101409663 w 198"/>
                <a:gd name="T29" fmla="*/ 105275315 h 74"/>
                <a:gd name="T30" fmla="*/ 85564174 w 198"/>
                <a:gd name="T31" fmla="*/ 105275315 h 74"/>
                <a:gd name="T32" fmla="*/ 90317317 w 198"/>
                <a:gd name="T33" fmla="*/ 114564933 h 74"/>
                <a:gd name="T34" fmla="*/ 19013837 w 198"/>
                <a:gd name="T35" fmla="*/ 109920124 h 74"/>
                <a:gd name="T36" fmla="*/ 30106189 w 198"/>
                <a:gd name="T37" fmla="*/ 100631751 h 74"/>
                <a:gd name="T38" fmla="*/ 0 w 198"/>
                <a:gd name="T39" fmla="*/ 100631751 h 74"/>
                <a:gd name="T40" fmla="*/ 30106189 w 198"/>
                <a:gd name="T41" fmla="*/ 85149471 h 74"/>
                <a:gd name="T42" fmla="*/ 39612476 w 198"/>
                <a:gd name="T43" fmla="*/ 85149471 h 74"/>
                <a:gd name="T44" fmla="*/ 28521388 w 198"/>
                <a:gd name="T45" fmla="*/ 80504643 h 74"/>
                <a:gd name="T46" fmla="*/ 34859332 w 198"/>
                <a:gd name="T47" fmla="*/ 72764125 h 74"/>
                <a:gd name="T48" fmla="*/ 50704832 w 198"/>
                <a:gd name="T49" fmla="*/ 65023606 h 74"/>
                <a:gd name="T50" fmla="*/ 42782087 w 198"/>
                <a:gd name="T51" fmla="*/ 61926653 h 74"/>
                <a:gd name="T52" fmla="*/ 47535230 w 198"/>
                <a:gd name="T53" fmla="*/ 57283088 h 74"/>
                <a:gd name="T54" fmla="*/ 28521388 w 198"/>
                <a:gd name="T55" fmla="*/ 55733989 h 74"/>
                <a:gd name="T56" fmla="*/ 49120031 w 198"/>
                <a:gd name="T57" fmla="*/ 51089181 h 74"/>
                <a:gd name="T58" fmla="*/ 68133863 w 198"/>
                <a:gd name="T59" fmla="*/ 44896517 h 74"/>
                <a:gd name="T60" fmla="*/ 122008297 w 198"/>
                <a:gd name="T61" fmla="*/ 27867617 h 74"/>
                <a:gd name="T62" fmla="*/ 131515842 w 198"/>
                <a:gd name="T63" fmla="*/ 21674953 h 74"/>
                <a:gd name="T64" fmla="*/ 240846992 w 198"/>
                <a:gd name="T65" fmla="*/ 10837477 h 74"/>
                <a:gd name="T66" fmla="*/ 286798660 w 198"/>
                <a:gd name="T67" fmla="*/ 0 h 74"/>
                <a:gd name="T68" fmla="*/ 313735238 w 198"/>
                <a:gd name="T69" fmla="*/ 7740521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98"/>
                <a:gd name="T106" fmla="*/ 0 h 74"/>
                <a:gd name="T107" fmla="*/ 198 w 198"/>
                <a:gd name="T108" fmla="*/ 74 h 7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98" h="74">
                  <a:moveTo>
                    <a:pt x="198" y="5"/>
                  </a:moveTo>
                  <a:lnTo>
                    <a:pt x="184" y="16"/>
                  </a:lnTo>
                  <a:lnTo>
                    <a:pt x="140" y="26"/>
                  </a:lnTo>
                  <a:lnTo>
                    <a:pt x="96" y="36"/>
                  </a:lnTo>
                  <a:lnTo>
                    <a:pt x="85" y="37"/>
                  </a:lnTo>
                  <a:lnTo>
                    <a:pt x="91" y="42"/>
                  </a:lnTo>
                  <a:lnTo>
                    <a:pt x="88" y="45"/>
                  </a:lnTo>
                  <a:lnTo>
                    <a:pt x="77" y="46"/>
                  </a:lnTo>
                  <a:lnTo>
                    <a:pt x="79" y="50"/>
                  </a:lnTo>
                  <a:lnTo>
                    <a:pt x="63" y="47"/>
                  </a:lnTo>
                  <a:lnTo>
                    <a:pt x="69" y="55"/>
                  </a:lnTo>
                  <a:lnTo>
                    <a:pt x="61" y="58"/>
                  </a:lnTo>
                  <a:lnTo>
                    <a:pt x="66" y="65"/>
                  </a:lnTo>
                  <a:lnTo>
                    <a:pt x="45" y="62"/>
                  </a:lnTo>
                  <a:lnTo>
                    <a:pt x="64" y="68"/>
                  </a:lnTo>
                  <a:lnTo>
                    <a:pt x="54" y="68"/>
                  </a:lnTo>
                  <a:lnTo>
                    <a:pt x="57" y="74"/>
                  </a:lnTo>
                  <a:lnTo>
                    <a:pt x="12" y="71"/>
                  </a:lnTo>
                  <a:lnTo>
                    <a:pt x="19" y="65"/>
                  </a:lnTo>
                  <a:lnTo>
                    <a:pt x="0" y="65"/>
                  </a:lnTo>
                  <a:lnTo>
                    <a:pt x="19" y="55"/>
                  </a:lnTo>
                  <a:lnTo>
                    <a:pt x="25" y="55"/>
                  </a:lnTo>
                  <a:lnTo>
                    <a:pt x="18" y="52"/>
                  </a:lnTo>
                  <a:lnTo>
                    <a:pt x="22" y="47"/>
                  </a:lnTo>
                  <a:lnTo>
                    <a:pt x="32" y="42"/>
                  </a:lnTo>
                  <a:lnTo>
                    <a:pt x="27" y="40"/>
                  </a:lnTo>
                  <a:lnTo>
                    <a:pt x="30" y="37"/>
                  </a:lnTo>
                  <a:lnTo>
                    <a:pt x="18" y="36"/>
                  </a:lnTo>
                  <a:lnTo>
                    <a:pt x="31" y="33"/>
                  </a:lnTo>
                  <a:lnTo>
                    <a:pt x="43" y="29"/>
                  </a:lnTo>
                  <a:lnTo>
                    <a:pt x="77" y="18"/>
                  </a:lnTo>
                  <a:lnTo>
                    <a:pt x="83" y="14"/>
                  </a:lnTo>
                  <a:lnTo>
                    <a:pt x="152" y="7"/>
                  </a:lnTo>
                  <a:lnTo>
                    <a:pt x="181" y="0"/>
                  </a:lnTo>
                  <a:lnTo>
                    <a:pt x="198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="" xmlns:a16="http://schemas.microsoft.com/office/drawing/2014/main" id="{11C33E2B-B2A6-4598-BD25-F70E47162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331" y="1504950"/>
              <a:ext cx="144463" cy="73025"/>
            </a:xfrm>
            <a:custGeom>
              <a:avLst/>
              <a:gdLst>
                <a:gd name="T0" fmla="*/ 178372324 w 117"/>
                <a:gd name="T1" fmla="*/ 93525480 h 56"/>
                <a:gd name="T2" fmla="*/ 111292082 w 117"/>
                <a:gd name="T3" fmla="*/ 61217122 h 56"/>
                <a:gd name="T4" fmla="*/ 92997145 w 117"/>
                <a:gd name="T5" fmla="*/ 23806154 h 56"/>
                <a:gd name="T6" fmla="*/ 92997145 w 117"/>
                <a:gd name="T7" fmla="*/ 18704832 h 56"/>
                <a:gd name="T8" fmla="*/ 96046918 w 117"/>
                <a:gd name="T9" fmla="*/ 13603516 h 56"/>
                <a:gd name="T10" fmla="*/ 102145231 w 117"/>
                <a:gd name="T11" fmla="*/ 1700439 h 56"/>
                <a:gd name="T12" fmla="*/ 36588650 w 117"/>
                <a:gd name="T13" fmla="*/ 0 h 56"/>
                <a:gd name="T14" fmla="*/ 24393260 w 117"/>
                <a:gd name="T15" fmla="*/ 11903077 h 56"/>
                <a:gd name="T16" fmla="*/ 16770056 w 117"/>
                <a:gd name="T17" fmla="*/ 23806154 h 56"/>
                <a:gd name="T18" fmla="*/ 27441799 w 117"/>
                <a:gd name="T19" fmla="*/ 28907470 h 56"/>
                <a:gd name="T20" fmla="*/ 13721517 w 117"/>
                <a:gd name="T21" fmla="*/ 44211430 h 56"/>
                <a:gd name="T22" fmla="*/ 0 w 117"/>
                <a:gd name="T23" fmla="*/ 49314050 h 56"/>
                <a:gd name="T24" fmla="*/ 18294943 w 117"/>
                <a:gd name="T25" fmla="*/ 66318438 h 56"/>
                <a:gd name="T26" fmla="*/ 41163320 w 117"/>
                <a:gd name="T27" fmla="*/ 66318438 h 56"/>
                <a:gd name="T28" fmla="*/ 53358711 w 117"/>
                <a:gd name="T29" fmla="*/ 66318438 h 56"/>
                <a:gd name="T30" fmla="*/ 67080223 w 117"/>
                <a:gd name="T31" fmla="*/ 68018877 h 56"/>
                <a:gd name="T32" fmla="*/ 77751961 w 117"/>
                <a:gd name="T33" fmla="*/ 81622388 h 56"/>
                <a:gd name="T34" fmla="*/ 76227074 w 117"/>
                <a:gd name="T35" fmla="*/ 85023266 h 56"/>
                <a:gd name="T36" fmla="*/ 100620344 w 117"/>
                <a:gd name="T37" fmla="*/ 90124602 h 56"/>
                <a:gd name="T38" fmla="*/ 120438934 w 117"/>
                <a:gd name="T39" fmla="*/ 93525480 h 56"/>
                <a:gd name="T40" fmla="*/ 144832184 w 117"/>
                <a:gd name="T41" fmla="*/ 95225919 h 56"/>
                <a:gd name="T42" fmla="*/ 166175699 w 117"/>
                <a:gd name="T43" fmla="*/ 95225919 h 56"/>
                <a:gd name="T44" fmla="*/ 178372324 w 117"/>
                <a:gd name="T45" fmla="*/ 93525480 h 5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17"/>
                <a:gd name="T70" fmla="*/ 0 h 56"/>
                <a:gd name="T71" fmla="*/ 117 w 117"/>
                <a:gd name="T72" fmla="*/ 56 h 5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17" h="56">
                  <a:moveTo>
                    <a:pt x="117" y="55"/>
                  </a:moveTo>
                  <a:lnTo>
                    <a:pt x="73" y="36"/>
                  </a:lnTo>
                  <a:lnTo>
                    <a:pt x="61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67" y="1"/>
                  </a:lnTo>
                  <a:lnTo>
                    <a:pt x="24" y="0"/>
                  </a:lnTo>
                  <a:lnTo>
                    <a:pt x="16" y="7"/>
                  </a:lnTo>
                  <a:lnTo>
                    <a:pt x="11" y="14"/>
                  </a:lnTo>
                  <a:lnTo>
                    <a:pt x="18" y="17"/>
                  </a:lnTo>
                  <a:lnTo>
                    <a:pt x="9" y="26"/>
                  </a:lnTo>
                  <a:lnTo>
                    <a:pt x="0" y="29"/>
                  </a:lnTo>
                  <a:lnTo>
                    <a:pt x="12" y="39"/>
                  </a:lnTo>
                  <a:lnTo>
                    <a:pt x="27" y="39"/>
                  </a:lnTo>
                  <a:lnTo>
                    <a:pt x="35" y="39"/>
                  </a:lnTo>
                  <a:lnTo>
                    <a:pt x="44" y="40"/>
                  </a:lnTo>
                  <a:lnTo>
                    <a:pt x="51" y="48"/>
                  </a:lnTo>
                  <a:lnTo>
                    <a:pt x="50" y="50"/>
                  </a:lnTo>
                  <a:lnTo>
                    <a:pt x="66" y="53"/>
                  </a:lnTo>
                  <a:lnTo>
                    <a:pt x="79" y="55"/>
                  </a:lnTo>
                  <a:lnTo>
                    <a:pt x="95" y="56"/>
                  </a:lnTo>
                  <a:lnTo>
                    <a:pt x="109" y="56"/>
                  </a:lnTo>
                  <a:lnTo>
                    <a:pt x="117" y="5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="" xmlns:a16="http://schemas.microsoft.com/office/drawing/2014/main" id="{5AD46EB2-7F29-422E-AFA3-52DA7BDC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0144" y="1336675"/>
              <a:ext cx="133350" cy="28575"/>
            </a:xfrm>
            <a:custGeom>
              <a:avLst/>
              <a:gdLst>
                <a:gd name="T0" fmla="*/ 147965926 w 104"/>
                <a:gd name="T1" fmla="*/ 10451593 h 25"/>
                <a:gd name="T2" fmla="*/ 105220852 w 104"/>
                <a:gd name="T3" fmla="*/ 3919347 h 25"/>
                <a:gd name="T4" fmla="*/ 85491469 w 104"/>
                <a:gd name="T5" fmla="*/ 7838694 h 25"/>
                <a:gd name="T6" fmla="*/ 70694732 w 104"/>
                <a:gd name="T7" fmla="*/ 0 h 25"/>
                <a:gd name="T8" fmla="*/ 6576464 w 104"/>
                <a:gd name="T9" fmla="*/ 6532245 h 25"/>
                <a:gd name="T10" fmla="*/ 0 w 104"/>
                <a:gd name="T11" fmla="*/ 15677388 h 25"/>
                <a:gd name="T12" fmla="*/ 23016983 w 104"/>
                <a:gd name="T13" fmla="*/ 18290285 h 25"/>
                <a:gd name="T14" fmla="*/ 55898016 w 104"/>
                <a:gd name="T15" fmla="*/ 27435430 h 25"/>
                <a:gd name="T16" fmla="*/ 170982939 w 104"/>
                <a:gd name="T17" fmla="*/ 32661224 h 25"/>
                <a:gd name="T18" fmla="*/ 159475053 w 104"/>
                <a:gd name="T19" fmla="*/ 24822532 h 25"/>
                <a:gd name="T20" fmla="*/ 147965926 w 104"/>
                <a:gd name="T21" fmla="*/ 10451593 h 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4"/>
                <a:gd name="T34" fmla="*/ 0 h 25"/>
                <a:gd name="T35" fmla="*/ 104 w 104"/>
                <a:gd name="T36" fmla="*/ 25 h 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4" h="25">
                  <a:moveTo>
                    <a:pt x="90" y="8"/>
                  </a:moveTo>
                  <a:lnTo>
                    <a:pt x="64" y="3"/>
                  </a:lnTo>
                  <a:lnTo>
                    <a:pt x="52" y="6"/>
                  </a:lnTo>
                  <a:lnTo>
                    <a:pt x="43" y="0"/>
                  </a:lnTo>
                  <a:lnTo>
                    <a:pt x="4" y="5"/>
                  </a:lnTo>
                  <a:lnTo>
                    <a:pt x="0" y="12"/>
                  </a:lnTo>
                  <a:lnTo>
                    <a:pt x="14" y="14"/>
                  </a:lnTo>
                  <a:lnTo>
                    <a:pt x="34" y="21"/>
                  </a:lnTo>
                  <a:lnTo>
                    <a:pt x="104" y="25"/>
                  </a:lnTo>
                  <a:lnTo>
                    <a:pt x="97" y="19"/>
                  </a:lnTo>
                  <a:lnTo>
                    <a:pt x="90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="" xmlns:a16="http://schemas.microsoft.com/office/drawing/2014/main" id="{7A8D5AB6-2709-4E7C-B054-B7FEAD09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2544" y="1352550"/>
              <a:ext cx="98425" cy="36513"/>
            </a:xfrm>
            <a:custGeom>
              <a:avLst/>
              <a:gdLst>
                <a:gd name="T0" fmla="*/ 119521582 w 79"/>
                <a:gd name="T1" fmla="*/ 25363947 h 29"/>
                <a:gd name="T2" fmla="*/ 57432854 w 79"/>
                <a:gd name="T3" fmla="*/ 7925840 h 29"/>
                <a:gd name="T4" fmla="*/ 40357982 w 79"/>
                <a:gd name="T5" fmla="*/ 17438106 h 29"/>
                <a:gd name="T6" fmla="*/ 32597360 w 79"/>
                <a:gd name="T7" fmla="*/ 1585168 h 29"/>
                <a:gd name="T8" fmla="*/ 13970120 w 79"/>
                <a:gd name="T9" fmla="*/ 0 h 29"/>
                <a:gd name="T10" fmla="*/ 23283120 w 79"/>
                <a:gd name="T11" fmla="*/ 6340672 h 29"/>
                <a:gd name="T12" fmla="*/ 0 w 79"/>
                <a:gd name="T13" fmla="*/ 7925840 h 29"/>
                <a:gd name="T14" fmla="*/ 4657122 w 79"/>
                <a:gd name="T15" fmla="*/ 11096177 h 29"/>
                <a:gd name="T16" fmla="*/ 15522493 w 79"/>
                <a:gd name="T17" fmla="*/ 20608440 h 29"/>
                <a:gd name="T18" fmla="*/ 3104748 w 79"/>
                <a:gd name="T19" fmla="*/ 26949115 h 29"/>
                <a:gd name="T20" fmla="*/ 10865373 w 79"/>
                <a:gd name="T21" fmla="*/ 45972393 h 29"/>
                <a:gd name="T22" fmla="*/ 122626329 w 79"/>
                <a:gd name="T23" fmla="*/ 28534282 h 29"/>
                <a:gd name="T24" fmla="*/ 119521582 w 79"/>
                <a:gd name="T25" fmla="*/ 25363947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9"/>
                <a:gd name="T40" fmla="*/ 0 h 29"/>
                <a:gd name="T41" fmla="*/ 79 w 79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9" h="29">
                  <a:moveTo>
                    <a:pt x="77" y="16"/>
                  </a:moveTo>
                  <a:lnTo>
                    <a:pt x="37" y="5"/>
                  </a:lnTo>
                  <a:lnTo>
                    <a:pt x="26" y="11"/>
                  </a:lnTo>
                  <a:lnTo>
                    <a:pt x="21" y="1"/>
                  </a:lnTo>
                  <a:lnTo>
                    <a:pt x="9" y="0"/>
                  </a:lnTo>
                  <a:lnTo>
                    <a:pt x="15" y="4"/>
                  </a:lnTo>
                  <a:lnTo>
                    <a:pt x="0" y="5"/>
                  </a:lnTo>
                  <a:lnTo>
                    <a:pt x="3" y="7"/>
                  </a:lnTo>
                  <a:lnTo>
                    <a:pt x="10" y="13"/>
                  </a:lnTo>
                  <a:lnTo>
                    <a:pt x="2" y="17"/>
                  </a:lnTo>
                  <a:lnTo>
                    <a:pt x="7" y="29"/>
                  </a:lnTo>
                  <a:lnTo>
                    <a:pt x="79" y="18"/>
                  </a:lnTo>
                  <a:lnTo>
                    <a:pt x="77" y="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="" xmlns:a16="http://schemas.microsoft.com/office/drawing/2014/main" id="{479F06F6-83BE-462C-A223-2D828E0F3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2994" y="1314450"/>
              <a:ext cx="107950" cy="22225"/>
            </a:xfrm>
            <a:custGeom>
              <a:avLst/>
              <a:gdLst>
                <a:gd name="T0" fmla="*/ 138728591 w 84"/>
                <a:gd name="T1" fmla="*/ 15367849 h 15"/>
                <a:gd name="T2" fmla="*/ 75969805 w 84"/>
                <a:gd name="T3" fmla="*/ 0 h 15"/>
                <a:gd name="T4" fmla="*/ 6605512 w 84"/>
                <a:gd name="T5" fmla="*/ 8781839 h 15"/>
                <a:gd name="T6" fmla="*/ 23121864 w 84"/>
                <a:gd name="T7" fmla="*/ 10976187 h 15"/>
                <a:gd name="T8" fmla="*/ 21470486 w 84"/>
                <a:gd name="T9" fmla="*/ 21953855 h 15"/>
                <a:gd name="T10" fmla="*/ 0 w 84"/>
                <a:gd name="T11" fmla="*/ 24148203 h 15"/>
                <a:gd name="T12" fmla="*/ 39636922 w 84"/>
                <a:gd name="T13" fmla="*/ 28539868 h 15"/>
                <a:gd name="T14" fmla="*/ 29727373 w 84"/>
                <a:gd name="T15" fmla="*/ 32930045 h 15"/>
                <a:gd name="T16" fmla="*/ 135425836 w 84"/>
                <a:gd name="T17" fmla="*/ 30734215 h 15"/>
                <a:gd name="T18" fmla="*/ 122213532 w 84"/>
                <a:gd name="T19" fmla="*/ 21953855 h 15"/>
                <a:gd name="T20" fmla="*/ 138728591 w 84"/>
                <a:gd name="T21" fmla="*/ 15367849 h 1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4"/>
                <a:gd name="T34" fmla="*/ 0 h 15"/>
                <a:gd name="T35" fmla="*/ 84 w 84"/>
                <a:gd name="T36" fmla="*/ 15 h 1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4" h="15">
                  <a:moveTo>
                    <a:pt x="84" y="7"/>
                  </a:moveTo>
                  <a:lnTo>
                    <a:pt x="46" y="0"/>
                  </a:lnTo>
                  <a:lnTo>
                    <a:pt x="4" y="4"/>
                  </a:lnTo>
                  <a:lnTo>
                    <a:pt x="14" y="5"/>
                  </a:lnTo>
                  <a:lnTo>
                    <a:pt x="13" y="10"/>
                  </a:lnTo>
                  <a:lnTo>
                    <a:pt x="0" y="11"/>
                  </a:lnTo>
                  <a:lnTo>
                    <a:pt x="24" y="13"/>
                  </a:lnTo>
                  <a:lnTo>
                    <a:pt x="18" y="15"/>
                  </a:lnTo>
                  <a:lnTo>
                    <a:pt x="82" y="14"/>
                  </a:lnTo>
                  <a:lnTo>
                    <a:pt x="74" y="10"/>
                  </a:lnTo>
                  <a:lnTo>
                    <a:pt x="84" y="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="" xmlns:a16="http://schemas.microsoft.com/office/drawing/2014/main" id="{B0325897-3745-4409-B8FD-EB367BADC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356" y="2044700"/>
              <a:ext cx="58738" cy="19050"/>
            </a:xfrm>
            <a:custGeom>
              <a:avLst/>
              <a:gdLst>
                <a:gd name="T0" fmla="*/ 23166804 w 44"/>
                <a:gd name="T1" fmla="*/ 0 h 14"/>
                <a:gd name="T2" fmla="*/ 21384635 w 44"/>
                <a:gd name="T3" fmla="*/ 7406368 h 14"/>
                <a:gd name="T4" fmla="*/ 0 w 44"/>
                <a:gd name="T5" fmla="*/ 5554436 h 14"/>
                <a:gd name="T6" fmla="*/ 0 w 44"/>
                <a:gd name="T7" fmla="*/ 7406368 h 14"/>
                <a:gd name="T8" fmla="*/ 5346492 w 44"/>
                <a:gd name="T9" fmla="*/ 11108871 h 14"/>
                <a:gd name="T10" fmla="*/ 0 w 44"/>
                <a:gd name="T11" fmla="*/ 12960805 h 14"/>
                <a:gd name="T12" fmla="*/ 0 w 44"/>
                <a:gd name="T13" fmla="*/ 20367171 h 14"/>
                <a:gd name="T14" fmla="*/ 17821642 w 44"/>
                <a:gd name="T15" fmla="*/ 20367171 h 14"/>
                <a:gd name="T16" fmla="*/ 78412554 w 44"/>
                <a:gd name="T17" fmla="*/ 25921611 h 14"/>
                <a:gd name="T18" fmla="*/ 74848226 w 44"/>
                <a:gd name="T19" fmla="*/ 7406368 h 14"/>
                <a:gd name="T20" fmla="*/ 44552778 w 44"/>
                <a:gd name="T21" fmla="*/ 1851932 h 14"/>
                <a:gd name="T22" fmla="*/ 23166804 w 44"/>
                <a:gd name="T23" fmla="*/ 0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4"/>
                <a:gd name="T37" fmla="*/ 0 h 14"/>
                <a:gd name="T38" fmla="*/ 44 w 44"/>
                <a:gd name="T39" fmla="*/ 14 h 1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4" h="14">
                  <a:moveTo>
                    <a:pt x="13" y="0"/>
                  </a:moveTo>
                  <a:lnTo>
                    <a:pt x="12" y="4"/>
                  </a:lnTo>
                  <a:lnTo>
                    <a:pt x="0" y="3"/>
                  </a:lnTo>
                  <a:lnTo>
                    <a:pt x="0" y="4"/>
                  </a:lnTo>
                  <a:lnTo>
                    <a:pt x="3" y="6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0" y="11"/>
                  </a:lnTo>
                  <a:lnTo>
                    <a:pt x="44" y="14"/>
                  </a:lnTo>
                  <a:lnTo>
                    <a:pt x="42" y="4"/>
                  </a:lnTo>
                  <a:lnTo>
                    <a:pt x="25" y="1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="" xmlns:a16="http://schemas.microsoft.com/office/drawing/2014/main" id="{60FABEBA-3B47-44A5-9EAE-EF21B9849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581" y="1609725"/>
              <a:ext cx="46038" cy="20638"/>
            </a:xfrm>
            <a:custGeom>
              <a:avLst/>
              <a:gdLst>
                <a:gd name="T0" fmla="*/ 58874924 w 36"/>
                <a:gd name="T1" fmla="*/ 13264163 h 17"/>
                <a:gd name="T2" fmla="*/ 16353719 w 36"/>
                <a:gd name="T3" fmla="*/ 25054530 h 17"/>
                <a:gd name="T4" fmla="*/ 0 w 36"/>
                <a:gd name="T5" fmla="*/ 8842774 h 17"/>
                <a:gd name="T6" fmla="*/ 13083743 w 36"/>
                <a:gd name="T7" fmla="*/ 0 h 17"/>
                <a:gd name="T8" fmla="*/ 58874924 w 36"/>
                <a:gd name="T9" fmla="*/ 13264163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"/>
                <a:gd name="T16" fmla="*/ 0 h 17"/>
                <a:gd name="T17" fmla="*/ 36 w 36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" h="17">
                  <a:moveTo>
                    <a:pt x="36" y="9"/>
                  </a:moveTo>
                  <a:lnTo>
                    <a:pt x="10" y="17"/>
                  </a:lnTo>
                  <a:lnTo>
                    <a:pt x="0" y="6"/>
                  </a:lnTo>
                  <a:lnTo>
                    <a:pt x="8" y="0"/>
                  </a:lnTo>
                  <a:lnTo>
                    <a:pt x="36" y="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="" xmlns:a16="http://schemas.microsoft.com/office/drawing/2014/main" id="{08AC2E82-351B-403F-A62F-6992D1099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956" y="1320800"/>
              <a:ext cx="79375" cy="15875"/>
            </a:xfrm>
            <a:custGeom>
              <a:avLst/>
              <a:gdLst>
                <a:gd name="T0" fmla="*/ 98443595 w 64"/>
                <a:gd name="T1" fmla="*/ 4473086 h 13"/>
                <a:gd name="T2" fmla="*/ 35377678 w 64"/>
                <a:gd name="T3" fmla="*/ 13420482 h 13"/>
                <a:gd name="T4" fmla="*/ 16920514 w 64"/>
                <a:gd name="T5" fmla="*/ 19385816 h 13"/>
                <a:gd name="T6" fmla="*/ 0 w 64"/>
                <a:gd name="T7" fmla="*/ 16403760 h 13"/>
                <a:gd name="T8" fmla="*/ 16920514 w 64"/>
                <a:gd name="T9" fmla="*/ 13420482 h 13"/>
                <a:gd name="T10" fmla="*/ 53836087 w 64"/>
                <a:gd name="T11" fmla="*/ 4473086 h 13"/>
                <a:gd name="T12" fmla="*/ 79985177 w 64"/>
                <a:gd name="T13" fmla="*/ 0 h 13"/>
                <a:gd name="T14" fmla="*/ 98443595 w 64"/>
                <a:gd name="T15" fmla="*/ 4473086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4"/>
                <a:gd name="T25" fmla="*/ 0 h 13"/>
                <a:gd name="T26" fmla="*/ 64 w 64"/>
                <a:gd name="T27" fmla="*/ 13 h 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4" h="13">
                  <a:moveTo>
                    <a:pt x="64" y="3"/>
                  </a:moveTo>
                  <a:lnTo>
                    <a:pt x="23" y="9"/>
                  </a:lnTo>
                  <a:lnTo>
                    <a:pt x="11" y="13"/>
                  </a:lnTo>
                  <a:lnTo>
                    <a:pt x="0" y="11"/>
                  </a:lnTo>
                  <a:lnTo>
                    <a:pt x="11" y="9"/>
                  </a:lnTo>
                  <a:lnTo>
                    <a:pt x="35" y="3"/>
                  </a:lnTo>
                  <a:lnTo>
                    <a:pt x="52" y="0"/>
                  </a:lnTo>
                  <a:lnTo>
                    <a:pt x="64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="" xmlns:a16="http://schemas.microsoft.com/office/drawing/2014/main" id="{5795662C-92CC-4014-A5C8-D0882F143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9144" y="2351088"/>
              <a:ext cx="25400" cy="34925"/>
            </a:xfrm>
            <a:custGeom>
              <a:avLst/>
              <a:gdLst>
                <a:gd name="T0" fmla="*/ 30721903 w 21"/>
                <a:gd name="T1" fmla="*/ 0 h 27"/>
                <a:gd name="T2" fmla="*/ 4389361 w 21"/>
                <a:gd name="T3" fmla="*/ 11712812 h 27"/>
                <a:gd name="T4" fmla="*/ 0 w 21"/>
                <a:gd name="T5" fmla="*/ 45176142 h 27"/>
                <a:gd name="T6" fmla="*/ 16092713 w 21"/>
                <a:gd name="T7" fmla="*/ 26770662 h 27"/>
                <a:gd name="T8" fmla="*/ 26332543 w 21"/>
                <a:gd name="T9" fmla="*/ 3346333 h 27"/>
                <a:gd name="T10" fmla="*/ 30721903 w 21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"/>
                <a:gd name="T19" fmla="*/ 0 h 27"/>
                <a:gd name="T20" fmla="*/ 21 w 21"/>
                <a:gd name="T21" fmla="*/ 27 h 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" h="27">
                  <a:moveTo>
                    <a:pt x="21" y="0"/>
                  </a:moveTo>
                  <a:lnTo>
                    <a:pt x="3" y="7"/>
                  </a:lnTo>
                  <a:lnTo>
                    <a:pt x="0" y="27"/>
                  </a:lnTo>
                  <a:lnTo>
                    <a:pt x="11" y="16"/>
                  </a:lnTo>
                  <a:lnTo>
                    <a:pt x="18" y="2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="" xmlns:a16="http://schemas.microsoft.com/office/drawing/2014/main" id="{8A2528C7-6F92-4D44-BCAB-705B7C85A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8806" y="1552575"/>
              <a:ext cx="28575" cy="20638"/>
            </a:xfrm>
            <a:custGeom>
              <a:avLst/>
              <a:gdLst>
                <a:gd name="T0" fmla="*/ 7087791 w 24"/>
                <a:gd name="T1" fmla="*/ 0 h 16"/>
                <a:gd name="T2" fmla="*/ 0 w 24"/>
                <a:gd name="T3" fmla="*/ 13310219 h 16"/>
                <a:gd name="T4" fmla="*/ 19846531 w 24"/>
                <a:gd name="T5" fmla="*/ 26620438 h 16"/>
                <a:gd name="T6" fmla="*/ 34022108 w 24"/>
                <a:gd name="T7" fmla="*/ 21628624 h 16"/>
                <a:gd name="T8" fmla="*/ 7087791 w 24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6"/>
                <a:gd name="T17" fmla="*/ 24 w 2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6">
                  <a:moveTo>
                    <a:pt x="5" y="0"/>
                  </a:moveTo>
                  <a:lnTo>
                    <a:pt x="0" y="8"/>
                  </a:lnTo>
                  <a:lnTo>
                    <a:pt x="14" y="16"/>
                  </a:lnTo>
                  <a:lnTo>
                    <a:pt x="24" y="13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="" xmlns:a16="http://schemas.microsoft.com/office/drawing/2014/main" id="{52768233-AFAB-4139-88AE-4AB03D36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8019" y="1585913"/>
              <a:ext cx="55562" cy="17462"/>
            </a:xfrm>
            <a:custGeom>
              <a:avLst/>
              <a:gdLst>
                <a:gd name="T0" fmla="*/ 77178388 w 40"/>
                <a:gd name="T1" fmla="*/ 23455499 h 13"/>
                <a:gd name="T2" fmla="*/ 7717562 w 40"/>
                <a:gd name="T3" fmla="*/ 0 h 13"/>
                <a:gd name="T4" fmla="*/ 0 w 40"/>
                <a:gd name="T5" fmla="*/ 5413220 h 13"/>
                <a:gd name="T6" fmla="*/ 46306764 w 40"/>
                <a:gd name="T7" fmla="*/ 23455499 h 13"/>
                <a:gd name="T8" fmla="*/ 77178388 w 40"/>
                <a:gd name="T9" fmla="*/ 2345549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13"/>
                <a:gd name="T17" fmla="*/ 40 w 40"/>
                <a:gd name="T18" fmla="*/ 13 h 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13">
                  <a:moveTo>
                    <a:pt x="40" y="13"/>
                  </a:moveTo>
                  <a:lnTo>
                    <a:pt x="4" y="0"/>
                  </a:lnTo>
                  <a:lnTo>
                    <a:pt x="0" y="3"/>
                  </a:lnTo>
                  <a:lnTo>
                    <a:pt x="24" y="13"/>
                  </a:lnTo>
                  <a:lnTo>
                    <a:pt x="40" y="1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="" xmlns:a16="http://schemas.microsoft.com/office/drawing/2014/main" id="{7EBC8C6C-DC6B-468C-A50B-64B447262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6344" y="1936750"/>
              <a:ext cx="33337" cy="11113"/>
            </a:xfrm>
            <a:custGeom>
              <a:avLst/>
              <a:gdLst>
                <a:gd name="T0" fmla="*/ 46306489 w 24"/>
                <a:gd name="T1" fmla="*/ 2470420 h 10"/>
                <a:gd name="T2" fmla="*/ 5788137 w 24"/>
                <a:gd name="T3" fmla="*/ 12349877 h 10"/>
                <a:gd name="T4" fmla="*/ 0 w 24"/>
                <a:gd name="T5" fmla="*/ 2470420 h 10"/>
                <a:gd name="T6" fmla="*/ 38588965 w 24"/>
                <a:gd name="T7" fmla="*/ 0 h 10"/>
                <a:gd name="T8" fmla="*/ 46306489 w 24"/>
                <a:gd name="T9" fmla="*/ 247042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0"/>
                <a:gd name="T17" fmla="*/ 24 w 24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0">
                  <a:moveTo>
                    <a:pt x="24" y="2"/>
                  </a:moveTo>
                  <a:lnTo>
                    <a:pt x="3" y="10"/>
                  </a:lnTo>
                  <a:lnTo>
                    <a:pt x="0" y="2"/>
                  </a:lnTo>
                  <a:lnTo>
                    <a:pt x="20" y="0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="" xmlns:a16="http://schemas.microsoft.com/office/drawing/2014/main" id="{2CC006A0-8945-4079-8AE6-22A70E1B8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9144" y="1914525"/>
              <a:ext cx="19050" cy="19050"/>
            </a:xfrm>
            <a:custGeom>
              <a:avLst/>
              <a:gdLst>
                <a:gd name="T0" fmla="*/ 25921611 w 14"/>
                <a:gd name="T1" fmla="*/ 5670946 h 16"/>
                <a:gd name="T2" fmla="*/ 11108871 w 14"/>
                <a:gd name="T3" fmla="*/ 22681405 h 16"/>
                <a:gd name="T4" fmla="*/ 0 w 14"/>
                <a:gd name="T5" fmla="*/ 9922669 h 16"/>
                <a:gd name="T6" fmla="*/ 11108871 w 14"/>
                <a:gd name="T7" fmla="*/ 0 h 16"/>
                <a:gd name="T8" fmla="*/ 25921611 w 14"/>
                <a:gd name="T9" fmla="*/ 5670946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16"/>
                <a:gd name="T17" fmla="*/ 14 w 14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16">
                  <a:moveTo>
                    <a:pt x="14" y="4"/>
                  </a:moveTo>
                  <a:lnTo>
                    <a:pt x="6" y="16"/>
                  </a:lnTo>
                  <a:lnTo>
                    <a:pt x="0" y="7"/>
                  </a:lnTo>
                  <a:lnTo>
                    <a:pt x="6" y="0"/>
                  </a:lnTo>
                  <a:lnTo>
                    <a:pt x="14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="" xmlns:a16="http://schemas.microsoft.com/office/drawing/2014/main" id="{88DBFD6B-2FCD-43A9-9550-FBC20CA2F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3756" y="1501775"/>
              <a:ext cx="38100" cy="7938"/>
            </a:xfrm>
            <a:custGeom>
              <a:avLst/>
              <a:gdLst>
                <a:gd name="T0" fmla="*/ 53763340 w 27"/>
                <a:gd name="T1" fmla="*/ 6223391 h 9"/>
                <a:gd name="T2" fmla="*/ 0 w 27"/>
                <a:gd name="T3" fmla="*/ 7001315 h 9"/>
                <a:gd name="T4" fmla="*/ 7964312 w 27"/>
                <a:gd name="T5" fmla="*/ 0 h 9"/>
                <a:gd name="T6" fmla="*/ 33851146 w 27"/>
                <a:gd name="T7" fmla="*/ 4667544 h 9"/>
                <a:gd name="T8" fmla="*/ 53763340 w 27"/>
                <a:gd name="T9" fmla="*/ 622339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9"/>
                <a:gd name="T17" fmla="*/ 27 w 27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9">
                  <a:moveTo>
                    <a:pt x="27" y="8"/>
                  </a:moveTo>
                  <a:lnTo>
                    <a:pt x="0" y="9"/>
                  </a:lnTo>
                  <a:lnTo>
                    <a:pt x="4" y="0"/>
                  </a:lnTo>
                  <a:lnTo>
                    <a:pt x="17" y="6"/>
                  </a:lnTo>
                  <a:lnTo>
                    <a:pt x="27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="" xmlns:a16="http://schemas.microsoft.com/office/drawing/2014/main" id="{C05FF09C-D835-4DA8-BC5B-DB01E7563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9269" y="1325563"/>
              <a:ext cx="53975" cy="3175"/>
            </a:xfrm>
            <a:custGeom>
              <a:avLst/>
              <a:gdLst>
                <a:gd name="T0" fmla="*/ 69364295 w 42"/>
                <a:gd name="T1" fmla="*/ 0 h 6"/>
                <a:gd name="T2" fmla="*/ 0 w 42"/>
                <a:gd name="T3" fmla="*/ 840317 h 6"/>
                <a:gd name="T4" fmla="*/ 37985545 w 42"/>
                <a:gd name="T5" fmla="*/ 1680104 h 6"/>
                <a:gd name="T6" fmla="*/ 69364295 w 42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"/>
                <a:gd name="T13" fmla="*/ 0 h 6"/>
                <a:gd name="T14" fmla="*/ 42 w 42"/>
                <a:gd name="T15" fmla="*/ 6 h 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" h="6">
                  <a:moveTo>
                    <a:pt x="42" y="0"/>
                  </a:moveTo>
                  <a:lnTo>
                    <a:pt x="0" y="3"/>
                  </a:lnTo>
                  <a:lnTo>
                    <a:pt x="23" y="6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="" xmlns:a16="http://schemas.microsoft.com/office/drawing/2014/main" id="{2246163C-2C96-4C17-9F84-F277549F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006" y="1314450"/>
              <a:ext cx="49213" cy="11113"/>
            </a:xfrm>
            <a:custGeom>
              <a:avLst/>
              <a:gdLst>
                <a:gd name="T0" fmla="*/ 59071201 w 41"/>
                <a:gd name="T1" fmla="*/ 19758915 h 5"/>
                <a:gd name="T2" fmla="*/ 0 w 41"/>
                <a:gd name="T3" fmla="*/ 24699753 h 5"/>
                <a:gd name="T4" fmla="*/ 48986141 w 41"/>
                <a:gd name="T5" fmla="*/ 0 h 5"/>
                <a:gd name="T6" fmla="*/ 59071201 w 41"/>
                <a:gd name="T7" fmla="*/ 19758915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"/>
                <a:gd name="T13" fmla="*/ 0 h 5"/>
                <a:gd name="T14" fmla="*/ 41 w 41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" h="5">
                  <a:moveTo>
                    <a:pt x="41" y="4"/>
                  </a:moveTo>
                  <a:lnTo>
                    <a:pt x="0" y="5"/>
                  </a:lnTo>
                  <a:lnTo>
                    <a:pt x="34" y="0"/>
                  </a:lnTo>
                  <a:lnTo>
                    <a:pt x="41" y="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="" xmlns:a16="http://schemas.microsoft.com/office/drawing/2014/main" id="{F3DFE6EE-6A1A-4955-B66E-B544B7F9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381" y="1476375"/>
              <a:ext cx="38100" cy="6350"/>
            </a:xfrm>
            <a:custGeom>
              <a:avLst/>
              <a:gdLst>
                <a:gd name="T0" fmla="*/ 48329201 w 29"/>
                <a:gd name="T1" fmla="*/ 0 h 5"/>
                <a:gd name="T2" fmla="*/ 0 w 29"/>
                <a:gd name="T3" fmla="*/ 3225800 h 5"/>
                <a:gd name="T4" fmla="*/ 50055525 w 29"/>
                <a:gd name="T5" fmla="*/ 8064499 h 5"/>
                <a:gd name="T6" fmla="*/ 48329201 w 29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"/>
                <a:gd name="T13" fmla="*/ 0 h 5"/>
                <a:gd name="T14" fmla="*/ 29 w 29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" h="5">
                  <a:moveTo>
                    <a:pt x="28" y="0"/>
                  </a:moveTo>
                  <a:lnTo>
                    <a:pt x="0" y="2"/>
                  </a:lnTo>
                  <a:lnTo>
                    <a:pt x="29" y="5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="" xmlns:a16="http://schemas.microsoft.com/office/drawing/2014/main" id="{E8EACEC3-4A64-4E67-A90C-FD78C51CA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32169" y="2178050"/>
              <a:ext cx="11112" cy="22225"/>
            </a:xfrm>
            <a:custGeom>
              <a:avLst/>
              <a:gdLst>
                <a:gd name="T0" fmla="*/ 13719615 w 9"/>
                <a:gd name="T1" fmla="*/ 1929408 h 16"/>
                <a:gd name="T2" fmla="*/ 4573205 w 9"/>
                <a:gd name="T3" fmla="*/ 30871910 h 16"/>
                <a:gd name="T4" fmla="*/ 0 w 9"/>
                <a:gd name="T5" fmla="*/ 0 h 16"/>
                <a:gd name="T6" fmla="*/ 13719615 w 9"/>
                <a:gd name="T7" fmla="*/ 1929408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"/>
                <a:gd name="T13" fmla="*/ 0 h 16"/>
                <a:gd name="T14" fmla="*/ 9 w 9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" h="16">
                  <a:moveTo>
                    <a:pt x="9" y="1"/>
                  </a:moveTo>
                  <a:lnTo>
                    <a:pt x="3" y="16"/>
                  </a:lnTo>
                  <a:lnTo>
                    <a:pt x="0" y="0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="" xmlns:a16="http://schemas.microsoft.com/office/drawing/2014/main" id="{5336507A-AC0B-41B6-A6F8-BA359A458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6919" y="2382838"/>
              <a:ext cx="12700" cy="15875"/>
            </a:xfrm>
            <a:custGeom>
              <a:avLst/>
              <a:gdLst>
                <a:gd name="T0" fmla="*/ 14662727 w 11"/>
                <a:gd name="T1" fmla="*/ 0 h 16"/>
                <a:gd name="T2" fmla="*/ 0 w 11"/>
                <a:gd name="T3" fmla="*/ 15750973 h 16"/>
                <a:gd name="T4" fmla="*/ 0 w 11"/>
                <a:gd name="T5" fmla="*/ 3937991 h 16"/>
                <a:gd name="T6" fmla="*/ 14662727 w 11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"/>
                <a:gd name="T13" fmla="*/ 0 h 16"/>
                <a:gd name="T14" fmla="*/ 11 w 11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" h="16">
                  <a:moveTo>
                    <a:pt x="11" y="0"/>
                  </a:moveTo>
                  <a:lnTo>
                    <a:pt x="0" y="16"/>
                  </a:lnTo>
                  <a:lnTo>
                    <a:pt x="0" y="4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="" xmlns:a16="http://schemas.microsoft.com/office/drawing/2014/main" id="{3D7A810E-7C23-42E6-A974-1E6871CBB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1144" y="1325563"/>
              <a:ext cx="52387" cy="3175"/>
            </a:xfrm>
            <a:custGeom>
              <a:avLst/>
              <a:gdLst>
                <a:gd name="T0" fmla="*/ 63823200 w 43"/>
                <a:gd name="T1" fmla="*/ 1119717 h 3"/>
                <a:gd name="T2" fmla="*/ 0 w 43"/>
                <a:gd name="T3" fmla="*/ 3360208 h 3"/>
                <a:gd name="T4" fmla="*/ 13358685 w 43"/>
                <a:gd name="T5" fmla="*/ 0 h 3"/>
                <a:gd name="T6" fmla="*/ 63823200 w 43"/>
                <a:gd name="T7" fmla="*/ 1119717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"/>
                <a:gd name="T13" fmla="*/ 0 h 3"/>
                <a:gd name="T14" fmla="*/ 43 w 43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" h="3">
                  <a:moveTo>
                    <a:pt x="43" y="1"/>
                  </a:moveTo>
                  <a:lnTo>
                    <a:pt x="0" y="3"/>
                  </a:lnTo>
                  <a:lnTo>
                    <a:pt x="9" y="0"/>
                  </a:lnTo>
                  <a:lnTo>
                    <a:pt x="43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="" xmlns:a16="http://schemas.microsoft.com/office/drawing/2014/main" id="{7780E845-5CB0-45BC-8FE5-FA69F3A0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7269" y="1527175"/>
              <a:ext cx="23812" cy="6350"/>
            </a:xfrm>
            <a:custGeom>
              <a:avLst/>
              <a:gdLst>
                <a:gd name="T0" fmla="*/ 31500627 w 18"/>
                <a:gd name="T1" fmla="*/ 0 h 4"/>
                <a:gd name="T2" fmla="*/ 0 w 18"/>
                <a:gd name="T3" fmla="*/ 10080623 h 4"/>
                <a:gd name="T4" fmla="*/ 0 w 18"/>
                <a:gd name="T5" fmla="*/ 5040312 h 4"/>
                <a:gd name="T6" fmla="*/ 31500627 w 18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"/>
                <a:gd name="T13" fmla="*/ 0 h 4"/>
                <a:gd name="T14" fmla="*/ 18 w 18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" h="4">
                  <a:moveTo>
                    <a:pt x="18" y="0"/>
                  </a:moveTo>
                  <a:lnTo>
                    <a:pt x="0" y="4"/>
                  </a:lnTo>
                  <a:lnTo>
                    <a:pt x="0" y="2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="" xmlns:a16="http://schemas.microsoft.com/office/drawing/2014/main" id="{5E097C4B-56BA-44E8-B2C9-A5435FF44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106" y="1328738"/>
              <a:ext cx="36513" cy="7937"/>
            </a:xfrm>
            <a:custGeom>
              <a:avLst/>
              <a:gdLst>
                <a:gd name="T0" fmla="*/ 47614263 w 28"/>
                <a:gd name="T1" fmla="*/ 0 h 2"/>
                <a:gd name="T2" fmla="*/ 0 w 28"/>
                <a:gd name="T3" fmla="*/ 0 h 2"/>
                <a:gd name="T4" fmla="*/ 22106018 w 28"/>
                <a:gd name="T5" fmla="*/ 31497977 h 2"/>
                <a:gd name="T6" fmla="*/ 47614263 w 28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"/>
                <a:gd name="T13" fmla="*/ 0 h 2"/>
                <a:gd name="T14" fmla="*/ 28 w 28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" h="2">
                  <a:moveTo>
                    <a:pt x="28" y="0"/>
                  </a:moveTo>
                  <a:lnTo>
                    <a:pt x="0" y="0"/>
                  </a:lnTo>
                  <a:lnTo>
                    <a:pt x="13" y="2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="" xmlns:a16="http://schemas.microsoft.com/office/drawing/2014/main" id="{C6634E18-C370-4A6A-8764-F450A890A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6944" y="2028825"/>
              <a:ext cx="39687" cy="22225"/>
            </a:xfrm>
            <a:custGeom>
              <a:avLst/>
              <a:gdLst>
                <a:gd name="T0" fmla="*/ 47729026 w 33"/>
                <a:gd name="T1" fmla="*/ 27441699 h 18"/>
                <a:gd name="T2" fmla="*/ 0 w 33"/>
                <a:gd name="T3" fmla="*/ 0 h 18"/>
                <a:gd name="T4" fmla="*/ 39050797 w 33"/>
                <a:gd name="T5" fmla="*/ 19818523 h 18"/>
                <a:gd name="T6" fmla="*/ 47729026 w 33"/>
                <a:gd name="T7" fmla="*/ 27441699 h 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"/>
                <a:gd name="T13" fmla="*/ 0 h 18"/>
                <a:gd name="T14" fmla="*/ 33 w 33"/>
                <a:gd name="T15" fmla="*/ 18 h 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" h="18">
                  <a:moveTo>
                    <a:pt x="33" y="18"/>
                  </a:moveTo>
                  <a:lnTo>
                    <a:pt x="0" y="0"/>
                  </a:lnTo>
                  <a:lnTo>
                    <a:pt x="27" y="13"/>
                  </a:lnTo>
                  <a:lnTo>
                    <a:pt x="33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="" xmlns:a16="http://schemas.microsoft.com/office/drawing/2014/main" id="{84B19EDD-DEAA-494C-87B5-7627B78CB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6344" y="1920875"/>
              <a:ext cx="22225" cy="1588"/>
            </a:xfrm>
            <a:custGeom>
              <a:avLst/>
              <a:gdLst>
                <a:gd name="T0" fmla="*/ 29055916 w 17"/>
                <a:gd name="T1" fmla="*/ 1260872 h 2"/>
                <a:gd name="T2" fmla="*/ 0 w 17"/>
                <a:gd name="T3" fmla="*/ 1260872 h 2"/>
                <a:gd name="T4" fmla="*/ 8546165 w 17"/>
                <a:gd name="T5" fmla="*/ 0 h 2"/>
                <a:gd name="T6" fmla="*/ 29055916 w 17"/>
                <a:gd name="T7" fmla="*/ 1260872 h 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2"/>
                <a:gd name="T14" fmla="*/ 17 w 17"/>
                <a:gd name="T15" fmla="*/ 2 h 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2">
                  <a:moveTo>
                    <a:pt x="17" y="2"/>
                  </a:moveTo>
                  <a:lnTo>
                    <a:pt x="0" y="2"/>
                  </a:lnTo>
                  <a:lnTo>
                    <a:pt x="5" y="0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="" xmlns:a16="http://schemas.microsoft.com/office/drawing/2014/main" id="{B375D55A-BF6F-4A74-848D-D6CEF660B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1081" y="2397125"/>
              <a:ext cx="1588" cy="1588"/>
            </a:xfrm>
            <a:custGeom>
              <a:avLst/>
              <a:gdLst>
                <a:gd name="T0" fmla="*/ 840581 w 3"/>
                <a:gd name="T1" fmla="*/ 560564 h 3"/>
                <a:gd name="T2" fmla="*/ 840581 w 3"/>
                <a:gd name="T3" fmla="*/ 0 h 3"/>
                <a:gd name="T4" fmla="*/ 560564 w 3"/>
                <a:gd name="T5" fmla="*/ 0 h 3"/>
                <a:gd name="T6" fmla="*/ 0 w 3"/>
                <a:gd name="T7" fmla="*/ 560564 h 3"/>
                <a:gd name="T8" fmla="*/ 560564 w 3"/>
                <a:gd name="T9" fmla="*/ 840581 h 3"/>
                <a:gd name="T10" fmla="*/ 840581 w 3"/>
                <a:gd name="T11" fmla="*/ 560564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"/>
                <a:gd name="T19" fmla="*/ 0 h 3"/>
                <a:gd name="T20" fmla="*/ 3 w 3"/>
                <a:gd name="T21" fmla="*/ 3 h 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" h="3">
                  <a:moveTo>
                    <a:pt x="3" y="2"/>
                  </a:moveTo>
                  <a:lnTo>
                    <a:pt x="3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3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="" xmlns:a16="http://schemas.microsoft.com/office/drawing/2014/main" id="{B730A116-8433-45EF-93C7-2C53F957D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919" y="2201863"/>
              <a:ext cx="150812" cy="68262"/>
            </a:xfrm>
            <a:custGeom>
              <a:avLst/>
              <a:gdLst>
                <a:gd name="T0" fmla="*/ 69905726 w 121"/>
                <a:gd name="T1" fmla="*/ 0 h 42"/>
                <a:gd name="T2" fmla="*/ 68352737 w 121"/>
                <a:gd name="T3" fmla="*/ 2641089 h 42"/>
                <a:gd name="T4" fmla="*/ 59031062 w 121"/>
                <a:gd name="T5" fmla="*/ 18490875 h 42"/>
                <a:gd name="T6" fmla="*/ 49710633 w 121"/>
                <a:gd name="T7" fmla="*/ 23774677 h 42"/>
                <a:gd name="T8" fmla="*/ 49710633 w 121"/>
                <a:gd name="T9" fmla="*/ 31697948 h 42"/>
                <a:gd name="T10" fmla="*/ 38837206 w 121"/>
                <a:gd name="T11" fmla="*/ 50188817 h 42"/>
                <a:gd name="T12" fmla="*/ 20195098 w 121"/>
                <a:gd name="T13" fmla="*/ 52831531 h 42"/>
                <a:gd name="T14" fmla="*/ 10874669 w 121"/>
                <a:gd name="T15" fmla="*/ 52831531 h 42"/>
                <a:gd name="T16" fmla="*/ 0 w 121"/>
                <a:gd name="T17" fmla="*/ 50188817 h 42"/>
                <a:gd name="T18" fmla="*/ 23302327 w 121"/>
                <a:gd name="T19" fmla="*/ 103020348 h 42"/>
                <a:gd name="T20" fmla="*/ 31069767 w 121"/>
                <a:gd name="T21" fmla="*/ 110945264 h 42"/>
                <a:gd name="T22" fmla="*/ 73012951 w 121"/>
                <a:gd name="T23" fmla="*/ 110945264 h 42"/>
                <a:gd name="T24" fmla="*/ 124276574 w 121"/>
                <a:gd name="T25" fmla="*/ 73963501 h 42"/>
                <a:gd name="T26" fmla="*/ 178648687 w 121"/>
                <a:gd name="T27" fmla="*/ 76604589 h 42"/>
                <a:gd name="T28" fmla="*/ 187969116 w 121"/>
                <a:gd name="T29" fmla="*/ 31697948 h 42"/>
                <a:gd name="T30" fmla="*/ 138258463 w 121"/>
                <a:gd name="T31" fmla="*/ 10565982 h 42"/>
                <a:gd name="T32" fmla="*/ 110295931 w 121"/>
                <a:gd name="T33" fmla="*/ 15849787 h 42"/>
                <a:gd name="T34" fmla="*/ 104081481 w 121"/>
                <a:gd name="T35" fmla="*/ 2641089 h 42"/>
                <a:gd name="T36" fmla="*/ 69905726 w 121"/>
                <a:gd name="T37" fmla="*/ 0 h 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1"/>
                <a:gd name="T58" fmla="*/ 0 h 42"/>
                <a:gd name="T59" fmla="*/ 121 w 121"/>
                <a:gd name="T60" fmla="*/ 42 h 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1" h="42">
                  <a:moveTo>
                    <a:pt x="45" y="0"/>
                  </a:moveTo>
                  <a:lnTo>
                    <a:pt x="44" y="1"/>
                  </a:lnTo>
                  <a:lnTo>
                    <a:pt x="38" y="7"/>
                  </a:lnTo>
                  <a:lnTo>
                    <a:pt x="32" y="9"/>
                  </a:lnTo>
                  <a:lnTo>
                    <a:pt x="32" y="12"/>
                  </a:lnTo>
                  <a:lnTo>
                    <a:pt x="25" y="19"/>
                  </a:lnTo>
                  <a:lnTo>
                    <a:pt x="13" y="20"/>
                  </a:lnTo>
                  <a:lnTo>
                    <a:pt x="7" y="20"/>
                  </a:lnTo>
                  <a:lnTo>
                    <a:pt x="0" y="19"/>
                  </a:lnTo>
                  <a:lnTo>
                    <a:pt x="15" y="39"/>
                  </a:lnTo>
                  <a:lnTo>
                    <a:pt x="20" y="42"/>
                  </a:lnTo>
                  <a:lnTo>
                    <a:pt x="47" y="42"/>
                  </a:lnTo>
                  <a:lnTo>
                    <a:pt x="80" y="28"/>
                  </a:lnTo>
                  <a:lnTo>
                    <a:pt x="115" y="29"/>
                  </a:lnTo>
                  <a:lnTo>
                    <a:pt x="121" y="12"/>
                  </a:lnTo>
                  <a:lnTo>
                    <a:pt x="89" y="4"/>
                  </a:lnTo>
                  <a:lnTo>
                    <a:pt x="71" y="6"/>
                  </a:lnTo>
                  <a:lnTo>
                    <a:pt x="67" y="1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="" xmlns:a16="http://schemas.microsoft.com/office/drawing/2014/main" id="{ED1231CA-3D48-4801-8114-E79C8844C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481" y="2303463"/>
              <a:ext cx="73025" cy="47625"/>
            </a:xfrm>
            <a:custGeom>
              <a:avLst/>
              <a:gdLst>
                <a:gd name="T0" fmla="*/ 13331932 w 60"/>
                <a:gd name="T1" fmla="*/ 61301093 h 37"/>
                <a:gd name="T2" fmla="*/ 28145054 w 60"/>
                <a:gd name="T3" fmla="*/ 61301093 h 37"/>
                <a:gd name="T4" fmla="*/ 32588625 w 60"/>
                <a:gd name="T5" fmla="*/ 53016921 h 37"/>
                <a:gd name="T6" fmla="*/ 37032195 w 60"/>
                <a:gd name="T7" fmla="*/ 56331362 h 37"/>
                <a:gd name="T8" fmla="*/ 39994584 w 60"/>
                <a:gd name="T9" fmla="*/ 56331362 h 37"/>
                <a:gd name="T10" fmla="*/ 41475774 w 60"/>
                <a:gd name="T11" fmla="*/ 56331362 h 37"/>
                <a:gd name="T12" fmla="*/ 47401752 w 60"/>
                <a:gd name="T13" fmla="*/ 61301093 h 37"/>
                <a:gd name="T14" fmla="*/ 56288892 w 60"/>
                <a:gd name="T15" fmla="*/ 61301093 h 37"/>
                <a:gd name="T16" fmla="*/ 54807702 w 60"/>
                <a:gd name="T17" fmla="*/ 53016921 h 37"/>
                <a:gd name="T18" fmla="*/ 54807702 w 60"/>
                <a:gd name="T19" fmla="*/ 48047189 h 37"/>
                <a:gd name="T20" fmla="*/ 63696059 w 60"/>
                <a:gd name="T21" fmla="*/ 43076171 h 37"/>
                <a:gd name="T22" fmla="*/ 69620819 w 60"/>
                <a:gd name="T23" fmla="*/ 43076171 h 37"/>
                <a:gd name="T24" fmla="*/ 65177249 w 60"/>
                <a:gd name="T25" fmla="*/ 36449853 h 37"/>
                <a:gd name="T26" fmla="*/ 65177249 w 60"/>
                <a:gd name="T27" fmla="*/ 34791989 h 37"/>
                <a:gd name="T28" fmla="*/ 63696059 w 60"/>
                <a:gd name="T29" fmla="*/ 26509104 h 37"/>
                <a:gd name="T30" fmla="*/ 71102009 w 60"/>
                <a:gd name="T31" fmla="*/ 24851240 h 37"/>
                <a:gd name="T32" fmla="*/ 75545579 w 60"/>
                <a:gd name="T33" fmla="*/ 19881504 h 37"/>
                <a:gd name="T34" fmla="*/ 84433956 w 60"/>
                <a:gd name="T35" fmla="*/ 19881504 h 37"/>
                <a:gd name="T36" fmla="*/ 84433956 w 60"/>
                <a:gd name="T37" fmla="*/ 14910485 h 37"/>
                <a:gd name="T38" fmla="*/ 87396336 w 60"/>
                <a:gd name="T39" fmla="*/ 14910485 h 37"/>
                <a:gd name="T40" fmla="*/ 88877526 w 60"/>
                <a:gd name="T41" fmla="*/ 13253908 h 37"/>
                <a:gd name="T42" fmla="*/ 79990386 w 60"/>
                <a:gd name="T43" fmla="*/ 4969732 h 37"/>
                <a:gd name="T44" fmla="*/ 75545579 w 60"/>
                <a:gd name="T45" fmla="*/ 0 h 37"/>
                <a:gd name="T46" fmla="*/ 17775502 w 60"/>
                <a:gd name="T47" fmla="*/ 16568350 h 37"/>
                <a:gd name="T48" fmla="*/ 4443571 w 60"/>
                <a:gd name="T49" fmla="*/ 14910485 h 37"/>
                <a:gd name="T50" fmla="*/ 0 w 60"/>
                <a:gd name="T51" fmla="*/ 29822258 h 37"/>
                <a:gd name="T52" fmla="*/ 7405953 w 60"/>
                <a:gd name="T53" fmla="*/ 56331362 h 37"/>
                <a:gd name="T54" fmla="*/ 13331932 w 60"/>
                <a:gd name="T55" fmla="*/ 61301093 h 3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60"/>
                <a:gd name="T85" fmla="*/ 0 h 37"/>
                <a:gd name="T86" fmla="*/ 60 w 60"/>
                <a:gd name="T87" fmla="*/ 37 h 3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60" h="37">
                  <a:moveTo>
                    <a:pt x="9" y="37"/>
                  </a:moveTo>
                  <a:lnTo>
                    <a:pt x="19" y="37"/>
                  </a:lnTo>
                  <a:lnTo>
                    <a:pt x="22" y="32"/>
                  </a:lnTo>
                  <a:lnTo>
                    <a:pt x="25" y="34"/>
                  </a:lnTo>
                  <a:lnTo>
                    <a:pt x="27" y="34"/>
                  </a:lnTo>
                  <a:lnTo>
                    <a:pt x="28" y="34"/>
                  </a:lnTo>
                  <a:lnTo>
                    <a:pt x="32" y="37"/>
                  </a:lnTo>
                  <a:lnTo>
                    <a:pt x="38" y="37"/>
                  </a:lnTo>
                  <a:lnTo>
                    <a:pt x="37" y="32"/>
                  </a:lnTo>
                  <a:lnTo>
                    <a:pt x="37" y="29"/>
                  </a:lnTo>
                  <a:lnTo>
                    <a:pt x="43" y="26"/>
                  </a:lnTo>
                  <a:lnTo>
                    <a:pt x="47" y="26"/>
                  </a:lnTo>
                  <a:lnTo>
                    <a:pt x="44" y="22"/>
                  </a:lnTo>
                  <a:lnTo>
                    <a:pt x="44" y="21"/>
                  </a:lnTo>
                  <a:lnTo>
                    <a:pt x="43" y="16"/>
                  </a:lnTo>
                  <a:lnTo>
                    <a:pt x="48" y="15"/>
                  </a:lnTo>
                  <a:lnTo>
                    <a:pt x="51" y="12"/>
                  </a:lnTo>
                  <a:lnTo>
                    <a:pt x="57" y="12"/>
                  </a:lnTo>
                  <a:lnTo>
                    <a:pt x="57" y="9"/>
                  </a:lnTo>
                  <a:lnTo>
                    <a:pt x="59" y="9"/>
                  </a:lnTo>
                  <a:lnTo>
                    <a:pt x="60" y="8"/>
                  </a:lnTo>
                  <a:lnTo>
                    <a:pt x="54" y="3"/>
                  </a:lnTo>
                  <a:lnTo>
                    <a:pt x="51" y="0"/>
                  </a:lnTo>
                  <a:lnTo>
                    <a:pt x="12" y="10"/>
                  </a:lnTo>
                  <a:lnTo>
                    <a:pt x="3" y="9"/>
                  </a:lnTo>
                  <a:lnTo>
                    <a:pt x="0" y="18"/>
                  </a:lnTo>
                  <a:lnTo>
                    <a:pt x="5" y="34"/>
                  </a:lnTo>
                  <a:lnTo>
                    <a:pt x="9" y="3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="" xmlns:a16="http://schemas.microsoft.com/office/drawing/2014/main" id="{1C59865C-3D33-4D3A-BE6E-01AF25D8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0756" y="1635125"/>
              <a:ext cx="266700" cy="406400"/>
            </a:xfrm>
            <a:custGeom>
              <a:avLst/>
              <a:gdLst>
                <a:gd name="T0" fmla="*/ 234226770 w 212"/>
                <a:gd name="T1" fmla="*/ 196664992 h 324"/>
                <a:gd name="T2" fmla="*/ 194660830 w 212"/>
                <a:gd name="T3" fmla="*/ 220265032 h 324"/>
                <a:gd name="T4" fmla="*/ 174087195 w 212"/>
                <a:gd name="T5" fmla="*/ 237570893 h 324"/>
                <a:gd name="T6" fmla="*/ 164591632 w 212"/>
                <a:gd name="T7" fmla="*/ 267465113 h 324"/>
                <a:gd name="T8" fmla="*/ 205738941 w 212"/>
                <a:gd name="T9" fmla="*/ 322531038 h 324"/>
                <a:gd name="T10" fmla="*/ 193078243 w 212"/>
                <a:gd name="T11" fmla="*/ 353997001 h 324"/>
                <a:gd name="T12" fmla="*/ 183582719 w 212"/>
                <a:gd name="T13" fmla="*/ 349276993 h 324"/>
                <a:gd name="T14" fmla="*/ 213653136 w 212"/>
                <a:gd name="T15" fmla="*/ 357144091 h 324"/>
                <a:gd name="T16" fmla="*/ 188330481 w 212"/>
                <a:gd name="T17" fmla="*/ 366584108 h 324"/>
                <a:gd name="T18" fmla="*/ 156678696 w 212"/>
                <a:gd name="T19" fmla="*/ 383889968 h 324"/>
                <a:gd name="T20" fmla="*/ 164591632 w 212"/>
                <a:gd name="T21" fmla="*/ 393329984 h 324"/>
                <a:gd name="T22" fmla="*/ 167756846 w 212"/>
                <a:gd name="T23" fmla="*/ 418502942 h 324"/>
                <a:gd name="T24" fmla="*/ 158261283 w 212"/>
                <a:gd name="T25" fmla="*/ 446822991 h 324"/>
                <a:gd name="T26" fmla="*/ 102869471 w 212"/>
                <a:gd name="T27" fmla="*/ 487730146 h 324"/>
                <a:gd name="T28" fmla="*/ 63304769 w 212"/>
                <a:gd name="T29" fmla="*/ 508183096 h 324"/>
                <a:gd name="T30" fmla="*/ 45896309 w 212"/>
                <a:gd name="T31" fmla="*/ 453115917 h 324"/>
                <a:gd name="T32" fmla="*/ 20573640 w 212"/>
                <a:gd name="T33" fmla="*/ 399622910 h 324"/>
                <a:gd name="T34" fmla="*/ 9495526 w 212"/>
                <a:gd name="T35" fmla="*/ 398049992 h 324"/>
                <a:gd name="T36" fmla="*/ 6330352 w 212"/>
                <a:gd name="T37" fmla="*/ 371304116 h 324"/>
                <a:gd name="T38" fmla="*/ 26903994 w 212"/>
                <a:gd name="T39" fmla="*/ 302078088 h 324"/>
                <a:gd name="T40" fmla="*/ 37982105 w 212"/>
                <a:gd name="T41" fmla="*/ 281623883 h 324"/>
                <a:gd name="T42" fmla="*/ 15825878 w 212"/>
                <a:gd name="T43" fmla="*/ 231277967 h 324"/>
                <a:gd name="T44" fmla="*/ 37982105 w 212"/>
                <a:gd name="T45" fmla="*/ 179359132 h 324"/>
                <a:gd name="T46" fmla="*/ 50644071 w 212"/>
                <a:gd name="T47" fmla="*/ 160479060 h 324"/>
                <a:gd name="T48" fmla="*/ 66469943 w 212"/>
                <a:gd name="T49" fmla="*/ 105413135 h 324"/>
                <a:gd name="T50" fmla="*/ 106034645 w 212"/>
                <a:gd name="T51" fmla="*/ 78665985 h 324"/>
                <a:gd name="T52" fmla="*/ 156678696 w 212"/>
                <a:gd name="T53" fmla="*/ 33040066 h 324"/>
                <a:gd name="T54" fmla="*/ 205738941 w 212"/>
                <a:gd name="T55" fmla="*/ 20452955 h 324"/>
                <a:gd name="T56" fmla="*/ 218400897 w 212"/>
                <a:gd name="T57" fmla="*/ 0 h 324"/>
                <a:gd name="T58" fmla="*/ 321270329 w 212"/>
                <a:gd name="T59" fmla="*/ 81813075 h 324"/>
                <a:gd name="T60" fmla="*/ 299114107 w 212"/>
                <a:gd name="T61" fmla="*/ 114851897 h 324"/>
                <a:gd name="T62" fmla="*/ 284869563 w 212"/>
                <a:gd name="T63" fmla="*/ 125866086 h 324"/>
                <a:gd name="T64" fmla="*/ 264295928 w 212"/>
                <a:gd name="T65" fmla="*/ 132159012 h 324"/>
                <a:gd name="T66" fmla="*/ 265878516 w 212"/>
                <a:gd name="T67" fmla="*/ 169919116 h 32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12"/>
                <a:gd name="T103" fmla="*/ 0 h 324"/>
                <a:gd name="T104" fmla="*/ 212 w 212"/>
                <a:gd name="T105" fmla="*/ 324 h 32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12" h="324">
                  <a:moveTo>
                    <a:pt x="168" y="108"/>
                  </a:moveTo>
                  <a:lnTo>
                    <a:pt x="148" y="125"/>
                  </a:lnTo>
                  <a:lnTo>
                    <a:pt x="132" y="134"/>
                  </a:lnTo>
                  <a:lnTo>
                    <a:pt x="123" y="140"/>
                  </a:lnTo>
                  <a:lnTo>
                    <a:pt x="112" y="141"/>
                  </a:lnTo>
                  <a:lnTo>
                    <a:pt x="110" y="151"/>
                  </a:lnTo>
                  <a:lnTo>
                    <a:pt x="106" y="156"/>
                  </a:lnTo>
                  <a:lnTo>
                    <a:pt x="104" y="170"/>
                  </a:lnTo>
                  <a:lnTo>
                    <a:pt x="110" y="195"/>
                  </a:lnTo>
                  <a:lnTo>
                    <a:pt x="130" y="205"/>
                  </a:lnTo>
                  <a:lnTo>
                    <a:pt x="141" y="215"/>
                  </a:lnTo>
                  <a:lnTo>
                    <a:pt x="122" y="225"/>
                  </a:lnTo>
                  <a:lnTo>
                    <a:pt x="115" y="218"/>
                  </a:lnTo>
                  <a:lnTo>
                    <a:pt x="116" y="222"/>
                  </a:lnTo>
                  <a:lnTo>
                    <a:pt x="91" y="224"/>
                  </a:lnTo>
                  <a:lnTo>
                    <a:pt x="135" y="227"/>
                  </a:lnTo>
                  <a:lnTo>
                    <a:pt x="122" y="237"/>
                  </a:lnTo>
                  <a:lnTo>
                    <a:pt x="119" y="233"/>
                  </a:lnTo>
                  <a:lnTo>
                    <a:pt x="107" y="244"/>
                  </a:lnTo>
                  <a:lnTo>
                    <a:pt x="99" y="244"/>
                  </a:lnTo>
                  <a:lnTo>
                    <a:pt x="104" y="249"/>
                  </a:lnTo>
                  <a:lnTo>
                    <a:pt x="104" y="250"/>
                  </a:lnTo>
                  <a:lnTo>
                    <a:pt x="101" y="260"/>
                  </a:lnTo>
                  <a:lnTo>
                    <a:pt x="106" y="266"/>
                  </a:lnTo>
                  <a:lnTo>
                    <a:pt x="103" y="265"/>
                  </a:lnTo>
                  <a:lnTo>
                    <a:pt x="100" y="284"/>
                  </a:lnTo>
                  <a:lnTo>
                    <a:pt x="97" y="304"/>
                  </a:lnTo>
                  <a:lnTo>
                    <a:pt x="65" y="310"/>
                  </a:lnTo>
                  <a:lnTo>
                    <a:pt x="61" y="324"/>
                  </a:lnTo>
                  <a:lnTo>
                    <a:pt x="40" y="323"/>
                  </a:lnTo>
                  <a:lnTo>
                    <a:pt x="33" y="304"/>
                  </a:lnTo>
                  <a:lnTo>
                    <a:pt x="29" y="288"/>
                  </a:lnTo>
                  <a:lnTo>
                    <a:pt x="11" y="262"/>
                  </a:lnTo>
                  <a:lnTo>
                    <a:pt x="13" y="254"/>
                  </a:lnTo>
                  <a:lnTo>
                    <a:pt x="7" y="252"/>
                  </a:lnTo>
                  <a:lnTo>
                    <a:pt x="6" y="253"/>
                  </a:lnTo>
                  <a:lnTo>
                    <a:pt x="0" y="238"/>
                  </a:lnTo>
                  <a:lnTo>
                    <a:pt x="4" y="236"/>
                  </a:lnTo>
                  <a:lnTo>
                    <a:pt x="14" y="214"/>
                  </a:lnTo>
                  <a:lnTo>
                    <a:pt x="17" y="192"/>
                  </a:lnTo>
                  <a:lnTo>
                    <a:pt x="17" y="186"/>
                  </a:lnTo>
                  <a:lnTo>
                    <a:pt x="24" y="179"/>
                  </a:lnTo>
                  <a:lnTo>
                    <a:pt x="10" y="170"/>
                  </a:lnTo>
                  <a:lnTo>
                    <a:pt x="10" y="147"/>
                  </a:lnTo>
                  <a:lnTo>
                    <a:pt x="8" y="124"/>
                  </a:lnTo>
                  <a:lnTo>
                    <a:pt x="24" y="114"/>
                  </a:lnTo>
                  <a:lnTo>
                    <a:pt x="42" y="112"/>
                  </a:lnTo>
                  <a:lnTo>
                    <a:pt x="32" y="102"/>
                  </a:lnTo>
                  <a:lnTo>
                    <a:pt x="45" y="73"/>
                  </a:lnTo>
                  <a:lnTo>
                    <a:pt x="42" y="67"/>
                  </a:lnTo>
                  <a:lnTo>
                    <a:pt x="58" y="63"/>
                  </a:lnTo>
                  <a:lnTo>
                    <a:pt x="67" y="50"/>
                  </a:lnTo>
                  <a:lnTo>
                    <a:pt x="75" y="26"/>
                  </a:lnTo>
                  <a:lnTo>
                    <a:pt x="99" y="21"/>
                  </a:lnTo>
                  <a:lnTo>
                    <a:pt x="101" y="12"/>
                  </a:lnTo>
                  <a:lnTo>
                    <a:pt x="130" y="13"/>
                  </a:lnTo>
                  <a:lnTo>
                    <a:pt x="129" y="0"/>
                  </a:lnTo>
                  <a:lnTo>
                    <a:pt x="138" y="0"/>
                  </a:lnTo>
                  <a:lnTo>
                    <a:pt x="186" y="21"/>
                  </a:lnTo>
                  <a:lnTo>
                    <a:pt x="203" y="52"/>
                  </a:lnTo>
                  <a:lnTo>
                    <a:pt x="212" y="74"/>
                  </a:lnTo>
                  <a:lnTo>
                    <a:pt x="189" y="73"/>
                  </a:lnTo>
                  <a:lnTo>
                    <a:pt x="181" y="76"/>
                  </a:lnTo>
                  <a:lnTo>
                    <a:pt x="180" y="80"/>
                  </a:lnTo>
                  <a:lnTo>
                    <a:pt x="176" y="79"/>
                  </a:lnTo>
                  <a:lnTo>
                    <a:pt x="167" y="84"/>
                  </a:lnTo>
                  <a:lnTo>
                    <a:pt x="162" y="96"/>
                  </a:lnTo>
                  <a:lnTo>
                    <a:pt x="168" y="10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="" xmlns:a16="http://schemas.microsoft.com/office/drawing/2014/main" id="{F5D3447B-1633-47A6-B50C-6F64B501D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856" y="1955800"/>
              <a:ext cx="14288" cy="23813"/>
            </a:xfrm>
            <a:custGeom>
              <a:avLst/>
              <a:gdLst>
                <a:gd name="T0" fmla="*/ 20414692 w 10"/>
                <a:gd name="T1" fmla="*/ 0 h 19"/>
                <a:gd name="T2" fmla="*/ 20414692 w 10"/>
                <a:gd name="T3" fmla="*/ 6282872 h 19"/>
                <a:gd name="T4" fmla="*/ 12249103 w 10"/>
                <a:gd name="T5" fmla="*/ 25132741 h 19"/>
                <a:gd name="T6" fmla="*/ 8165592 w 10"/>
                <a:gd name="T7" fmla="*/ 29845207 h 19"/>
                <a:gd name="T8" fmla="*/ 0 w 10"/>
                <a:gd name="T9" fmla="*/ 15707805 h 19"/>
                <a:gd name="T10" fmla="*/ 20414692 w 10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"/>
                <a:gd name="T19" fmla="*/ 0 h 19"/>
                <a:gd name="T20" fmla="*/ 10 w 10"/>
                <a:gd name="T21" fmla="*/ 19 h 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" h="19">
                  <a:moveTo>
                    <a:pt x="10" y="0"/>
                  </a:moveTo>
                  <a:lnTo>
                    <a:pt x="10" y="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0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="" xmlns:a16="http://schemas.microsoft.com/office/drawing/2014/main" id="{6BB5B131-218D-43E6-91A9-1B8CCF30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2806" y="2276475"/>
              <a:ext cx="107950" cy="58738"/>
            </a:xfrm>
            <a:custGeom>
              <a:avLst/>
              <a:gdLst>
                <a:gd name="T0" fmla="*/ 126521033 w 89"/>
                <a:gd name="T1" fmla="*/ 44298900 h 45"/>
                <a:gd name="T2" fmla="*/ 117694608 w 89"/>
                <a:gd name="T3" fmla="*/ 56225320 h 45"/>
                <a:gd name="T4" fmla="*/ 97097997 w 89"/>
                <a:gd name="T5" fmla="*/ 56225320 h 45"/>
                <a:gd name="T6" fmla="*/ 86799086 w 89"/>
                <a:gd name="T7" fmla="*/ 74966652 h 45"/>
                <a:gd name="T8" fmla="*/ 66202456 w 89"/>
                <a:gd name="T9" fmla="*/ 56225320 h 45"/>
                <a:gd name="T10" fmla="*/ 47077119 w 89"/>
                <a:gd name="T11" fmla="*/ 74966652 h 45"/>
                <a:gd name="T12" fmla="*/ 27952985 w 89"/>
                <a:gd name="T13" fmla="*/ 76670053 h 45"/>
                <a:gd name="T14" fmla="*/ 11768977 w 89"/>
                <a:gd name="T15" fmla="*/ 51113811 h 45"/>
                <a:gd name="T16" fmla="*/ 0 w 89"/>
                <a:gd name="T17" fmla="*/ 61335524 h 45"/>
                <a:gd name="T18" fmla="*/ 26481712 w 89"/>
                <a:gd name="T19" fmla="*/ 15334534 h 45"/>
                <a:gd name="T20" fmla="*/ 32365592 w 89"/>
                <a:gd name="T21" fmla="*/ 10223022 h 45"/>
                <a:gd name="T22" fmla="*/ 42664513 w 89"/>
                <a:gd name="T23" fmla="*/ 1703402 h 45"/>
                <a:gd name="T24" fmla="*/ 73558822 w 89"/>
                <a:gd name="T25" fmla="*/ 0 h 45"/>
                <a:gd name="T26" fmla="*/ 102983090 w 89"/>
                <a:gd name="T27" fmla="*/ 5111511 h 45"/>
                <a:gd name="T28" fmla="*/ 102983090 w 89"/>
                <a:gd name="T29" fmla="*/ 17037935 h 45"/>
                <a:gd name="T30" fmla="*/ 101511817 w 89"/>
                <a:gd name="T31" fmla="*/ 22149450 h 45"/>
                <a:gd name="T32" fmla="*/ 101511817 w 89"/>
                <a:gd name="T33" fmla="*/ 27260959 h 45"/>
                <a:gd name="T34" fmla="*/ 107395696 w 89"/>
                <a:gd name="T35" fmla="*/ 27260959 h 45"/>
                <a:gd name="T36" fmla="*/ 130934853 w 89"/>
                <a:gd name="T37" fmla="*/ 34075870 h 45"/>
                <a:gd name="T38" fmla="*/ 130934853 w 89"/>
                <a:gd name="T39" fmla="*/ 37482673 h 45"/>
                <a:gd name="T40" fmla="*/ 126521033 w 89"/>
                <a:gd name="T41" fmla="*/ 44298900 h 4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9"/>
                <a:gd name="T64" fmla="*/ 0 h 45"/>
                <a:gd name="T65" fmla="*/ 89 w 89"/>
                <a:gd name="T66" fmla="*/ 45 h 4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9" h="45">
                  <a:moveTo>
                    <a:pt x="86" y="26"/>
                  </a:moveTo>
                  <a:lnTo>
                    <a:pt x="80" y="33"/>
                  </a:lnTo>
                  <a:lnTo>
                    <a:pt x="66" y="33"/>
                  </a:lnTo>
                  <a:lnTo>
                    <a:pt x="59" y="44"/>
                  </a:lnTo>
                  <a:lnTo>
                    <a:pt x="45" y="33"/>
                  </a:lnTo>
                  <a:lnTo>
                    <a:pt x="32" y="44"/>
                  </a:lnTo>
                  <a:lnTo>
                    <a:pt x="19" y="45"/>
                  </a:lnTo>
                  <a:lnTo>
                    <a:pt x="8" y="30"/>
                  </a:lnTo>
                  <a:lnTo>
                    <a:pt x="0" y="36"/>
                  </a:lnTo>
                  <a:lnTo>
                    <a:pt x="18" y="9"/>
                  </a:lnTo>
                  <a:lnTo>
                    <a:pt x="22" y="6"/>
                  </a:lnTo>
                  <a:lnTo>
                    <a:pt x="29" y="1"/>
                  </a:lnTo>
                  <a:lnTo>
                    <a:pt x="50" y="0"/>
                  </a:lnTo>
                  <a:lnTo>
                    <a:pt x="70" y="3"/>
                  </a:lnTo>
                  <a:lnTo>
                    <a:pt x="70" y="10"/>
                  </a:lnTo>
                  <a:lnTo>
                    <a:pt x="69" y="13"/>
                  </a:lnTo>
                  <a:lnTo>
                    <a:pt x="69" y="16"/>
                  </a:lnTo>
                  <a:lnTo>
                    <a:pt x="73" y="16"/>
                  </a:lnTo>
                  <a:lnTo>
                    <a:pt x="89" y="20"/>
                  </a:lnTo>
                  <a:lnTo>
                    <a:pt x="89" y="22"/>
                  </a:lnTo>
                  <a:lnTo>
                    <a:pt x="86" y="2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="" xmlns:a16="http://schemas.microsoft.com/office/drawing/2014/main" id="{0E8FC600-FEC7-4DE9-91E7-CCA74399B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2381" y="2122488"/>
              <a:ext cx="469900" cy="260350"/>
            </a:xfrm>
            <a:custGeom>
              <a:avLst/>
              <a:gdLst>
                <a:gd name="T0" fmla="*/ 310894589 w 375"/>
                <a:gd name="T1" fmla="*/ 0 h 207"/>
                <a:gd name="T2" fmla="*/ 285771863 w 375"/>
                <a:gd name="T3" fmla="*/ 9490826 h 207"/>
                <a:gd name="T4" fmla="*/ 246517056 w 375"/>
                <a:gd name="T5" fmla="*/ 28473739 h 207"/>
                <a:gd name="T6" fmla="*/ 248088402 w 375"/>
                <a:gd name="T7" fmla="*/ 44292208 h 207"/>
                <a:gd name="T8" fmla="*/ 193131422 w 375"/>
                <a:gd name="T9" fmla="*/ 33219151 h 207"/>
                <a:gd name="T10" fmla="*/ 139745748 w 375"/>
                <a:gd name="T11" fmla="*/ 23728327 h 207"/>
                <a:gd name="T12" fmla="*/ 84790021 w 375"/>
                <a:gd name="T13" fmla="*/ 23728327 h 207"/>
                <a:gd name="T14" fmla="*/ 29833011 w 375"/>
                <a:gd name="T15" fmla="*/ 20563876 h 207"/>
                <a:gd name="T16" fmla="*/ 47105286 w 375"/>
                <a:gd name="T17" fmla="*/ 64857336 h 207"/>
                <a:gd name="T18" fmla="*/ 43965102 w 375"/>
                <a:gd name="T19" fmla="*/ 85421226 h 207"/>
                <a:gd name="T20" fmla="*/ 14132086 w 375"/>
                <a:gd name="T21" fmla="*/ 126550226 h 207"/>
                <a:gd name="T22" fmla="*/ 9420555 w 375"/>
                <a:gd name="T23" fmla="*/ 139205496 h 207"/>
                <a:gd name="T24" fmla="*/ 0 w 375"/>
                <a:gd name="T25" fmla="*/ 166098299 h 207"/>
                <a:gd name="T26" fmla="*/ 25122735 w 375"/>
                <a:gd name="T27" fmla="*/ 185079946 h 207"/>
                <a:gd name="T28" fmla="*/ 26692827 w 375"/>
                <a:gd name="T29" fmla="*/ 185079946 h 207"/>
                <a:gd name="T30" fmla="*/ 89500297 w 375"/>
                <a:gd name="T31" fmla="*/ 189826616 h 207"/>
                <a:gd name="T32" fmla="*/ 142885932 w 375"/>
                <a:gd name="T33" fmla="*/ 172425934 h 207"/>
                <a:gd name="T34" fmla="*/ 171148880 w 375"/>
                <a:gd name="T35" fmla="*/ 150278543 h 207"/>
                <a:gd name="T36" fmla="*/ 182140777 w 375"/>
                <a:gd name="T37" fmla="*/ 155023955 h 207"/>
                <a:gd name="T38" fmla="*/ 207263503 w 375"/>
                <a:gd name="T39" fmla="*/ 177171346 h 207"/>
                <a:gd name="T40" fmla="*/ 232386228 w 375"/>
                <a:gd name="T41" fmla="*/ 200899663 h 207"/>
                <a:gd name="T42" fmla="*/ 257508954 w 375"/>
                <a:gd name="T43" fmla="*/ 226208945 h 207"/>
                <a:gd name="T44" fmla="*/ 285771863 w 375"/>
                <a:gd name="T45" fmla="*/ 248356297 h 207"/>
                <a:gd name="T46" fmla="*/ 312464681 w 375"/>
                <a:gd name="T47" fmla="*/ 232536581 h 207"/>
                <a:gd name="T48" fmla="*/ 321886486 w 375"/>
                <a:gd name="T49" fmla="*/ 237281992 h 207"/>
                <a:gd name="T50" fmla="*/ 317174957 w 375"/>
                <a:gd name="T51" fmla="*/ 218300345 h 207"/>
                <a:gd name="T52" fmla="*/ 323456578 w 375"/>
                <a:gd name="T53" fmla="*/ 232536581 h 207"/>
                <a:gd name="T54" fmla="*/ 348579382 w 375"/>
                <a:gd name="T55" fmla="*/ 237281992 h 207"/>
                <a:gd name="T56" fmla="*/ 314034773 w 375"/>
                <a:gd name="T57" fmla="*/ 242028662 h 207"/>
                <a:gd name="T58" fmla="*/ 328166854 w 375"/>
                <a:gd name="T59" fmla="*/ 248356297 h 207"/>
                <a:gd name="T60" fmla="*/ 356429842 w 375"/>
                <a:gd name="T61" fmla="*/ 257847121 h 207"/>
                <a:gd name="T62" fmla="*/ 386262843 w 375"/>
                <a:gd name="T63" fmla="*/ 262592533 h 207"/>
                <a:gd name="T64" fmla="*/ 351719566 w 375"/>
                <a:gd name="T65" fmla="*/ 286320850 h 207"/>
                <a:gd name="T66" fmla="*/ 373702107 w 375"/>
                <a:gd name="T67" fmla="*/ 297393897 h 207"/>
                <a:gd name="T68" fmla="*/ 389404280 w 375"/>
                <a:gd name="T69" fmla="*/ 311631390 h 207"/>
                <a:gd name="T70" fmla="*/ 394114556 w 375"/>
                <a:gd name="T71" fmla="*/ 327449849 h 207"/>
                <a:gd name="T72" fmla="*/ 442789915 w 375"/>
                <a:gd name="T73" fmla="*/ 308466944 h 207"/>
                <a:gd name="T74" fmla="*/ 463202365 w 375"/>
                <a:gd name="T75" fmla="*/ 303721532 h 207"/>
                <a:gd name="T76" fmla="*/ 483614814 w 375"/>
                <a:gd name="T77" fmla="*/ 292648485 h 207"/>
                <a:gd name="T78" fmla="*/ 456920743 w 375"/>
                <a:gd name="T79" fmla="*/ 289485296 h 207"/>
                <a:gd name="T80" fmla="*/ 423947558 w 375"/>
                <a:gd name="T81" fmla="*/ 267337945 h 207"/>
                <a:gd name="T82" fmla="*/ 433368110 w 375"/>
                <a:gd name="T83" fmla="*/ 246774074 h 207"/>
                <a:gd name="T84" fmla="*/ 428657834 w 375"/>
                <a:gd name="T85" fmla="*/ 257847121 h 207"/>
                <a:gd name="T86" fmla="*/ 438079639 w 375"/>
                <a:gd name="T87" fmla="*/ 248356297 h 207"/>
                <a:gd name="T88" fmla="*/ 483614814 w 375"/>
                <a:gd name="T89" fmla="*/ 232536581 h 207"/>
                <a:gd name="T90" fmla="*/ 533860265 w 375"/>
                <a:gd name="T91" fmla="*/ 215135899 h 207"/>
                <a:gd name="T92" fmla="*/ 552701369 w 375"/>
                <a:gd name="T93" fmla="*/ 211972710 h 207"/>
                <a:gd name="T94" fmla="*/ 563693266 w 375"/>
                <a:gd name="T95" fmla="*/ 189826616 h 207"/>
                <a:gd name="T96" fmla="*/ 588815992 w 375"/>
                <a:gd name="T97" fmla="*/ 175589122 h 207"/>
                <a:gd name="T98" fmla="*/ 568403542 w 375"/>
                <a:gd name="T99" fmla="*/ 118641625 h 207"/>
                <a:gd name="T100" fmla="*/ 519728183 w 375"/>
                <a:gd name="T101" fmla="*/ 101240943 h 207"/>
                <a:gd name="T102" fmla="*/ 472622917 w 375"/>
                <a:gd name="T103" fmla="*/ 88585673 h 207"/>
                <a:gd name="T104" fmla="*/ 452210467 w 375"/>
                <a:gd name="T105" fmla="*/ 93331085 h 207"/>
                <a:gd name="T106" fmla="*/ 408245385 w 375"/>
                <a:gd name="T107" fmla="*/ 55366512 h 207"/>
                <a:gd name="T108" fmla="*/ 367421739 w 375"/>
                <a:gd name="T109" fmla="*/ 18982910 h 207"/>
                <a:gd name="T110" fmla="*/ 361140118 w 375"/>
                <a:gd name="T111" fmla="*/ 4745413 h 207"/>
                <a:gd name="T112" fmla="*/ 310894589 w 375"/>
                <a:gd name="T113" fmla="*/ 0 h 20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375"/>
                <a:gd name="T172" fmla="*/ 0 h 207"/>
                <a:gd name="T173" fmla="*/ 375 w 375"/>
                <a:gd name="T174" fmla="*/ 207 h 20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375" h="207">
                  <a:moveTo>
                    <a:pt x="198" y="0"/>
                  </a:moveTo>
                  <a:lnTo>
                    <a:pt x="182" y="6"/>
                  </a:lnTo>
                  <a:lnTo>
                    <a:pt x="157" y="18"/>
                  </a:lnTo>
                  <a:lnTo>
                    <a:pt x="158" y="28"/>
                  </a:lnTo>
                  <a:lnTo>
                    <a:pt x="123" y="21"/>
                  </a:lnTo>
                  <a:lnTo>
                    <a:pt x="89" y="15"/>
                  </a:lnTo>
                  <a:lnTo>
                    <a:pt x="54" y="15"/>
                  </a:lnTo>
                  <a:lnTo>
                    <a:pt x="19" y="13"/>
                  </a:lnTo>
                  <a:lnTo>
                    <a:pt x="30" y="41"/>
                  </a:lnTo>
                  <a:lnTo>
                    <a:pt x="28" y="54"/>
                  </a:lnTo>
                  <a:lnTo>
                    <a:pt x="9" y="80"/>
                  </a:lnTo>
                  <a:lnTo>
                    <a:pt x="6" y="88"/>
                  </a:lnTo>
                  <a:lnTo>
                    <a:pt x="0" y="105"/>
                  </a:lnTo>
                  <a:lnTo>
                    <a:pt x="16" y="117"/>
                  </a:lnTo>
                  <a:lnTo>
                    <a:pt x="17" y="117"/>
                  </a:lnTo>
                  <a:lnTo>
                    <a:pt x="57" y="120"/>
                  </a:lnTo>
                  <a:lnTo>
                    <a:pt x="91" y="109"/>
                  </a:lnTo>
                  <a:lnTo>
                    <a:pt x="109" y="95"/>
                  </a:lnTo>
                  <a:lnTo>
                    <a:pt x="116" y="98"/>
                  </a:lnTo>
                  <a:lnTo>
                    <a:pt x="132" y="112"/>
                  </a:lnTo>
                  <a:lnTo>
                    <a:pt x="148" y="127"/>
                  </a:lnTo>
                  <a:lnTo>
                    <a:pt x="164" y="143"/>
                  </a:lnTo>
                  <a:lnTo>
                    <a:pt x="182" y="157"/>
                  </a:lnTo>
                  <a:lnTo>
                    <a:pt x="199" y="147"/>
                  </a:lnTo>
                  <a:lnTo>
                    <a:pt x="205" y="150"/>
                  </a:lnTo>
                  <a:lnTo>
                    <a:pt x="202" y="138"/>
                  </a:lnTo>
                  <a:lnTo>
                    <a:pt x="206" y="147"/>
                  </a:lnTo>
                  <a:lnTo>
                    <a:pt x="222" y="150"/>
                  </a:lnTo>
                  <a:lnTo>
                    <a:pt x="200" y="153"/>
                  </a:lnTo>
                  <a:lnTo>
                    <a:pt x="209" y="157"/>
                  </a:lnTo>
                  <a:lnTo>
                    <a:pt x="227" y="163"/>
                  </a:lnTo>
                  <a:lnTo>
                    <a:pt x="246" y="166"/>
                  </a:lnTo>
                  <a:lnTo>
                    <a:pt x="224" y="181"/>
                  </a:lnTo>
                  <a:lnTo>
                    <a:pt x="238" y="188"/>
                  </a:lnTo>
                  <a:lnTo>
                    <a:pt x="248" y="197"/>
                  </a:lnTo>
                  <a:lnTo>
                    <a:pt x="251" y="207"/>
                  </a:lnTo>
                  <a:lnTo>
                    <a:pt x="282" y="195"/>
                  </a:lnTo>
                  <a:lnTo>
                    <a:pt x="295" y="192"/>
                  </a:lnTo>
                  <a:lnTo>
                    <a:pt x="308" y="185"/>
                  </a:lnTo>
                  <a:lnTo>
                    <a:pt x="291" y="183"/>
                  </a:lnTo>
                  <a:lnTo>
                    <a:pt x="270" y="169"/>
                  </a:lnTo>
                  <a:lnTo>
                    <a:pt x="276" y="156"/>
                  </a:lnTo>
                  <a:lnTo>
                    <a:pt x="273" y="163"/>
                  </a:lnTo>
                  <a:lnTo>
                    <a:pt x="279" y="157"/>
                  </a:lnTo>
                  <a:lnTo>
                    <a:pt x="308" y="147"/>
                  </a:lnTo>
                  <a:lnTo>
                    <a:pt x="340" y="136"/>
                  </a:lnTo>
                  <a:lnTo>
                    <a:pt x="352" y="134"/>
                  </a:lnTo>
                  <a:lnTo>
                    <a:pt x="359" y="120"/>
                  </a:lnTo>
                  <a:lnTo>
                    <a:pt x="375" y="111"/>
                  </a:lnTo>
                  <a:lnTo>
                    <a:pt x="362" y="75"/>
                  </a:lnTo>
                  <a:lnTo>
                    <a:pt x="331" y="64"/>
                  </a:lnTo>
                  <a:lnTo>
                    <a:pt x="301" y="56"/>
                  </a:lnTo>
                  <a:lnTo>
                    <a:pt x="288" y="59"/>
                  </a:lnTo>
                  <a:lnTo>
                    <a:pt x="260" y="35"/>
                  </a:lnTo>
                  <a:lnTo>
                    <a:pt x="234" y="12"/>
                  </a:lnTo>
                  <a:lnTo>
                    <a:pt x="230" y="3"/>
                  </a:lnTo>
                  <a:lnTo>
                    <a:pt x="198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="" xmlns:a16="http://schemas.microsoft.com/office/drawing/2014/main" id="{E0B80320-780F-4A3F-972D-19AB4EA64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4594" y="2324100"/>
              <a:ext cx="115887" cy="138113"/>
            </a:xfrm>
            <a:custGeom>
              <a:avLst/>
              <a:gdLst>
                <a:gd name="T0" fmla="*/ 23290797 w 93"/>
                <a:gd name="T1" fmla="*/ 35608269 h 111"/>
                <a:gd name="T2" fmla="*/ 24844679 w 93"/>
                <a:gd name="T3" fmla="*/ 38705234 h 111"/>
                <a:gd name="T4" fmla="*/ 13974976 w 93"/>
                <a:gd name="T5" fmla="*/ 40253095 h 111"/>
                <a:gd name="T6" fmla="*/ 12422340 w 93"/>
                <a:gd name="T7" fmla="*/ 49541512 h 111"/>
                <a:gd name="T8" fmla="*/ 23290797 w 93"/>
                <a:gd name="T9" fmla="*/ 49541512 h 111"/>
                <a:gd name="T10" fmla="*/ 23290797 w 93"/>
                <a:gd name="T11" fmla="*/ 54186338 h 111"/>
                <a:gd name="T12" fmla="*/ 21738161 w 93"/>
                <a:gd name="T13" fmla="*/ 60379025 h 111"/>
                <a:gd name="T14" fmla="*/ 13974976 w 93"/>
                <a:gd name="T15" fmla="*/ 68119572 h 111"/>
                <a:gd name="T16" fmla="*/ 17080248 w 93"/>
                <a:gd name="T17" fmla="*/ 69668677 h 111"/>
                <a:gd name="T18" fmla="*/ 21738161 w 93"/>
                <a:gd name="T19" fmla="*/ 74313503 h 111"/>
                <a:gd name="T20" fmla="*/ 37265768 w 93"/>
                <a:gd name="T21" fmla="*/ 83601930 h 111"/>
                <a:gd name="T22" fmla="*/ 23290797 w 93"/>
                <a:gd name="T23" fmla="*/ 89794617 h 111"/>
                <a:gd name="T24" fmla="*/ 32607859 w 93"/>
                <a:gd name="T25" fmla="*/ 94439443 h 111"/>
                <a:gd name="T26" fmla="*/ 32607859 w 93"/>
                <a:gd name="T27" fmla="*/ 103729095 h 111"/>
                <a:gd name="T28" fmla="*/ 13974976 w 93"/>
                <a:gd name="T29" fmla="*/ 108372676 h 111"/>
                <a:gd name="T30" fmla="*/ 21738161 w 93"/>
                <a:gd name="T31" fmla="*/ 114565363 h 111"/>
                <a:gd name="T32" fmla="*/ 18632884 w 93"/>
                <a:gd name="T33" fmla="*/ 119210189 h 111"/>
                <a:gd name="T34" fmla="*/ 12422340 w 93"/>
                <a:gd name="T35" fmla="*/ 113017502 h 111"/>
                <a:gd name="T36" fmla="*/ 4657909 w 93"/>
                <a:gd name="T37" fmla="*/ 126950736 h 111"/>
                <a:gd name="T38" fmla="*/ 0 w 93"/>
                <a:gd name="T39" fmla="*/ 128499841 h 111"/>
                <a:gd name="T40" fmla="*/ 7763183 w 93"/>
                <a:gd name="T41" fmla="*/ 139337354 h 111"/>
                <a:gd name="T42" fmla="*/ 0 w 93"/>
                <a:gd name="T43" fmla="*/ 142433075 h 111"/>
                <a:gd name="T44" fmla="*/ 0 w 93"/>
                <a:gd name="T45" fmla="*/ 143980935 h 111"/>
                <a:gd name="T46" fmla="*/ 0 w 93"/>
                <a:gd name="T47" fmla="*/ 148625761 h 111"/>
                <a:gd name="T48" fmla="*/ 23290797 w 93"/>
                <a:gd name="T49" fmla="*/ 159463274 h 111"/>
                <a:gd name="T50" fmla="*/ 34160495 w 93"/>
                <a:gd name="T51" fmla="*/ 171848686 h 111"/>
                <a:gd name="T52" fmla="*/ 38818404 w 93"/>
                <a:gd name="T53" fmla="*/ 143980935 h 111"/>
                <a:gd name="T54" fmla="*/ 59005175 w 93"/>
                <a:gd name="T55" fmla="*/ 151722727 h 111"/>
                <a:gd name="T56" fmla="*/ 69873627 w 93"/>
                <a:gd name="T57" fmla="*/ 171848686 h 111"/>
                <a:gd name="T58" fmla="*/ 77638054 w 93"/>
                <a:gd name="T59" fmla="*/ 168751721 h 111"/>
                <a:gd name="T60" fmla="*/ 77638054 w 93"/>
                <a:gd name="T61" fmla="*/ 164108139 h 111"/>
                <a:gd name="T62" fmla="*/ 88507772 w 93"/>
                <a:gd name="T63" fmla="*/ 159463274 h 111"/>
                <a:gd name="T64" fmla="*/ 94718316 w 93"/>
                <a:gd name="T65" fmla="*/ 162558995 h 111"/>
                <a:gd name="T66" fmla="*/ 99376224 w 93"/>
                <a:gd name="T67" fmla="*/ 154818448 h 111"/>
                <a:gd name="T68" fmla="*/ 104034132 w 93"/>
                <a:gd name="T69" fmla="*/ 157915413 h 111"/>
                <a:gd name="T70" fmla="*/ 111798559 w 93"/>
                <a:gd name="T71" fmla="*/ 157915413 h 111"/>
                <a:gd name="T72" fmla="*/ 116456467 w 93"/>
                <a:gd name="T73" fmla="*/ 154818448 h 111"/>
                <a:gd name="T74" fmla="*/ 127326166 w 93"/>
                <a:gd name="T75" fmla="*/ 153270587 h 111"/>
                <a:gd name="T76" fmla="*/ 136643228 w 93"/>
                <a:gd name="T77" fmla="*/ 162558995 h 111"/>
                <a:gd name="T78" fmla="*/ 141301136 w 93"/>
                <a:gd name="T79" fmla="*/ 157915413 h 111"/>
                <a:gd name="T80" fmla="*/ 131984074 w 93"/>
                <a:gd name="T81" fmla="*/ 143980935 h 111"/>
                <a:gd name="T82" fmla="*/ 144406408 w 93"/>
                <a:gd name="T83" fmla="*/ 123855015 h 111"/>
                <a:gd name="T84" fmla="*/ 128878802 w 93"/>
                <a:gd name="T85" fmla="*/ 102179990 h 111"/>
                <a:gd name="T86" fmla="*/ 133536710 w 93"/>
                <a:gd name="T87" fmla="*/ 77409224 h 111"/>
                <a:gd name="T88" fmla="*/ 131984074 w 93"/>
                <a:gd name="T89" fmla="*/ 63475990 h 111"/>
                <a:gd name="T90" fmla="*/ 119561739 w 93"/>
                <a:gd name="T91" fmla="*/ 58831164 h 111"/>
                <a:gd name="T92" fmla="*/ 108693287 w 93"/>
                <a:gd name="T93" fmla="*/ 58831164 h 111"/>
                <a:gd name="T94" fmla="*/ 94718316 w 93"/>
                <a:gd name="T95" fmla="*/ 49541512 h 111"/>
                <a:gd name="T96" fmla="*/ 48135476 w 93"/>
                <a:gd name="T97" fmla="*/ 0 h 111"/>
                <a:gd name="T98" fmla="*/ 0 w 93"/>
                <a:gd name="T99" fmla="*/ 9289654 h 111"/>
                <a:gd name="T100" fmla="*/ 9317065 w 93"/>
                <a:gd name="T101" fmla="*/ 24770756 h 111"/>
                <a:gd name="T102" fmla="*/ 13974976 w 93"/>
                <a:gd name="T103" fmla="*/ 24770756 h 111"/>
                <a:gd name="T104" fmla="*/ 9317065 w 93"/>
                <a:gd name="T105" fmla="*/ 29415582 h 111"/>
                <a:gd name="T106" fmla="*/ 13974976 w 93"/>
                <a:gd name="T107" fmla="*/ 30963443 h 111"/>
                <a:gd name="T108" fmla="*/ 23290797 w 93"/>
                <a:gd name="T109" fmla="*/ 35608269 h 11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93"/>
                <a:gd name="T166" fmla="*/ 0 h 111"/>
                <a:gd name="T167" fmla="*/ 93 w 93"/>
                <a:gd name="T168" fmla="*/ 111 h 11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93" h="111">
                  <a:moveTo>
                    <a:pt x="15" y="23"/>
                  </a:moveTo>
                  <a:lnTo>
                    <a:pt x="16" y="25"/>
                  </a:lnTo>
                  <a:lnTo>
                    <a:pt x="9" y="26"/>
                  </a:lnTo>
                  <a:lnTo>
                    <a:pt x="8" y="32"/>
                  </a:lnTo>
                  <a:lnTo>
                    <a:pt x="15" y="32"/>
                  </a:lnTo>
                  <a:lnTo>
                    <a:pt x="15" y="35"/>
                  </a:lnTo>
                  <a:lnTo>
                    <a:pt x="14" y="39"/>
                  </a:lnTo>
                  <a:lnTo>
                    <a:pt x="9" y="44"/>
                  </a:lnTo>
                  <a:lnTo>
                    <a:pt x="11" y="45"/>
                  </a:lnTo>
                  <a:lnTo>
                    <a:pt x="14" y="48"/>
                  </a:lnTo>
                  <a:lnTo>
                    <a:pt x="24" y="54"/>
                  </a:lnTo>
                  <a:lnTo>
                    <a:pt x="15" y="58"/>
                  </a:lnTo>
                  <a:lnTo>
                    <a:pt x="21" y="61"/>
                  </a:lnTo>
                  <a:lnTo>
                    <a:pt x="21" y="67"/>
                  </a:lnTo>
                  <a:lnTo>
                    <a:pt x="9" y="70"/>
                  </a:lnTo>
                  <a:lnTo>
                    <a:pt x="14" y="74"/>
                  </a:lnTo>
                  <a:lnTo>
                    <a:pt x="12" y="77"/>
                  </a:lnTo>
                  <a:lnTo>
                    <a:pt x="8" y="73"/>
                  </a:lnTo>
                  <a:lnTo>
                    <a:pt x="3" y="82"/>
                  </a:lnTo>
                  <a:lnTo>
                    <a:pt x="0" y="83"/>
                  </a:lnTo>
                  <a:lnTo>
                    <a:pt x="5" y="90"/>
                  </a:lnTo>
                  <a:lnTo>
                    <a:pt x="0" y="92"/>
                  </a:lnTo>
                  <a:lnTo>
                    <a:pt x="0" y="93"/>
                  </a:lnTo>
                  <a:lnTo>
                    <a:pt x="0" y="96"/>
                  </a:lnTo>
                  <a:lnTo>
                    <a:pt x="15" y="103"/>
                  </a:lnTo>
                  <a:lnTo>
                    <a:pt x="22" y="111"/>
                  </a:lnTo>
                  <a:lnTo>
                    <a:pt x="25" y="93"/>
                  </a:lnTo>
                  <a:lnTo>
                    <a:pt x="38" y="98"/>
                  </a:lnTo>
                  <a:lnTo>
                    <a:pt x="45" y="111"/>
                  </a:lnTo>
                  <a:lnTo>
                    <a:pt x="50" y="109"/>
                  </a:lnTo>
                  <a:lnTo>
                    <a:pt x="50" y="106"/>
                  </a:lnTo>
                  <a:lnTo>
                    <a:pt x="57" y="103"/>
                  </a:lnTo>
                  <a:lnTo>
                    <a:pt x="61" y="105"/>
                  </a:lnTo>
                  <a:lnTo>
                    <a:pt x="64" y="100"/>
                  </a:lnTo>
                  <a:lnTo>
                    <a:pt x="67" y="102"/>
                  </a:lnTo>
                  <a:lnTo>
                    <a:pt x="72" y="102"/>
                  </a:lnTo>
                  <a:lnTo>
                    <a:pt x="75" y="100"/>
                  </a:lnTo>
                  <a:lnTo>
                    <a:pt x="82" y="99"/>
                  </a:lnTo>
                  <a:lnTo>
                    <a:pt x="88" y="105"/>
                  </a:lnTo>
                  <a:lnTo>
                    <a:pt x="91" y="102"/>
                  </a:lnTo>
                  <a:lnTo>
                    <a:pt x="85" y="93"/>
                  </a:lnTo>
                  <a:lnTo>
                    <a:pt x="93" y="80"/>
                  </a:lnTo>
                  <a:lnTo>
                    <a:pt x="83" y="66"/>
                  </a:lnTo>
                  <a:lnTo>
                    <a:pt x="86" y="50"/>
                  </a:lnTo>
                  <a:lnTo>
                    <a:pt x="85" y="41"/>
                  </a:lnTo>
                  <a:lnTo>
                    <a:pt x="77" y="38"/>
                  </a:lnTo>
                  <a:lnTo>
                    <a:pt x="70" y="38"/>
                  </a:lnTo>
                  <a:lnTo>
                    <a:pt x="61" y="32"/>
                  </a:lnTo>
                  <a:lnTo>
                    <a:pt x="31" y="0"/>
                  </a:lnTo>
                  <a:lnTo>
                    <a:pt x="0" y="6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6" y="19"/>
                  </a:lnTo>
                  <a:lnTo>
                    <a:pt x="9" y="20"/>
                  </a:lnTo>
                  <a:lnTo>
                    <a:pt x="15" y="2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="" xmlns:a16="http://schemas.microsoft.com/office/drawing/2014/main" id="{B42EC6AA-F34C-419F-9BC8-52D86B29D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406" y="1538288"/>
              <a:ext cx="1901825" cy="931862"/>
            </a:xfrm>
            <a:custGeom>
              <a:avLst/>
              <a:gdLst>
                <a:gd name="T0" fmla="*/ 1840849580 w 1511"/>
                <a:gd name="T1" fmla="*/ 199838261 h 737"/>
                <a:gd name="T2" fmla="*/ 1950159800 w 1511"/>
                <a:gd name="T3" fmla="*/ 81533492 h 737"/>
                <a:gd name="T4" fmla="*/ 1753718081 w 1511"/>
                <a:gd name="T5" fmla="*/ 132692340 h 737"/>
                <a:gd name="T6" fmla="*/ 1677676572 w 1511"/>
                <a:gd name="T7" fmla="*/ 76737629 h 737"/>
                <a:gd name="T8" fmla="*/ 1672923899 w 1511"/>
                <a:gd name="T9" fmla="*/ 7993530 h 737"/>
                <a:gd name="T10" fmla="*/ 1645992505 w 1511"/>
                <a:gd name="T11" fmla="*/ 91126503 h 737"/>
                <a:gd name="T12" fmla="*/ 1520839622 w 1511"/>
                <a:gd name="T13" fmla="*/ 179055343 h 737"/>
                <a:gd name="T14" fmla="*/ 1546186372 w 1511"/>
                <a:gd name="T15" fmla="*/ 131094140 h 737"/>
                <a:gd name="T16" fmla="*/ 1454303459 w 1511"/>
                <a:gd name="T17" fmla="*/ 151877058 h 737"/>
                <a:gd name="T18" fmla="*/ 1264197483 w 1511"/>
                <a:gd name="T19" fmla="*/ 126298276 h 737"/>
                <a:gd name="T20" fmla="*/ 1180235272 w 1511"/>
                <a:gd name="T21" fmla="*/ 153475258 h 737"/>
                <a:gd name="T22" fmla="*/ 1015477620 w 1511"/>
                <a:gd name="T23" fmla="*/ 110311222 h 737"/>
                <a:gd name="T24" fmla="*/ 800025209 w 1511"/>
                <a:gd name="T25" fmla="*/ 86330640 h 737"/>
                <a:gd name="T26" fmla="*/ 670119654 w 1511"/>
                <a:gd name="T27" fmla="*/ 67145902 h 737"/>
                <a:gd name="T28" fmla="*/ 286741326 w 1511"/>
                <a:gd name="T29" fmla="*/ 164666449 h 737"/>
                <a:gd name="T30" fmla="*/ 52279422 w 1511"/>
                <a:gd name="T31" fmla="*/ 441242359 h 737"/>
                <a:gd name="T32" fmla="*/ 167925760 w 1511"/>
                <a:gd name="T33" fmla="*/ 599514705 h 737"/>
                <a:gd name="T34" fmla="*/ 109310259 w 1511"/>
                <a:gd name="T35" fmla="*/ 653869932 h 737"/>
                <a:gd name="T36" fmla="*/ 142578970 w 1511"/>
                <a:gd name="T37" fmla="*/ 701831253 h 737"/>
                <a:gd name="T38" fmla="*/ 147331643 w 1511"/>
                <a:gd name="T39" fmla="*/ 754588281 h 737"/>
                <a:gd name="T40" fmla="*/ 87131538 w 1511"/>
                <a:gd name="T41" fmla="*/ 792957717 h 737"/>
                <a:gd name="T42" fmla="*/ 137826297 w 1511"/>
                <a:gd name="T43" fmla="*/ 808944772 h 737"/>
                <a:gd name="T44" fmla="*/ 163173047 w 1511"/>
                <a:gd name="T45" fmla="*/ 844116545 h 737"/>
                <a:gd name="T46" fmla="*/ 174263077 w 1511"/>
                <a:gd name="T47" fmla="*/ 871293526 h 737"/>
                <a:gd name="T48" fmla="*/ 627346698 w 1511"/>
                <a:gd name="T49" fmla="*/ 877688854 h 737"/>
                <a:gd name="T50" fmla="*/ 1088351100 w 1511"/>
                <a:gd name="T51" fmla="*/ 861701799 h 737"/>
                <a:gd name="T52" fmla="*/ 1351329297 w 1511"/>
                <a:gd name="T53" fmla="*/ 962419990 h 737"/>
                <a:gd name="T54" fmla="*/ 1343408595 w 1511"/>
                <a:gd name="T55" fmla="*/ 1163856372 h 737"/>
                <a:gd name="T56" fmla="*/ 1612723794 w 1511"/>
                <a:gd name="T57" fmla="*/ 1074329372 h 737"/>
                <a:gd name="T58" fmla="*/ 1905802358 w 1511"/>
                <a:gd name="T59" fmla="*/ 948032400 h 737"/>
                <a:gd name="T60" fmla="*/ 2016697221 w 1511"/>
                <a:gd name="T61" fmla="*/ 1005585290 h 737"/>
                <a:gd name="T62" fmla="*/ 1953329087 w 1511"/>
                <a:gd name="T63" fmla="*/ 1059941782 h 737"/>
                <a:gd name="T64" fmla="*/ 2122838154 w 1511"/>
                <a:gd name="T65" fmla="*/ 1029565872 h 737"/>
                <a:gd name="T66" fmla="*/ 2011944548 w 1511"/>
                <a:gd name="T67" fmla="*/ 957624127 h 737"/>
                <a:gd name="T68" fmla="*/ 2068975366 w 1511"/>
                <a:gd name="T69" fmla="*/ 887280581 h 737"/>
                <a:gd name="T70" fmla="*/ 1877286320 w 1511"/>
                <a:gd name="T71" fmla="*/ 912860627 h 737"/>
                <a:gd name="T72" fmla="*/ 2147483647 w 1511"/>
                <a:gd name="T73" fmla="*/ 792957717 h 737"/>
                <a:gd name="T74" fmla="*/ 2147483647 w 1511"/>
                <a:gd name="T75" fmla="*/ 697035390 h 737"/>
                <a:gd name="T76" fmla="*/ 2147483647 w 1511"/>
                <a:gd name="T77" fmla="*/ 695435926 h 737"/>
                <a:gd name="T78" fmla="*/ 2147483647 w 1511"/>
                <a:gd name="T79" fmla="*/ 641080541 h 737"/>
                <a:gd name="T80" fmla="*/ 2147483647 w 1511"/>
                <a:gd name="T81" fmla="*/ 613902295 h 737"/>
                <a:gd name="T82" fmla="*/ 2147483647 w 1511"/>
                <a:gd name="T83" fmla="*/ 562743468 h 737"/>
                <a:gd name="T84" fmla="*/ 2147483647 w 1511"/>
                <a:gd name="T85" fmla="*/ 513184104 h 737"/>
                <a:gd name="T86" fmla="*/ 2147483647 w 1511"/>
                <a:gd name="T87" fmla="*/ 441242359 h 737"/>
                <a:gd name="T88" fmla="*/ 2147483647 w 1511"/>
                <a:gd name="T89" fmla="*/ 474815932 h 737"/>
                <a:gd name="T90" fmla="*/ 2087986058 w 1511"/>
                <a:gd name="T91" fmla="*/ 516381768 h 737"/>
                <a:gd name="T92" fmla="*/ 2073728039 w 1511"/>
                <a:gd name="T93" fmla="*/ 457229413 h 737"/>
                <a:gd name="T94" fmla="*/ 2049964674 w 1511"/>
                <a:gd name="T95" fmla="*/ 377294140 h 737"/>
                <a:gd name="T96" fmla="*/ 1882038993 w 1511"/>
                <a:gd name="T97" fmla="*/ 383689468 h 737"/>
                <a:gd name="T98" fmla="*/ 1790154821 w 1511"/>
                <a:gd name="T99" fmla="*/ 597915241 h 737"/>
                <a:gd name="T100" fmla="*/ 1631734486 w 1511"/>
                <a:gd name="T101" fmla="*/ 768977136 h 737"/>
                <a:gd name="T102" fmla="*/ 1582623112 w 1511"/>
                <a:gd name="T103" fmla="*/ 666659481 h 737"/>
                <a:gd name="T104" fmla="*/ 1392518710 w 1511"/>
                <a:gd name="T105" fmla="*/ 546756413 h 737"/>
                <a:gd name="T106" fmla="*/ 1322813259 w 1511"/>
                <a:gd name="T107" fmla="*/ 474815932 h 737"/>
                <a:gd name="T108" fmla="*/ 1500245545 w 1511"/>
                <a:gd name="T109" fmla="*/ 332530640 h 737"/>
                <a:gd name="T110" fmla="*/ 1590545073 w 1511"/>
                <a:gd name="T111" fmla="*/ 287767061 h 737"/>
                <a:gd name="T112" fmla="*/ 1677676572 w 1511"/>
                <a:gd name="T113" fmla="*/ 228614707 h 73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511"/>
                <a:gd name="T172" fmla="*/ 0 h 737"/>
                <a:gd name="T173" fmla="*/ 1511 w 1511"/>
                <a:gd name="T174" fmla="*/ 737 h 73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511" h="737">
                  <a:moveTo>
                    <a:pt x="1113" y="130"/>
                  </a:moveTo>
                  <a:lnTo>
                    <a:pt x="1103" y="122"/>
                  </a:lnTo>
                  <a:lnTo>
                    <a:pt x="1127" y="122"/>
                  </a:lnTo>
                  <a:lnTo>
                    <a:pt x="1139" y="128"/>
                  </a:lnTo>
                  <a:lnTo>
                    <a:pt x="1151" y="127"/>
                  </a:lnTo>
                  <a:lnTo>
                    <a:pt x="1142" y="114"/>
                  </a:lnTo>
                  <a:lnTo>
                    <a:pt x="1151" y="116"/>
                  </a:lnTo>
                  <a:lnTo>
                    <a:pt x="1155" y="118"/>
                  </a:lnTo>
                  <a:lnTo>
                    <a:pt x="1162" y="125"/>
                  </a:lnTo>
                  <a:lnTo>
                    <a:pt x="1204" y="109"/>
                  </a:lnTo>
                  <a:lnTo>
                    <a:pt x="1213" y="98"/>
                  </a:lnTo>
                  <a:lnTo>
                    <a:pt x="1210" y="86"/>
                  </a:lnTo>
                  <a:lnTo>
                    <a:pt x="1212" y="79"/>
                  </a:lnTo>
                  <a:lnTo>
                    <a:pt x="1233" y="71"/>
                  </a:lnTo>
                  <a:lnTo>
                    <a:pt x="1222" y="69"/>
                  </a:lnTo>
                  <a:lnTo>
                    <a:pt x="1238" y="61"/>
                  </a:lnTo>
                  <a:lnTo>
                    <a:pt x="1212" y="54"/>
                  </a:lnTo>
                  <a:lnTo>
                    <a:pt x="1231" y="51"/>
                  </a:lnTo>
                  <a:lnTo>
                    <a:pt x="1178" y="50"/>
                  </a:lnTo>
                  <a:lnTo>
                    <a:pt x="1174" y="63"/>
                  </a:lnTo>
                  <a:lnTo>
                    <a:pt x="1175" y="67"/>
                  </a:lnTo>
                  <a:lnTo>
                    <a:pt x="1174" y="71"/>
                  </a:lnTo>
                  <a:lnTo>
                    <a:pt x="1158" y="71"/>
                  </a:lnTo>
                  <a:lnTo>
                    <a:pt x="1119" y="103"/>
                  </a:lnTo>
                  <a:lnTo>
                    <a:pt x="1106" y="105"/>
                  </a:lnTo>
                  <a:lnTo>
                    <a:pt x="1101" y="87"/>
                  </a:lnTo>
                  <a:lnTo>
                    <a:pt x="1107" y="83"/>
                  </a:lnTo>
                  <a:lnTo>
                    <a:pt x="1119" y="67"/>
                  </a:lnTo>
                  <a:lnTo>
                    <a:pt x="1104" y="61"/>
                  </a:lnTo>
                  <a:lnTo>
                    <a:pt x="1072" y="83"/>
                  </a:lnTo>
                  <a:lnTo>
                    <a:pt x="1079" y="64"/>
                  </a:lnTo>
                  <a:lnTo>
                    <a:pt x="1074" y="60"/>
                  </a:lnTo>
                  <a:lnTo>
                    <a:pt x="1091" y="55"/>
                  </a:lnTo>
                  <a:lnTo>
                    <a:pt x="1079" y="53"/>
                  </a:lnTo>
                  <a:lnTo>
                    <a:pt x="1061" y="51"/>
                  </a:lnTo>
                  <a:lnTo>
                    <a:pt x="1059" y="48"/>
                  </a:lnTo>
                  <a:lnTo>
                    <a:pt x="1074" y="41"/>
                  </a:lnTo>
                  <a:lnTo>
                    <a:pt x="1074" y="38"/>
                  </a:lnTo>
                  <a:lnTo>
                    <a:pt x="1082" y="39"/>
                  </a:lnTo>
                  <a:lnTo>
                    <a:pt x="1075" y="25"/>
                  </a:lnTo>
                  <a:lnTo>
                    <a:pt x="1081" y="12"/>
                  </a:lnTo>
                  <a:lnTo>
                    <a:pt x="1072" y="6"/>
                  </a:lnTo>
                  <a:lnTo>
                    <a:pt x="1065" y="5"/>
                  </a:lnTo>
                  <a:lnTo>
                    <a:pt x="1071" y="0"/>
                  </a:lnTo>
                  <a:lnTo>
                    <a:pt x="1056" y="5"/>
                  </a:lnTo>
                  <a:lnTo>
                    <a:pt x="1065" y="5"/>
                  </a:lnTo>
                  <a:lnTo>
                    <a:pt x="1039" y="10"/>
                  </a:lnTo>
                  <a:lnTo>
                    <a:pt x="1042" y="15"/>
                  </a:lnTo>
                  <a:lnTo>
                    <a:pt x="1024" y="16"/>
                  </a:lnTo>
                  <a:lnTo>
                    <a:pt x="1015" y="31"/>
                  </a:lnTo>
                  <a:lnTo>
                    <a:pt x="1020" y="32"/>
                  </a:lnTo>
                  <a:lnTo>
                    <a:pt x="1008" y="35"/>
                  </a:lnTo>
                  <a:lnTo>
                    <a:pt x="1001" y="47"/>
                  </a:lnTo>
                  <a:lnTo>
                    <a:pt x="1039" y="57"/>
                  </a:lnTo>
                  <a:lnTo>
                    <a:pt x="1029" y="60"/>
                  </a:lnTo>
                  <a:lnTo>
                    <a:pt x="1030" y="58"/>
                  </a:lnTo>
                  <a:lnTo>
                    <a:pt x="1020" y="63"/>
                  </a:lnTo>
                  <a:lnTo>
                    <a:pt x="1010" y="73"/>
                  </a:lnTo>
                  <a:lnTo>
                    <a:pt x="1027" y="67"/>
                  </a:lnTo>
                  <a:lnTo>
                    <a:pt x="1020" y="74"/>
                  </a:lnTo>
                  <a:lnTo>
                    <a:pt x="984" y="86"/>
                  </a:lnTo>
                  <a:lnTo>
                    <a:pt x="969" y="103"/>
                  </a:lnTo>
                  <a:lnTo>
                    <a:pt x="960" y="112"/>
                  </a:lnTo>
                  <a:lnTo>
                    <a:pt x="949" y="112"/>
                  </a:lnTo>
                  <a:lnTo>
                    <a:pt x="949" y="116"/>
                  </a:lnTo>
                  <a:lnTo>
                    <a:pt x="949" y="112"/>
                  </a:lnTo>
                  <a:lnTo>
                    <a:pt x="950" y="112"/>
                  </a:lnTo>
                  <a:lnTo>
                    <a:pt x="963" y="109"/>
                  </a:lnTo>
                  <a:lnTo>
                    <a:pt x="957" y="108"/>
                  </a:lnTo>
                  <a:lnTo>
                    <a:pt x="963" y="102"/>
                  </a:lnTo>
                  <a:lnTo>
                    <a:pt x="953" y="103"/>
                  </a:lnTo>
                  <a:lnTo>
                    <a:pt x="976" y="82"/>
                  </a:lnTo>
                  <a:lnTo>
                    <a:pt x="962" y="86"/>
                  </a:lnTo>
                  <a:lnTo>
                    <a:pt x="963" y="83"/>
                  </a:lnTo>
                  <a:lnTo>
                    <a:pt x="944" y="79"/>
                  </a:lnTo>
                  <a:lnTo>
                    <a:pt x="930" y="83"/>
                  </a:lnTo>
                  <a:lnTo>
                    <a:pt x="934" y="90"/>
                  </a:lnTo>
                  <a:lnTo>
                    <a:pt x="947" y="93"/>
                  </a:lnTo>
                  <a:lnTo>
                    <a:pt x="930" y="95"/>
                  </a:lnTo>
                  <a:lnTo>
                    <a:pt x="924" y="87"/>
                  </a:lnTo>
                  <a:lnTo>
                    <a:pt x="918" y="95"/>
                  </a:lnTo>
                  <a:lnTo>
                    <a:pt x="883" y="93"/>
                  </a:lnTo>
                  <a:lnTo>
                    <a:pt x="850" y="93"/>
                  </a:lnTo>
                  <a:lnTo>
                    <a:pt x="840" y="87"/>
                  </a:lnTo>
                  <a:lnTo>
                    <a:pt x="825" y="86"/>
                  </a:lnTo>
                  <a:lnTo>
                    <a:pt x="819" y="77"/>
                  </a:lnTo>
                  <a:lnTo>
                    <a:pt x="813" y="67"/>
                  </a:lnTo>
                  <a:lnTo>
                    <a:pt x="760" y="80"/>
                  </a:lnTo>
                  <a:lnTo>
                    <a:pt x="770" y="85"/>
                  </a:lnTo>
                  <a:lnTo>
                    <a:pt x="798" y="79"/>
                  </a:lnTo>
                  <a:lnTo>
                    <a:pt x="813" y="76"/>
                  </a:lnTo>
                  <a:lnTo>
                    <a:pt x="782" y="86"/>
                  </a:lnTo>
                  <a:lnTo>
                    <a:pt x="766" y="89"/>
                  </a:lnTo>
                  <a:lnTo>
                    <a:pt x="755" y="115"/>
                  </a:lnTo>
                  <a:lnTo>
                    <a:pt x="748" y="111"/>
                  </a:lnTo>
                  <a:lnTo>
                    <a:pt x="744" y="125"/>
                  </a:lnTo>
                  <a:lnTo>
                    <a:pt x="736" y="108"/>
                  </a:lnTo>
                  <a:lnTo>
                    <a:pt x="750" y="108"/>
                  </a:lnTo>
                  <a:lnTo>
                    <a:pt x="745" y="96"/>
                  </a:lnTo>
                  <a:lnTo>
                    <a:pt x="736" y="102"/>
                  </a:lnTo>
                  <a:lnTo>
                    <a:pt x="735" y="93"/>
                  </a:lnTo>
                  <a:lnTo>
                    <a:pt x="723" y="90"/>
                  </a:lnTo>
                  <a:lnTo>
                    <a:pt x="658" y="96"/>
                  </a:lnTo>
                  <a:lnTo>
                    <a:pt x="635" y="90"/>
                  </a:lnTo>
                  <a:lnTo>
                    <a:pt x="659" y="83"/>
                  </a:lnTo>
                  <a:lnTo>
                    <a:pt x="670" y="80"/>
                  </a:lnTo>
                  <a:lnTo>
                    <a:pt x="651" y="66"/>
                  </a:lnTo>
                  <a:lnTo>
                    <a:pt x="641" y="69"/>
                  </a:lnTo>
                  <a:lnTo>
                    <a:pt x="596" y="58"/>
                  </a:lnTo>
                  <a:lnTo>
                    <a:pt x="552" y="47"/>
                  </a:lnTo>
                  <a:lnTo>
                    <a:pt x="529" y="57"/>
                  </a:lnTo>
                  <a:lnTo>
                    <a:pt x="519" y="55"/>
                  </a:lnTo>
                  <a:lnTo>
                    <a:pt x="526" y="50"/>
                  </a:lnTo>
                  <a:lnTo>
                    <a:pt x="530" y="39"/>
                  </a:lnTo>
                  <a:lnTo>
                    <a:pt x="524" y="44"/>
                  </a:lnTo>
                  <a:lnTo>
                    <a:pt x="517" y="50"/>
                  </a:lnTo>
                  <a:lnTo>
                    <a:pt x="505" y="54"/>
                  </a:lnTo>
                  <a:lnTo>
                    <a:pt x="498" y="58"/>
                  </a:lnTo>
                  <a:lnTo>
                    <a:pt x="491" y="42"/>
                  </a:lnTo>
                  <a:lnTo>
                    <a:pt x="484" y="32"/>
                  </a:lnTo>
                  <a:lnTo>
                    <a:pt x="485" y="38"/>
                  </a:lnTo>
                  <a:lnTo>
                    <a:pt x="449" y="50"/>
                  </a:lnTo>
                  <a:lnTo>
                    <a:pt x="450" y="47"/>
                  </a:lnTo>
                  <a:lnTo>
                    <a:pt x="411" y="53"/>
                  </a:lnTo>
                  <a:lnTo>
                    <a:pt x="450" y="39"/>
                  </a:lnTo>
                  <a:lnTo>
                    <a:pt x="423" y="42"/>
                  </a:lnTo>
                  <a:lnTo>
                    <a:pt x="379" y="54"/>
                  </a:lnTo>
                  <a:lnTo>
                    <a:pt x="335" y="66"/>
                  </a:lnTo>
                  <a:lnTo>
                    <a:pt x="331" y="73"/>
                  </a:lnTo>
                  <a:lnTo>
                    <a:pt x="317" y="70"/>
                  </a:lnTo>
                  <a:lnTo>
                    <a:pt x="314" y="73"/>
                  </a:lnTo>
                  <a:lnTo>
                    <a:pt x="279" y="63"/>
                  </a:lnTo>
                  <a:lnTo>
                    <a:pt x="245" y="51"/>
                  </a:lnTo>
                  <a:lnTo>
                    <a:pt x="213" y="77"/>
                  </a:lnTo>
                  <a:lnTo>
                    <a:pt x="181" y="103"/>
                  </a:lnTo>
                  <a:lnTo>
                    <a:pt x="151" y="131"/>
                  </a:lnTo>
                  <a:lnTo>
                    <a:pt x="119" y="157"/>
                  </a:lnTo>
                  <a:lnTo>
                    <a:pt x="88" y="185"/>
                  </a:lnTo>
                  <a:lnTo>
                    <a:pt x="59" y="212"/>
                  </a:lnTo>
                  <a:lnTo>
                    <a:pt x="29" y="240"/>
                  </a:lnTo>
                  <a:lnTo>
                    <a:pt x="0" y="268"/>
                  </a:lnTo>
                  <a:lnTo>
                    <a:pt x="36" y="266"/>
                  </a:lnTo>
                  <a:lnTo>
                    <a:pt x="27" y="272"/>
                  </a:lnTo>
                  <a:lnTo>
                    <a:pt x="33" y="276"/>
                  </a:lnTo>
                  <a:lnTo>
                    <a:pt x="32" y="301"/>
                  </a:lnTo>
                  <a:lnTo>
                    <a:pt x="49" y="295"/>
                  </a:lnTo>
                  <a:lnTo>
                    <a:pt x="64" y="288"/>
                  </a:lnTo>
                  <a:lnTo>
                    <a:pt x="90" y="279"/>
                  </a:lnTo>
                  <a:lnTo>
                    <a:pt x="96" y="305"/>
                  </a:lnTo>
                  <a:lnTo>
                    <a:pt x="91" y="329"/>
                  </a:lnTo>
                  <a:lnTo>
                    <a:pt x="87" y="352"/>
                  </a:lnTo>
                  <a:lnTo>
                    <a:pt x="97" y="364"/>
                  </a:lnTo>
                  <a:lnTo>
                    <a:pt x="106" y="375"/>
                  </a:lnTo>
                  <a:lnTo>
                    <a:pt x="85" y="397"/>
                  </a:lnTo>
                  <a:lnTo>
                    <a:pt x="103" y="381"/>
                  </a:lnTo>
                  <a:lnTo>
                    <a:pt x="104" y="385"/>
                  </a:lnTo>
                  <a:lnTo>
                    <a:pt x="87" y="397"/>
                  </a:lnTo>
                  <a:lnTo>
                    <a:pt x="90" y="397"/>
                  </a:lnTo>
                  <a:lnTo>
                    <a:pt x="78" y="406"/>
                  </a:lnTo>
                  <a:lnTo>
                    <a:pt x="72" y="406"/>
                  </a:lnTo>
                  <a:lnTo>
                    <a:pt x="72" y="414"/>
                  </a:lnTo>
                  <a:lnTo>
                    <a:pt x="69" y="409"/>
                  </a:lnTo>
                  <a:lnTo>
                    <a:pt x="67" y="419"/>
                  </a:lnTo>
                  <a:lnTo>
                    <a:pt x="78" y="417"/>
                  </a:lnTo>
                  <a:lnTo>
                    <a:pt x="71" y="417"/>
                  </a:lnTo>
                  <a:lnTo>
                    <a:pt x="71" y="423"/>
                  </a:lnTo>
                  <a:lnTo>
                    <a:pt x="65" y="420"/>
                  </a:lnTo>
                  <a:lnTo>
                    <a:pt x="68" y="438"/>
                  </a:lnTo>
                  <a:lnTo>
                    <a:pt x="94" y="422"/>
                  </a:lnTo>
                  <a:lnTo>
                    <a:pt x="84" y="436"/>
                  </a:lnTo>
                  <a:lnTo>
                    <a:pt x="90" y="439"/>
                  </a:lnTo>
                  <a:lnTo>
                    <a:pt x="78" y="435"/>
                  </a:lnTo>
                  <a:lnTo>
                    <a:pt x="77" y="452"/>
                  </a:lnTo>
                  <a:lnTo>
                    <a:pt x="81" y="451"/>
                  </a:lnTo>
                  <a:lnTo>
                    <a:pt x="65" y="465"/>
                  </a:lnTo>
                  <a:lnTo>
                    <a:pt x="74" y="461"/>
                  </a:lnTo>
                  <a:lnTo>
                    <a:pt x="72" y="468"/>
                  </a:lnTo>
                  <a:lnTo>
                    <a:pt x="103" y="452"/>
                  </a:lnTo>
                  <a:lnTo>
                    <a:pt x="93" y="464"/>
                  </a:lnTo>
                  <a:lnTo>
                    <a:pt x="93" y="472"/>
                  </a:lnTo>
                  <a:lnTo>
                    <a:pt x="88" y="465"/>
                  </a:lnTo>
                  <a:lnTo>
                    <a:pt x="65" y="478"/>
                  </a:lnTo>
                  <a:lnTo>
                    <a:pt x="67" y="484"/>
                  </a:lnTo>
                  <a:lnTo>
                    <a:pt x="72" y="478"/>
                  </a:lnTo>
                  <a:lnTo>
                    <a:pt x="85" y="481"/>
                  </a:lnTo>
                  <a:lnTo>
                    <a:pt x="64" y="486"/>
                  </a:lnTo>
                  <a:lnTo>
                    <a:pt x="58" y="490"/>
                  </a:lnTo>
                  <a:lnTo>
                    <a:pt x="68" y="490"/>
                  </a:lnTo>
                  <a:lnTo>
                    <a:pt x="55" y="496"/>
                  </a:lnTo>
                  <a:lnTo>
                    <a:pt x="71" y="502"/>
                  </a:lnTo>
                  <a:lnTo>
                    <a:pt x="77" y="499"/>
                  </a:lnTo>
                  <a:lnTo>
                    <a:pt x="81" y="500"/>
                  </a:lnTo>
                  <a:lnTo>
                    <a:pt x="72" y="503"/>
                  </a:lnTo>
                  <a:lnTo>
                    <a:pt x="83" y="503"/>
                  </a:lnTo>
                  <a:lnTo>
                    <a:pt x="75" y="506"/>
                  </a:lnTo>
                  <a:lnTo>
                    <a:pt x="93" y="500"/>
                  </a:lnTo>
                  <a:lnTo>
                    <a:pt x="97" y="496"/>
                  </a:lnTo>
                  <a:lnTo>
                    <a:pt x="87" y="506"/>
                  </a:lnTo>
                  <a:lnTo>
                    <a:pt x="78" y="507"/>
                  </a:lnTo>
                  <a:lnTo>
                    <a:pt x="75" y="512"/>
                  </a:lnTo>
                  <a:lnTo>
                    <a:pt x="90" y="506"/>
                  </a:lnTo>
                  <a:lnTo>
                    <a:pt x="90" y="512"/>
                  </a:lnTo>
                  <a:lnTo>
                    <a:pt x="104" y="503"/>
                  </a:lnTo>
                  <a:lnTo>
                    <a:pt x="97" y="515"/>
                  </a:lnTo>
                  <a:lnTo>
                    <a:pt x="110" y="510"/>
                  </a:lnTo>
                  <a:lnTo>
                    <a:pt x="93" y="522"/>
                  </a:lnTo>
                  <a:lnTo>
                    <a:pt x="103" y="528"/>
                  </a:lnTo>
                  <a:lnTo>
                    <a:pt x="112" y="518"/>
                  </a:lnTo>
                  <a:lnTo>
                    <a:pt x="106" y="532"/>
                  </a:lnTo>
                  <a:lnTo>
                    <a:pt x="110" y="532"/>
                  </a:lnTo>
                  <a:lnTo>
                    <a:pt x="100" y="532"/>
                  </a:lnTo>
                  <a:lnTo>
                    <a:pt x="110" y="535"/>
                  </a:lnTo>
                  <a:lnTo>
                    <a:pt x="117" y="532"/>
                  </a:lnTo>
                  <a:lnTo>
                    <a:pt x="112" y="539"/>
                  </a:lnTo>
                  <a:lnTo>
                    <a:pt x="117" y="541"/>
                  </a:lnTo>
                  <a:lnTo>
                    <a:pt x="110" y="545"/>
                  </a:lnTo>
                  <a:lnTo>
                    <a:pt x="116" y="549"/>
                  </a:lnTo>
                  <a:lnTo>
                    <a:pt x="151" y="549"/>
                  </a:lnTo>
                  <a:lnTo>
                    <a:pt x="187" y="549"/>
                  </a:lnTo>
                  <a:lnTo>
                    <a:pt x="222" y="549"/>
                  </a:lnTo>
                  <a:lnTo>
                    <a:pt x="257" y="549"/>
                  </a:lnTo>
                  <a:lnTo>
                    <a:pt x="292" y="549"/>
                  </a:lnTo>
                  <a:lnTo>
                    <a:pt x="327" y="549"/>
                  </a:lnTo>
                  <a:lnTo>
                    <a:pt x="362" y="549"/>
                  </a:lnTo>
                  <a:lnTo>
                    <a:pt x="396" y="549"/>
                  </a:lnTo>
                  <a:lnTo>
                    <a:pt x="433" y="548"/>
                  </a:lnTo>
                  <a:lnTo>
                    <a:pt x="468" y="548"/>
                  </a:lnTo>
                  <a:lnTo>
                    <a:pt x="503" y="548"/>
                  </a:lnTo>
                  <a:lnTo>
                    <a:pt x="537" y="548"/>
                  </a:lnTo>
                  <a:lnTo>
                    <a:pt x="572" y="548"/>
                  </a:lnTo>
                  <a:lnTo>
                    <a:pt x="607" y="548"/>
                  </a:lnTo>
                  <a:lnTo>
                    <a:pt x="642" y="548"/>
                  </a:lnTo>
                  <a:lnTo>
                    <a:pt x="677" y="548"/>
                  </a:lnTo>
                  <a:lnTo>
                    <a:pt x="687" y="539"/>
                  </a:lnTo>
                  <a:lnTo>
                    <a:pt x="684" y="554"/>
                  </a:lnTo>
                  <a:lnTo>
                    <a:pt x="707" y="558"/>
                  </a:lnTo>
                  <a:lnTo>
                    <a:pt x="736" y="571"/>
                  </a:lnTo>
                  <a:lnTo>
                    <a:pt x="755" y="568"/>
                  </a:lnTo>
                  <a:lnTo>
                    <a:pt x="773" y="574"/>
                  </a:lnTo>
                  <a:lnTo>
                    <a:pt x="800" y="568"/>
                  </a:lnTo>
                  <a:lnTo>
                    <a:pt x="818" y="579"/>
                  </a:lnTo>
                  <a:lnTo>
                    <a:pt x="835" y="590"/>
                  </a:lnTo>
                  <a:lnTo>
                    <a:pt x="853" y="602"/>
                  </a:lnTo>
                  <a:lnTo>
                    <a:pt x="870" y="613"/>
                  </a:lnTo>
                  <a:lnTo>
                    <a:pt x="873" y="624"/>
                  </a:lnTo>
                  <a:lnTo>
                    <a:pt x="880" y="622"/>
                  </a:lnTo>
                  <a:lnTo>
                    <a:pt x="877" y="629"/>
                  </a:lnTo>
                  <a:lnTo>
                    <a:pt x="893" y="642"/>
                  </a:lnTo>
                  <a:lnTo>
                    <a:pt x="889" y="666"/>
                  </a:lnTo>
                  <a:lnTo>
                    <a:pt x="885" y="688"/>
                  </a:lnTo>
                  <a:lnTo>
                    <a:pt x="873" y="704"/>
                  </a:lnTo>
                  <a:lnTo>
                    <a:pt x="848" y="728"/>
                  </a:lnTo>
                  <a:lnTo>
                    <a:pt x="854" y="737"/>
                  </a:lnTo>
                  <a:lnTo>
                    <a:pt x="877" y="730"/>
                  </a:lnTo>
                  <a:lnTo>
                    <a:pt x="899" y="722"/>
                  </a:lnTo>
                  <a:lnTo>
                    <a:pt x="922" y="715"/>
                  </a:lnTo>
                  <a:lnTo>
                    <a:pt x="944" y="708"/>
                  </a:lnTo>
                  <a:lnTo>
                    <a:pt x="946" y="692"/>
                  </a:lnTo>
                  <a:lnTo>
                    <a:pt x="972" y="689"/>
                  </a:lnTo>
                  <a:lnTo>
                    <a:pt x="998" y="688"/>
                  </a:lnTo>
                  <a:lnTo>
                    <a:pt x="1018" y="672"/>
                  </a:lnTo>
                  <a:lnTo>
                    <a:pt x="1039" y="656"/>
                  </a:lnTo>
                  <a:lnTo>
                    <a:pt x="1079" y="653"/>
                  </a:lnTo>
                  <a:lnTo>
                    <a:pt x="1120" y="651"/>
                  </a:lnTo>
                  <a:lnTo>
                    <a:pt x="1135" y="642"/>
                  </a:lnTo>
                  <a:lnTo>
                    <a:pt x="1155" y="627"/>
                  </a:lnTo>
                  <a:lnTo>
                    <a:pt x="1172" y="608"/>
                  </a:lnTo>
                  <a:lnTo>
                    <a:pt x="1190" y="587"/>
                  </a:lnTo>
                  <a:lnTo>
                    <a:pt x="1193" y="593"/>
                  </a:lnTo>
                  <a:lnTo>
                    <a:pt x="1203" y="593"/>
                  </a:lnTo>
                  <a:lnTo>
                    <a:pt x="1216" y="599"/>
                  </a:lnTo>
                  <a:lnTo>
                    <a:pt x="1206" y="629"/>
                  </a:lnTo>
                  <a:lnTo>
                    <a:pt x="1212" y="647"/>
                  </a:lnTo>
                  <a:lnTo>
                    <a:pt x="1217" y="650"/>
                  </a:lnTo>
                  <a:lnTo>
                    <a:pt x="1236" y="642"/>
                  </a:lnTo>
                  <a:lnTo>
                    <a:pt x="1235" y="644"/>
                  </a:lnTo>
                  <a:lnTo>
                    <a:pt x="1265" y="635"/>
                  </a:lnTo>
                  <a:lnTo>
                    <a:pt x="1270" y="624"/>
                  </a:lnTo>
                  <a:lnTo>
                    <a:pt x="1273" y="629"/>
                  </a:lnTo>
                  <a:lnTo>
                    <a:pt x="1277" y="629"/>
                  </a:lnTo>
                  <a:lnTo>
                    <a:pt x="1261" y="641"/>
                  </a:lnTo>
                  <a:lnTo>
                    <a:pt x="1293" y="642"/>
                  </a:lnTo>
                  <a:lnTo>
                    <a:pt x="1274" y="648"/>
                  </a:lnTo>
                  <a:lnTo>
                    <a:pt x="1273" y="644"/>
                  </a:lnTo>
                  <a:lnTo>
                    <a:pt x="1241" y="660"/>
                  </a:lnTo>
                  <a:lnTo>
                    <a:pt x="1245" y="657"/>
                  </a:lnTo>
                  <a:lnTo>
                    <a:pt x="1226" y="667"/>
                  </a:lnTo>
                  <a:lnTo>
                    <a:pt x="1233" y="663"/>
                  </a:lnTo>
                  <a:lnTo>
                    <a:pt x="1223" y="674"/>
                  </a:lnTo>
                  <a:lnTo>
                    <a:pt x="1229" y="689"/>
                  </a:lnTo>
                  <a:lnTo>
                    <a:pt x="1242" y="685"/>
                  </a:lnTo>
                  <a:lnTo>
                    <a:pt x="1273" y="661"/>
                  </a:lnTo>
                  <a:lnTo>
                    <a:pt x="1276" y="664"/>
                  </a:lnTo>
                  <a:lnTo>
                    <a:pt x="1283" y="660"/>
                  </a:lnTo>
                  <a:lnTo>
                    <a:pt x="1286" y="663"/>
                  </a:lnTo>
                  <a:lnTo>
                    <a:pt x="1312" y="653"/>
                  </a:lnTo>
                  <a:lnTo>
                    <a:pt x="1340" y="644"/>
                  </a:lnTo>
                  <a:lnTo>
                    <a:pt x="1332" y="642"/>
                  </a:lnTo>
                  <a:lnTo>
                    <a:pt x="1338" y="640"/>
                  </a:lnTo>
                  <a:lnTo>
                    <a:pt x="1328" y="628"/>
                  </a:lnTo>
                  <a:lnTo>
                    <a:pt x="1319" y="634"/>
                  </a:lnTo>
                  <a:lnTo>
                    <a:pt x="1302" y="631"/>
                  </a:lnTo>
                  <a:lnTo>
                    <a:pt x="1287" y="625"/>
                  </a:lnTo>
                  <a:lnTo>
                    <a:pt x="1277" y="619"/>
                  </a:lnTo>
                  <a:lnTo>
                    <a:pt x="1277" y="600"/>
                  </a:lnTo>
                  <a:lnTo>
                    <a:pt x="1270" y="599"/>
                  </a:lnTo>
                  <a:lnTo>
                    <a:pt x="1284" y="581"/>
                  </a:lnTo>
                  <a:lnTo>
                    <a:pt x="1267" y="583"/>
                  </a:lnTo>
                  <a:lnTo>
                    <a:pt x="1265" y="577"/>
                  </a:lnTo>
                  <a:lnTo>
                    <a:pt x="1245" y="574"/>
                  </a:lnTo>
                  <a:lnTo>
                    <a:pt x="1251" y="573"/>
                  </a:lnTo>
                  <a:lnTo>
                    <a:pt x="1271" y="573"/>
                  </a:lnTo>
                  <a:lnTo>
                    <a:pt x="1299" y="564"/>
                  </a:lnTo>
                  <a:lnTo>
                    <a:pt x="1300" y="554"/>
                  </a:lnTo>
                  <a:lnTo>
                    <a:pt x="1306" y="555"/>
                  </a:lnTo>
                  <a:lnTo>
                    <a:pt x="1305" y="549"/>
                  </a:lnTo>
                  <a:lnTo>
                    <a:pt x="1280" y="542"/>
                  </a:lnTo>
                  <a:lnTo>
                    <a:pt x="1251" y="549"/>
                  </a:lnTo>
                  <a:lnTo>
                    <a:pt x="1222" y="558"/>
                  </a:lnTo>
                  <a:lnTo>
                    <a:pt x="1199" y="573"/>
                  </a:lnTo>
                  <a:lnTo>
                    <a:pt x="1177" y="586"/>
                  </a:lnTo>
                  <a:lnTo>
                    <a:pt x="1145" y="603"/>
                  </a:lnTo>
                  <a:lnTo>
                    <a:pt x="1165" y="587"/>
                  </a:lnTo>
                  <a:lnTo>
                    <a:pt x="1185" y="571"/>
                  </a:lnTo>
                  <a:lnTo>
                    <a:pt x="1164" y="563"/>
                  </a:lnTo>
                  <a:lnTo>
                    <a:pt x="1184" y="570"/>
                  </a:lnTo>
                  <a:lnTo>
                    <a:pt x="1215" y="551"/>
                  </a:lnTo>
                  <a:lnTo>
                    <a:pt x="1245" y="539"/>
                  </a:lnTo>
                  <a:lnTo>
                    <a:pt x="1268" y="519"/>
                  </a:lnTo>
                  <a:lnTo>
                    <a:pt x="1312" y="518"/>
                  </a:lnTo>
                  <a:lnTo>
                    <a:pt x="1357" y="518"/>
                  </a:lnTo>
                  <a:lnTo>
                    <a:pt x="1396" y="516"/>
                  </a:lnTo>
                  <a:lnTo>
                    <a:pt x="1433" y="496"/>
                  </a:lnTo>
                  <a:lnTo>
                    <a:pt x="1469" y="487"/>
                  </a:lnTo>
                  <a:lnTo>
                    <a:pt x="1507" y="467"/>
                  </a:lnTo>
                  <a:lnTo>
                    <a:pt x="1498" y="462"/>
                  </a:lnTo>
                  <a:lnTo>
                    <a:pt x="1507" y="459"/>
                  </a:lnTo>
                  <a:lnTo>
                    <a:pt x="1494" y="458"/>
                  </a:lnTo>
                  <a:lnTo>
                    <a:pt x="1504" y="455"/>
                  </a:lnTo>
                  <a:lnTo>
                    <a:pt x="1505" y="452"/>
                  </a:lnTo>
                  <a:lnTo>
                    <a:pt x="1508" y="445"/>
                  </a:lnTo>
                  <a:lnTo>
                    <a:pt x="1511" y="436"/>
                  </a:lnTo>
                  <a:lnTo>
                    <a:pt x="1498" y="430"/>
                  </a:lnTo>
                  <a:lnTo>
                    <a:pt x="1499" y="429"/>
                  </a:lnTo>
                  <a:lnTo>
                    <a:pt x="1485" y="433"/>
                  </a:lnTo>
                  <a:lnTo>
                    <a:pt x="1488" y="417"/>
                  </a:lnTo>
                  <a:lnTo>
                    <a:pt x="1470" y="420"/>
                  </a:lnTo>
                  <a:lnTo>
                    <a:pt x="1480" y="420"/>
                  </a:lnTo>
                  <a:lnTo>
                    <a:pt x="1447" y="430"/>
                  </a:lnTo>
                  <a:lnTo>
                    <a:pt x="1422" y="439"/>
                  </a:lnTo>
                  <a:lnTo>
                    <a:pt x="1431" y="435"/>
                  </a:lnTo>
                  <a:lnTo>
                    <a:pt x="1421" y="429"/>
                  </a:lnTo>
                  <a:lnTo>
                    <a:pt x="1434" y="430"/>
                  </a:lnTo>
                  <a:lnTo>
                    <a:pt x="1470" y="416"/>
                  </a:lnTo>
                  <a:lnTo>
                    <a:pt x="1446" y="422"/>
                  </a:lnTo>
                  <a:lnTo>
                    <a:pt x="1492" y="407"/>
                  </a:lnTo>
                  <a:lnTo>
                    <a:pt x="1464" y="397"/>
                  </a:lnTo>
                  <a:lnTo>
                    <a:pt x="1457" y="398"/>
                  </a:lnTo>
                  <a:lnTo>
                    <a:pt x="1463" y="391"/>
                  </a:lnTo>
                  <a:lnTo>
                    <a:pt x="1447" y="401"/>
                  </a:lnTo>
                  <a:lnTo>
                    <a:pt x="1454" y="394"/>
                  </a:lnTo>
                  <a:lnTo>
                    <a:pt x="1453" y="391"/>
                  </a:lnTo>
                  <a:lnTo>
                    <a:pt x="1443" y="394"/>
                  </a:lnTo>
                  <a:lnTo>
                    <a:pt x="1446" y="390"/>
                  </a:lnTo>
                  <a:lnTo>
                    <a:pt x="1433" y="395"/>
                  </a:lnTo>
                  <a:lnTo>
                    <a:pt x="1438" y="391"/>
                  </a:lnTo>
                  <a:lnTo>
                    <a:pt x="1443" y="387"/>
                  </a:lnTo>
                  <a:lnTo>
                    <a:pt x="1444" y="378"/>
                  </a:lnTo>
                  <a:lnTo>
                    <a:pt x="1438" y="384"/>
                  </a:lnTo>
                  <a:lnTo>
                    <a:pt x="1438" y="379"/>
                  </a:lnTo>
                  <a:lnTo>
                    <a:pt x="1430" y="369"/>
                  </a:lnTo>
                  <a:lnTo>
                    <a:pt x="1418" y="365"/>
                  </a:lnTo>
                  <a:lnTo>
                    <a:pt x="1428" y="365"/>
                  </a:lnTo>
                  <a:lnTo>
                    <a:pt x="1421" y="361"/>
                  </a:lnTo>
                  <a:lnTo>
                    <a:pt x="1427" y="359"/>
                  </a:lnTo>
                  <a:lnTo>
                    <a:pt x="1419" y="358"/>
                  </a:lnTo>
                  <a:lnTo>
                    <a:pt x="1425" y="358"/>
                  </a:lnTo>
                  <a:lnTo>
                    <a:pt x="1417" y="352"/>
                  </a:lnTo>
                  <a:lnTo>
                    <a:pt x="1421" y="352"/>
                  </a:lnTo>
                  <a:lnTo>
                    <a:pt x="1427" y="355"/>
                  </a:lnTo>
                  <a:lnTo>
                    <a:pt x="1441" y="346"/>
                  </a:lnTo>
                  <a:lnTo>
                    <a:pt x="1433" y="339"/>
                  </a:lnTo>
                  <a:lnTo>
                    <a:pt x="1428" y="334"/>
                  </a:lnTo>
                  <a:lnTo>
                    <a:pt x="1435" y="329"/>
                  </a:lnTo>
                  <a:lnTo>
                    <a:pt x="1428" y="323"/>
                  </a:lnTo>
                  <a:lnTo>
                    <a:pt x="1427" y="320"/>
                  </a:lnTo>
                  <a:lnTo>
                    <a:pt x="1417" y="321"/>
                  </a:lnTo>
                  <a:lnTo>
                    <a:pt x="1430" y="316"/>
                  </a:lnTo>
                  <a:lnTo>
                    <a:pt x="1428" y="311"/>
                  </a:lnTo>
                  <a:lnTo>
                    <a:pt x="1412" y="316"/>
                  </a:lnTo>
                  <a:lnTo>
                    <a:pt x="1430" y="304"/>
                  </a:lnTo>
                  <a:lnTo>
                    <a:pt x="1424" y="298"/>
                  </a:lnTo>
                  <a:lnTo>
                    <a:pt x="1417" y="298"/>
                  </a:lnTo>
                  <a:lnTo>
                    <a:pt x="1424" y="291"/>
                  </a:lnTo>
                  <a:lnTo>
                    <a:pt x="1419" y="289"/>
                  </a:lnTo>
                  <a:lnTo>
                    <a:pt x="1415" y="276"/>
                  </a:lnTo>
                  <a:lnTo>
                    <a:pt x="1415" y="273"/>
                  </a:lnTo>
                  <a:lnTo>
                    <a:pt x="1406" y="275"/>
                  </a:lnTo>
                  <a:lnTo>
                    <a:pt x="1414" y="268"/>
                  </a:lnTo>
                  <a:lnTo>
                    <a:pt x="1402" y="273"/>
                  </a:lnTo>
                  <a:lnTo>
                    <a:pt x="1402" y="281"/>
                  </a:lnTo>
                  <a:lnTo>
                    <a:pt x="1390" y="281"/>
                  </a:lnTo>
                  <a:lnTo>
                    <a:pt x="1395" y="288"/>
                  </a:lnTo>
                  <a:lnTo>
                    <a:pt x="1389" y="291"/>
                  </a:lnTo>
                  <a:lnTo>
                    <a:pt x="1382" y="297"/>
                  </a:lnTo>
                  <a:lnTo>
                    <a:pt x="1371" y="307"/>
                  </a:lnTo>
                  <a:lnTo>
                    <a:pt x="1367" y="314"/>
                  </a:lnTo>
                  <a:lnTo>
                    <a:pt x="1363" y="304"/>
                  </a:lnTo>
                  <a:lnTo>
                    <a:pt x="1345" y="314"/>
                  </a:lnTo>
                  <a:lnTo>
                    <a:pt x="1329" y="326"/>
                  </a:lnTo>
                  <a:lnTo>
                    <a:pt x="1332" y="316"/>
                  </a:lnTo>
                  <a:lnTo>
                    <a:pt x="1325" y="320"/>
                  </a:lnTo>
                  <a:lnTo>
                    <a:pt x="1328" y="310"/>
                  </a:lnTo>
                  <a:lnTo>
                    <a:pt x="1318" y="323"/>
                  </a:lnTo>
                  <a:lnTo>
                    <a:pt x="1296" y="329"/>
                  </a:lnTo>
                  <a:lnTo>
                    <a:pt x="1324" y="316"/>
                  </a:lnTo>
                  <a:lnTo>
                    <a:pt x="1321" y="301"/>
                  </a:lnTo>
                  <a:lnTo>
                    <a:pt x="1297" y="307"/>
                  </a:lnTo>
                  <a:lnTo>
                    <a:pt x="1292" y="305"/>
                  </a:lnTo>
                  <a:lnTo>
                    <a:pt x="1300" y="300"/>
                  </a:lnTo>
                  <a:lnTo>
                    <a:pt x="1308" y="302"/>
                  </a:lnTo>
                  <a:lnTo>
                    <a:pt x="1313" y="291"/>
                  </a:lnTo>
                  <a:lnTo>
                    <a:pt x="1309" y="286"/>
                  </a:lnTo>
                  <a:lnTo>
                    <a:pt x="1315" y="275"/>
                  </a:lnTo>
                  <a:lnTo>
                    <a:pt x="1293" y="273"/>
                  </a:lnTo>
                  <a:lnTo>
                    <a:pt x="1321" y="271"/>
                  </a:lnTo>
                  <a:lnTo>
                    <a:pt x="1325" y="259"/>
                  </a:lnTo>
                  <a:lnTo>
                    <a:pt x="1328" y="252"/>
                  </a:lnTo>
                  <a:lnTo>
                    <a:pt x="1321" y="253"/>
                  </a:lnTo>
                  <a:lnTo>
                    <a:pt x="1294" y="243"/>
                  </a:lnTo>
                  <a:lnTo>
                    <a:pt x="1302" y="236"/>
                  </a:lnTo>
                  <a:lnTo>
                    <a:pt x="1294" y="236"/>
                  </a:lnTo>
                  <a:lnTo>
                    <a:pt x="1289" y="228"/>
                  </a:lnTo>
                  <a:lnTo>
                    <a:pt x="1290" y="224"/>
                  </a:lnTo>
                  <a:lnTo>
                    <a:pt x="1271" y="217"/>
                  </a:lnTo>
                  <a:lnTo>
                    <a:pt x="1251" y="224"/>
                  </a:lnTo>
                  <a:lnTo>
                    <a:pt x="1231" y="224"/>
                  </a:lnTo>
                  <a:lnTo>
                    <a:pt x="1238" y="221"/>
                  </a:lnTo>
                  <a:lnTo>
                    <a:pt x="1201" y="217"/>
                  </a:lnTo>
                  <a:lnTo>
                    <a:pt x="1187" y="234"/>
                  </a:lnTo>
                  <a:lnTo>
                    <a:pt x="1188" y="240"/>
                  </a:lnTo>
                  <a:lnTo>
                    <a:pt x="1175" y="257"/>
                  </a:lnTo>
                  <a:lnTo>
                    <a:pt x="1180" y="257"/>
                  </a:lnTo>
                  <a:lnTo>
                    <a:pt x="1175" y="273"/>
                  </a:lnTo>
                  <a:lnTo>
                    <a:pt x="1167" y="284"/>
                  </a:lnTo>
                  <a:lnTo>
                    <a:pt x="1162" y="284"/>
                  </a:lnTo>
                  <a:lnTo>
                    <a:pt x="1133" y="308"/>
                  </a:lnTo>
                  <a:lnTo>
                    <a:pt x="1154" y="332"/>
                  </a:lnTo>
                  <a:lnTo>
                    <a:pt x="1142" y="353"/>
                  </a:lnTo>
                  <a:lnTo>
                    <a:pt x="1130" y="374"/>
                  </a:lnTo>
                  <a:lnTo>
                    <a:pt x="1103" y="387"/>
                  </a:lnTo>
                  <a:lnTo>
                    <a:pt x="1075" y="401"/>
                  </a:lnTo>
                  <a:lnTo>
                    <a:pt x="1061" y="407"/>
                  </a:lnTo>
                  <a:lnTo>
                    <a:pt x="1063" y="425"/>
                  </a:lnTo>
                  <a:lnTo>
                    <a:pt x="1055" y="459"/>
                  </a:lnTo>
                  <a:lnTo>
                    <a:pt x="1045" y="474"/>
                  </a:lnTo>
                  <a:lnTo>
                    <a:pt x="1039" y="484"/>
                  </a:lnTo>
                  <a:lnTo>
                    <a:pt x="1033" y="490"/>
                  </a:lnTo>
                  <a:lnTo>
                    <a:pt x="1030" y="481"/>
                  </a:lnTo>
                  <a:lnTo>
                    <a:pt x="1015" y="496"/>
                  </a:lnTo>
                  <a:lnTo>
                    <a:pt x="1018" y="503"/>
                  </a:lnTo>
                  <a:lnTo>
                    <a:pt x="1004" y="490"/>
                  </a:lnTo>
                  <a:lnTo>
                    <a:pt x="988" y="497"/>
                  </a:lnTo>
                  <a:lnTo>
                    <a:pt x="1004" y="484"/>
                  </a:lnTo>
                  <a:lnTo>
                    <a:pt x="989" y="467"/>
                  </a:lnTo>
                  <a:lnTo>
                    <a:pt x="994" y="459"/>
                  </a:lnTo>
                  <a:lnTo>
                    <a:pt x="991" y="442"/>
                  </a:lnTo>
                  <a:lnTo>
                    <a:pt x="999" y="417"/>
                  </a:lnTo>
                  <a:lnTo>
                    <a:pt x="1010" y="394"/>
                  </a:lnTo>
                  <a:lnTo>
                    <a:pt x="985" y="393"/>
                  </a:lnTo>
                  <a:lnTo>
                    <a:pt x="960" y="391"/>
                  </a:lnTo>
                  <a:lnTo>
                    <a:pt x="954" y="394"/>
                  </a:lnTo>
                  <a:lnTo>
                    <a:pt x="963" y="388"/>
                  </a:lnTo>
                  <a:lnTo>
                    <a:pt x="944" y="379"/>
                  </a:lnTo>
                  <a:lnTo>
                    <a:pt x="925" y="371"/>
                  </a:lnTo>
                  <a:lnTo>
                    <a:pt x="904" y="350"/>
                  </a:lnTo>
                  <a:lnTo>
                    <a:pt x="879" y="342"/>
                  </a:lnTo>
                  <a:lnTo>
                    <a:pt x="845" y="349"/>
                  </a:lnTo>
                  <a:lnTo>
                    <a:pt x="847" y="348"/>
                  </a:lnTo>
                  <a:lnTo>
                    <a:pt x="841" y="349"/>
                  </a:lnTo>
                  <a:lnTo>
                    <a:pt x="857" y="320"/>
                  </a:lnTo>
                  <a:lnTo>
                    <a:pt x="856" y="307"/>
                  </a:lnTo>
                  <a:lnTo>
                    <a:pt x="838" y="310"/>
                  </a:lnTo>
                  <a:lnTo>
                    <a:pt x="829" y="318"/>
                  </a:lnTo>
                  <a:lnTo>
                    <a:pt x="837" y="305"/>
                  </a:lnTo>
                  <a:lnTo>
                    <a:pt x="835" y="297"/>
                  </a:lnTo>
                  <a:lnTo>
                    <a:pt x="863" y="262"/>
                  </a:lnTo>
                  <a:lnTo>
                    <a:pt x="902" y="234"/>
                  </a:lnTo>
                  <a:lnTo>
                    <a:pt x="905" y="228"/>
                  </a:lnTo>
                  <a:lnTo>
                    <a:pt x="924" y="221"/>
                  </a:lnTo>
                  <a:lnTo>
                    <a:pt x="920" y="220"/>
                  </a:lnTo>
                  <a:lnTo>
                    <a:pt x="928" y="221"/>
                  </a:lnTo>
                  <a:lnTo>
                    <a:pt x="936" y="214"/>
                  </a:lnTo>
                  <a:lnTo>
                    <a:pt x="947" y="212"/>
                  </a:lnTo>
                  <a:lnTo>
                    <a:pt x="947" y="208"/>
                  </a:lnTo>
                  <a:lnTo>
                    <a:pt x="978" y="202"/>
                  </a:lnTo>
                  <a:lnTo>
                    <a:pt x="981" y="193"/>
                  </a:lnTo>
                  <a:lnTo>
                    <a:pt x="959" y="189"/>
                  </a:lnTo>
                  <a:lnTo>
                    <a:pt x="962" y="188"/>
                  </a:lnTo>
                  <a:lnTo>
                    <a:pt x="941" y="183"/>
                  </a:lnTo>
                  <a:lnTo>
                    <a:pt x="941" y="178"/>
                  </a:lnTo>
                  <a:lnTo>
                    <a:pt x="969" y="183"/>
                  </a:lnTo>
                  <a:lnTo>
                    <a:pt x="995" y="188"/>
                  </a:lnTo>
                  <a:lnTo>
                    <a:pt x="1004" y="180"/>
                  </a:lnTo>
                  <a:lnTo>
                    <a:pt x="1010" y="176"/>
                  </a:lnTo>
                  <a:lnTo>
                    <a:pt x="1020" y="180"/>
                  </a:lnTo>
                  <a:lnTo>
                    <a:pt x="1020" y="176"/>
                  </a:lnTo>
                  <a:lnTo>
                    <a:pt x="1031" y="179"/>
                  </a:lnTo>
                  <a:lnTo>
                    <a:pt x="1072" y="157"/>
                  </a:lnTo>
                  <a:lnTo>
                    <a:pt x="1077" y="151"/>
                  </a:lnTo>
                  <a:lnTo>
                    <a:pt x="1040" y="146"/>
                  </a:lnTo>
                  <a:lnTo>
                    <a:pt x="1017" y="135"/>
                  </a:lnTo>
                  <a:lnTo>
                    <a:pt x="1059" y="143"/>
                  </a:lnTo>
                  <a:lnTo>
                    <a:pt x="1072" y="148"/>
                  </a:lnTo>
                  <a:lnTo>
                    <a:pt x="1113" y="13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="" xmlns:a16="http://schemas.microsoft.com/office/drawing/2014/main" id="{C80186E0-AC27-4D0C-8054-F4E3F5067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156" y="1490663"/>
              <a:ext cx="523875" cy="341312"/>
            </a:xfrm>
            <a:custGeom>
              <a:avLst/>
              <a:gdLst>
                <a:gd name="T0" fmla="*/ 485044688 w 412"/>
                <a:gd name="T1" fmla="*/ 97315943 h 268"/>
                <a:gd name="T2" fmla="*/ 459176460 w 412"/>
                <a:gd name="T3" fmla="*/ 77852233 h 268"/>
                <a:gd name="T4" fmla="*/ 433306961 w 412"/>
                <a:gd name="T5" fmla="*/ 76231002 h 268"/>
                <a:gd name="T6" fmla="*/ 386418891 w 412"/>
                <a:gd name="T7" fmla="*/ 90828471 h 268"/>
                <a:gd name="T8" fmla="*/ 396120748 w 412"/>
                <a:gd name="T9" fmla="*/ 61633552 h 268"/>
                <a:gd name="T10" fmla="*/ 420372847 w 412"/>
                <a:gd name="T11" fmla="*/ 51902344 h 268"/>
                <a:gd name="T12" fmla="*/ 313662514 w 412"/>
                <a:gd name="T13" fmla="*/ 55146080 h 268"/>
                <a:gd name="T14" fmla="*/ 307195457 w 412"/>
                <a:gd name="T15" fmla="*/ 60011048 h 268"/>
                <a:gd name="T16" fmla="*/ 282943357 w 412"/>
                <a:gd name="T17" fmla="*/ 56767312 h 268"/>
                <a:gd name="T18" fmla="*/ 257073858 w 412"/>
                <a:gd name="T19" fmla="*/ 50279839 h 268"/>
                <a:gd name="T20" fmla="*/ 219887645 w 412"/>
                <a:gd name="T21" fmla="*/ 14597454 h 268"/>
                <a:gd name="T22" fmla="*/ 176233103 w 412"/>
                <a:gd name="T23" fmla="*/ 29194908 h 268"/>
                <a:gd name="T24" fmla="*/ 161681549 w 412"/>
                <a:gd name="T25" fmla="*/ 50279839 h 268"/>
                <a:gd name="T26" fmla="*/ 145513907 w 412"/>
                <a:gd name="T27" fmla="*/ 81097242 h 268"/>
                <a:gd name="T28" fmla="*/ 109943822 w 412"/>
                <a:gd name="T29" fmla="*/ 61633552 h 268"/>
                <a:gd name="T30" fmla="*/ 56588675 w 412"/>
                <a:gd name="T31" fmla="*/ 34061149 h 268"/>
                <a:gd name="T32" fmla="*/ 11317990 w 412"/>
                <a:gd name="T33" fmla="*/ 116779633 h 268"/>
                <a:gd name="T34" fmla="*/ 74373718 w 412"/>
                <a:gd name="T35" fmla="*/ 129754577 h 268"/>
                <a:gd name="T36" fmla="*/ 181084032 w 412"/>
                <a:gd name="T37" fmla="*/ 128133346 h 268"/>
                <a:gd name="T38" fmla="*/ 271625372 w 412"/>
                <a:gd name="T39" fmla="*/ 121644600 h 268"/>
                <a:gd name="T40" fmla="*/ 300728400 w 412"/>
                <a:gd name="T41" fmla="*/ 147595762 h 268"/>
                <a:gd name="T42" fmla="*/ 291026543 w 412"/>
                <a:gd name="T43" fmla="*/ 180034436 h 268"/>
                <a:gd name="T44" fmla="*/ 360550663 w 412"/>
                <a:gd name="T45" fmla="*/ 180034436 h 268"/>
                <a:gd name="T46" fmla="*/ 339532092 w 412"/>
                <a:gd name="T47" fmla="*/ 249777946 h 268"/>
                <a:gd name="T48" fmla="*/ 420372847 w 412"/>
                <a:gd name="T49" fmla="*/ 272485372 h 268"/>
                <a:gd name="T50" fmla="*/ 323363099 w 412"/>
                <a:gd name="T51" fmla="*/ 257887923 h 268"/>
                <a:gd name="T52" fmla="*/ 231204359 w 412"/>
                <a:gd name="T53" fmla="*/ 316277719 h 268"/>
                <a:gd name="T54" fmla="*/ 142280379 w 412"/>
                <a:gd name="T55" fmla="*/ 330875168 h 268"/>
                <a:gd name="T56" fmla="*/ 244139744 w 412"/>
                <a:gd name="T57" fmla="*/ 332496400 h 268"/>
                <a:gd name="T58" fmla="*/ 274858900 w 412"/>
                <a:gd name="T59" fmla="*/ 330875168 h 268"/>
                <a:gd name="T60" fmla="*/ 300728400 w 412"/>
                <a:gd name="T61" fmla="*/ 366557618 h 268"/>
                <a:gd name="T62" fmla="*/ 349232678 w 412"/>
                <a:gd name="T63" fmla="*/ 403861220 h 268"/>
                <a:gd name="T64" fmla="*/ 415521919 w 412"/>
                <a:gd name="T65" fmla="*/ 389263771 h 268"/>
                <a:gd name="T66" fmla="*/ 446241075 w 412"/>
                <a:gd name="T67" fmla="*/ 389263771 h 268"/>
                <a:gd name="T68" fmla="*/ 485044688 w 412"/>
                <a:gd name="T69" fmla="*/ 405483725 h 268"/>
                <a:gd name="T70" fmla="*/ 509298059 w 412"/>
                <a:gd name="T71" fmla="*/ 374667595 h 268"/>
                <a:gd name="T72" fmla="*/ 507680659 w 412"/>
                <a:gd name="T73" fmla="*/ 342227687 h 268"/>
                <a:gd name="T74" fmla="*/ 489895617 w 412"/>
                <a:gd name="T75" fmla="*/ 324386423 h 268"/>
                <a:gd name="T76" fmla="*/ 476961503 w 412"/>
                <a:gd name="T77" fmla="*/ 311411478 h 268"/>
                <a:gd name="T78" fmla="*/ 462409989 w 412"/>
                <a:gd name="T79" fmla="*/ 285460316 h 268"/>
                <a:gd name="T80" fmla="*/ 485044688 w 412"/>
                <a:gd name="T81" fmla="*/ 274106603 h 268"/>
                <a:gd name="T82" fmla="*/ 509298059 w 412"/>
                <a:gd name="T83" fmla="*/ 262752890 h 268"/>
                <a:gd name="T84" fmla="*/ 575587300 w 412"/>
                <a:gd name="T85" fmla="*/ 264375395 h 268"/>
                <a:gd name="T86" fmla="*/ 531932758 w 412"/>
                <a:gd name="T87" fmla="*/ 300057765 h 268"/>
                <a:gd name="T88" fmla="*/ 561035786 w 412"/>
                <a:gd name="T89" fmla="*/ 311411478 h 268"/>
                <a:gd name="T90" fmla="*/ 591754942 w 412"/>
                <a:gd name="T91" fmla="*/ 280595349 h 268"/>
                <a:gd name="T92" fmla="*/ 612773513 w 412"/>
                <a:gd name="T93" fmla="*/ 275729108 h 268"/>
                <a:gd name="T94" fmla="*/ 654810655 w 412"/>
                <a:gd name="T95" fmla="*/ 262752890 h 268"/>
                <a:gd name="T96" fmla="*/ 645110069 w 412"/>
                <a:gd name="T97" fmla="*/ 243290474 h 268"/>
                <a:gd name="T98" fmla="*/ 607923856 w 412"/>
                <a:gd name="T99" fmla="*/ 253021682 h 268"/>
                <a:gd name="T100" fmla="*/ 582054357 w 412"/>
                <a:gd name="T101" fmla="*/ 236803001 h 268"/>
                <a:gd name="T102" fmla="*/ 582054357 w 412"/>
                <a:gd name="T103" fmla="*/ 228693025 h 268"/>
                <a:gd name="T104" fmla="*/ 582054357 w 412"/>
                <a:gd name="T105" fmla="*/ 215716807 h 268"/>
                <a:gd name="T106" fmla="*/ 556184858 w 412"/>
                <a:gd name="T107" fmla="*/ 212473071 h 268"/>
                <a:gd name="T108" fmla="*/ 541633344 w 412"/>
                <a:gd name="T109" fmla="*/ 201119358 h 268"/>
                <a:gd name="T110" fmla="*/ 497980074 w 412"/>
                <a:gd name="T111" fmla="*/ 181656941 h 268"/>
                <a:gd name="T112" fmla="*/ 518998644 w 412"/>
                <a:gd name="T113" fmla="*/ 173546964 h 268"/>
                <a:gd name="T114" fmla="*/ 504447131 w 412"/>
                <a:gd name="T115" fmla="*/ 160571980 h 268"/>
                <a:gd name="T116" fmla="*/ 520614773 w 412"/>
                <a:gd name="T117" fmla="*/ 147595762 h 268"/>
                <a:gd name="T118" fmla="*/ 507680659 w 412"/>
                <a:gd name="T119" fmla="*/ 139485785 h 268"/>
                <a:gd name="T120" fmla="*/ 554568729 w 412"/>
                <a:gd name="T121" fmla="*/ 113535897 h 268"/>
                <a:gd name="T122" fmla="*/ 478577631 w 412"/>
                <a:gd name="T123" fmla="*/ 113535897 h 26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12"/>
                <a:gd name="T187" fmla="*/ 0 h 268"/>
                <a:gd name="T188" fmla="*/ 412 w 412"/>
                <a:gd name="T189" fmla="*/ 268 h 268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12" h="268">
                  <a:moveTo>
                    <a:pt x="289" y="70"/>
                  </a:moveTo>
                  <a:lnTo>
                    <a:pt x="283" y="72"/>
                  </a:lnTo>
                  <a:lnTo>
                    <a:pt x="311" y="61"/>
                  </a:lnTo>
                  <a:lnTo>
                    <a:pt x="300" y="60"/>
                  </a:lnTo>
                  <a:lnTo>
                    <a:pt x="279" y="66"/>
                  </a:lnTo>
                  <a:lnTo>
                    <a:pt x="292" y="57"/>
                  </a:lnTo>
                  <a:lnTo>
                    <a:pt x="306" y="54"/>
                  </a:lnTo>
                  <a:lnTo>
                    <a:pt x="284" y="48"/>
                  </a:lnTo>
                  <a:lnTo>
                    <a:pt x="268" y="59"/>
                  </a:lnTo>
                  <a:lnTo>
                    <a:pt x="270" y="53"/>
                  </a:lnTo>
                  <a:lnTo>
                    <a:pt x="261" y="59"/>
                  </a:lnTo>
                  <a:lnTo>
                    <a:pt x="268" y="47"/>
                  </a:lnTo>
                  <a:lnTo>
                    <a:pt x="258" y="53"/>
                  </a:lnTo>
                  <a:lnTo>
                    <a:pt x="267" y="44"/>
                  </a:lnTo>
                  <a:lnTo>
                    <a:pt x="263" y="46"/>
                  </a:lnTo>
                  <a:lnTo>
                    <a:pt x="239" y="56"/>
                  </a:lnTo>
                  <a:lnTo>
                    <a:pt x="250" y="48"/>
                  </a:lnTo>
                  <a:lnTo>
                    <a:pt x="244" y="48"/>
                  </a:lnTo>
                  <a:lnTo>
                    <a:pt x="267" y="40"/>
                  </a:lnTo>
                  <a:lnTo>
                    <a:pt x="245" y="38"/>
                  </a:lnTo>
                  <a:lnTo>
                    <a:pt x="236" y="44"/>
                  </a:lnTo>
                  <a:lnTo>
                    <a:pt x="247" y="37"/>
                  </a:lnTo>
                  <a:lnTo>
                    <a:pt x="229" y="43"/>
                  </a:lnTo>
                  <a:lnTo>
                    <a:pt x="260" y="32"/>
                  </a:lnTo>
                  <a:lnTo>
                    <a:pt x="247" y="27"/>
                  </a:lnTo>
                  <a:lnTo>
                    <a:pt x="207" y="27"/>
                  </a:lnTo>
                  <a:lnTo>
                    <a:pt x="221" y="35"/>
                  </a:lnTo>
                  <a:lnTo>
                    <a:pt x="194" y="34"/>
                  </a:lnTo>
                  <a:lnTo>
                    <a:pt x="203" y="43"/>
                  </a:lnTo>
                  <a:lnTo>
                    <a:pt x="190" y="38"/>
                  </a:lnTo>
                  <a:lnTo>
                    <a:pt x="191" y="41"/>
                  </a:lnTo>
                  <a:lnTo>
                    <a:pt x="190" y="37"/>
                  </a:lnTo>
                  <a:lnTo>
                    <a:pt x="190" y="31"/>
                  </a:lnTo>
                  <a:lnTo>
                    <a:pt x="184" y="31"/>
                  </a:lnTo>
                  <a:lnTo>
                    <a:pt x="175" y="32"/>
                  </a:lnTo>
                  <a:lnTo>
                    <a:pt x="175" y="35"/>
                  </a:lnTo>
                  <a:lnTo>
                    <a:pt x="168" y="35"/>
                  </a:lnTo>
                  <a:lnTo>
                    <a:pt x="159" y="38"/>
                  </a:lnTo>
                  <a:lnTo>
                    <a:pt x="165" y="30"/>
                  </a:lnTo>
                  <a:lnTo>
                    <a:pt x="159" y="31"/>
                  </a:lnTo>
                  <a:lnTo>
                    <a:pt x="181" y="22"/>
                  </a:lnTo>
                  <a:lnTo>
                    <a:pt x="177" y="2"/>
                  </a:lnTo>
                  <a:lnTo>
                    <a:pt x="135" y="6"/>
                  </a:lnTo>
                  <a:lnTo>
                    <a:pt x="136" y="9"/>
                  </a:lnTo>
                  <a:lnTo>
                    <a:pt x="122" y="11"/>
                  </a:lnTo>
                  <a:lnTo>
                    <a:pt x="110" y="14"/>
                  </a:lnTo>
                  <a:lnTo>
                    <a:pt x="128" y="16"/>
                  </a:lnTo>
                  <a:lnTo>
                    <a:pt x="109" y="18"/>
                  </a:lnTo>
                  <a:lnTo>
                    <a:pt x="122" y="22"/>
                  </a:lnTo>
                  <a:lnTo>
                    <a:pt x="97" y="19"/>
                  </a:lnTo>
                  <a:lnTo>
                    <a:pt x="96" y="31"/>
                  </a:lnTo>
                  <a:lnTo>
                    <a:pt x="100" y="31"/>
                  </a:lnTo>
                  <a:lnTo>
                    <a:pt x="103" y="38"/>
                  </a:lnTo>
                  <a:lnTo>
                    <a:pt x="84" y="37"/>
                  </a:lnTo>
                  <a:lnTo>
                    <a:pt x="80" y="41"/>
                  </a:lnTo>
                  <a:lnTo>
                    <a:pt x="90" y="50"/>
                  </a:lnTo>
                  <a:lnTo>
                    <a:pt x="75" y="59"/>
                  </a:lnTo>
                  <a:lnTo>
                    <a:pt x="50" y="60"/>
                  </a:lnTo>
                  <a:lnTo>
                    <a:pt x="82" y="51"/>
                  </a:lnTo>
                  <a:lnTo>
                    <a:pt x="68" y="38"/>
                  </a:lnTo>
                  <a:lnTo>
                    <a:pt x="96" y="12"/>
                  </a:lnTo>
                  <a:lnTo>
                    <a:pt x="122" y="0"/>
                  </a:lnTo>
                  <a:lnTo>
                    <a:pt x="66" y="5"/>
                  </a:lnTo>
                  <a:lnTo>
                    <a:pt x="35" y="21"/>
                  </a:lnTo>
                  <a:lnTo>
                    <a:pt x="0" y="51"/>
                  </a:lnTo>
                  <a:lnTo>
                    <a:pt x="36" y="60"/>
                  </a:lnTo>
                  <a:lnTo>
                    <a:pt x="3" y="61"/>
                  </a:lnTo>
                  <a:lnTo>
                    <a:pt x="7" y="72"/>
                  </a:lnTo>
                  <a:lnTo>
                    <a:pt x="27" y="75"/>
                  </a:lnTo>
                  <a:lnTo>
                    <a:pt x="30" y="75"/>
                  </a:lnTo>
                  <a:lnTo>
                    <a:pt x="37" y="73"/>
                  </a:lnTo>
                  <a:lnTo>
                    <a:pt x="46" y="80"/>
                  </a:lnTo>
                  <a:lnTo>
                    <a:pt x="109" y="83"/>
                  </a:lnTo>
                  <a:lnTo>
                    <a:pt x="93" y="75"/>
                  </a:lnTo>
                  <a:lnTo>
                    <a:pt x="122" y="86"/>
                  </a:lnTo>
                  <a:lnTo>
                    <a:pt x="112" y="79"/>
                  </a:lnTo>
                  <a:lnTo>
                    <a:pt x="159" y="83"/>
                  </a:lnTo>
                  <a:lnTo>
                    <a:pt x="157" y="73"/>
                  </a:lnTo>
                  <a:lnTo>
                    <a:pt x="168" y="67"/>
                  </a:lnTo>
                  <a:lnTo>
                    <a:pt x="168" y="75"/>
                  </a:lnTo>
                  <a:lnTo>
                    <a:pt x="180" y="77"/>
                  </a:lnTo>
                  <a:lnTo>
                    <a:pt x="175" y="85"/>
                  </a:lnTo>
                  <a:lnTo>
                    <a:pt x="189" y="88"/>
                  </a:lnTo>
                  <a:lnTo>
                    <a:pt x="186" y="91"/>
                  </a:lnTo>
                  <a:lnTo>
                    <a:pt x="193" y="89"/>
                  </a:lnTo>
                  <a:lnTo>
                    <a:pt x="196" y="102"/>
                  </a:lnTo>
                  <a:lnTo>
                    <a:pt x="180" y="107"/>
                  </a:lnTo>
                  <a:lnTo>
                    <a:pt x="180" y="111"/>
                  </a:lnTo>
                  <a:lnTo>
                    <a:pt x="200" y="104"/>
                  </a:lnTo>
                  <a:lnTo>
                    <a:pt x="210" y="105"/>
                  </a:lnTo>
                  <a:lnTo>
                    <a:pt x="218" y="115"/>
                  </a:lnTo>
                  <a:lnTo>
                    <a:pt x="223" y="111"/>
                  </a:lnTo>
                  <a:lnTo>
                    <a:pt x="221" y="121"/>
                  </a:lnTo>
                  <a:lnTo>
                    <a:pt x="231" y="121"/>
                  </a:lnTo>
                  <a:lnTo>
                    <a:pt x="226" y="146"/>
                  </a:lnTo>
                  <a:lnTo>
                    <a:pt x="210" y="154"/>
                  </a:lnTo>
                  <a:lnTo>
                    <a:pt x="236" y="157"/>
                  </a:lnTo>
                  <a:lnTo>
                    <a:pt x="250" y="149"/>
                  </a:lnTo>
                  <a:lnTo>
                    <a:pt x="267" y="162"/>
                  </a:lnTo>
                  <a:lnTo>
                    <a:pt x="260" y="168"/>
                  </a:lnTo>
                  <a:lnTo>
                    <a:pt x="239" y="168"/>
                  </a:lnTo>
                  <a:lnTo>
                    <a:pt x="232" y="170"/>
                  </a:lnTo>
                  <a:lnTo>
                    <a:pt x="236" y="160"/>
                  </a:lnTo>
                  <a:lnTo>
                    <a:pt x="200" y="159"/>
                  </a:lnTo>
                  <a:lnTo>
                    <a:pt x="177" y="169"/>
                  </a:lnTo>
                  <a:lnTo>
                    <a:pt x="180" y="182"/>
                  </a:lnTo>
                  <a:lnTo>
                    <a:pt x="141" y="191"/>
                  </a:lnTo>
                  <a:lnTo>
                    <a:pt x="143" y="195"/>
                  </a:lnTo>
                  <a:lnTo>
                    <a:pt x="141" y="198"/>
                  </a:lnTo>
                  <a:lnTo>
                    <a:pt x="141" y="189"/>
                  </a:lnTo>
                  <a:lnTo>
                    <a:pt x="112" y="186"/>
                  </a:lnTo>
                  <a:lnTo>
                    <a:pt x="88" y="204"/>
                  </a:lnTo>
                  <a:lnTo>
                    <a:pt x="110" y="211"/>
                  </a:lnTo>
                  <a:lnTo>
                    <a:pt x="132" y="207"/>
                  </a:lnTo>
                  <a:lnTo>
                    <a:pt x="135" y="204"/>
                  </a:lnTo>
                  <a:lnTo>
                    <a:pt x="151" y="205"/>
                  </a:lnTo>
                  <a:lnTo>
                    <a:pt x="155" y="197"/>
                  </a:lnTo>
                  <a:lnTo>
                    <a:pt x="159" y="202"/>
                  </a:lnTo>
                  <a:lnTo>
                    <a:pt x="159" y="210"/>
                  </a:lnTo>
                  <a:lnTo>
                    <a:pt x="170" y="204"/>
                  </a:lnTo>
                  <a:lnTo>
                    <a:pt x="177" y="204"/>
                  </a:lnTo>
                  <a:lnTo>
                    <a:pt x="174" y="214"/>
                  </a:lnTo>
                  <a:lnTo>
                    <a:pt x="184" y="221"/>
                  </a:lnTo>
                  <a:lnTo>
                    <a:pt x="186" y="226"/>
                  </a:lnTo>
                  <a:lnTo>
                    <a:pt x="199" y="229"/>
                  </a:lnTo>
                  <a:lnTo>
                    <a:pt x="186" y="233"/>
                  </a:lnTo>
                  <a:lnTo>
                    <a:pt x="196" y="240"/>
                  </a:lnTo>
                  <a:lnTo>
                    <a:pt x="216" y="249"/>
                  </a:lnTo>
                  <a:lnTo>
                    <a:pt x="245" y="259"/>
                  </a:lnTo>
                  <a:lnTo>
                    <a:pt x="273" y="268"/>
                  </a:lnTo>
                  <a:lnTo>
                    <a:pt x="273" y="258"/>
                  </a:lnTo>
                  <a:lnTo>
                    <a:pt x="257" y="240"/>
                  </a:lnTo>
                  <a:lnTo>
                    <a:pt x="241" y="224"/>
                  </a:lnTo>
                  <a:lnTo>
                    <a:pt x="260" y="233"/>
                  </a:lnTo>
                  <a:lnTo>
                    <a:pt x="264" y="226"/>
                  </a:lnTo>
                  <a:lnTo>
                    <a:pt x="276" y="240"/>
                  </a:lnTo>
                  <a:lnTo>
                    <a:pt x="279" y="237"/>
                  </a:lnTo>
                  <a:lnTo>
                    <a:pt x="284" y="242"/>
                  </a:lnTo>
                  <a:lnTo>
                    <a:pt x="296" y="246"/>
                  </a:lnTo>
                  <a:lnTo>
                    <a:pt x="300" y="250"/>
                  </a:lnTo>
                  <a:lnTo>
                    <a:pt x="302" y="243"/>
                  </a:lnTo>
                  <a:lnTo>
                    <a:pt x="308" y="242"/>
                  </a:lnTo>
                  <a:lnTo>
                    <a:pt x="311" y="226"/>
                  </a:lnTo>
                  <a:lnTo>
                    <a:pt x="315" y="231"/>
                  </a:lnTo>
                  <a:lnTo>
                    <a:pt x="318" y="224"/>
                  </a:lnTo>
                  <a:lnTo>
                    <a:pt x="319" y="217"/>
                  </a:lnTo>
                  <a:lnTo>
                    <a:pt x="315" y="216"/>
                  </a:lnTo>
                  <a:lnTo>
                    <a:pt x="314" y="211"/>
                  </a:lnTo>
                  <a:lnTo>
                    <a:pt x="315" y="207"/>
                  </a:lnTo>
                  <a:lnTo>
                    <a:pt x="312" y="202"/>
                  </a:lnTo>
                  <a:lnTo>
                    <a:pt x="308" y="201"/>
                  </a:lnTo>
                  <a:lnTo>
                    <a:pt x="303" y="200"/>
                  </a:lnTo>
                  <a:lnTo>
                    <a:pt x="298" y="194"/>
                  </a:lnTo>
                  <a:lnTo>
                    <a:pt x="296" y="197"/>
                  </a:lnTo>
                  <a:lnTo>
                    <a:pt x="299" y="191"/>
                  </a:lnTo>
                  <a:lnTo>
                    <a:pt x="295" y="192"/>
                  </a:lnTo>
                  <a:lnTo>
                    <a:pt x="295" y="186"/>
                  </a:lnTo>
                  <a:lnTo>
                    <a:pt x="295" y="179"/>
                  </a:lnTo>
                  <a:lnTo>
                    <a:pt x="284" y="181"/>
                  </a:lnTo>
                  <a:lnTo>
                    <a:pt x="286" y="176"/>
                  </a:lnTo>
                  <a:lnTo>
                    <a:pt x="286" y="172"/>
                  </a:lnTo>
                  <a:lnTo>
                    <a:pt x="282" y="165"/>
                  </a:lnTo>
                  <a:lnTo>
                    <a:pt x="296" y="173"/>
                  </a:lnTo>
                  <a:lnTo>
                    <a:pt x="300" y="169"/>
                  </a:lnTo>
                  <a:lnTo>
                    <a:pt x="299" y="162"/>
                  </a:lnTo>
                  <a:lnTo>
                    <a:pt x="308" y="162"/>
                  </a:lnTo>
                  <a:lnTo>
                    <a:pt x="306" y="159"/>
                  </a:lnTo>
                  <a:lnTo>
                    <a:pt x="315" y="162"/>
                  </a:lnTo>
                  <a:lnTo>
                    <a:pt x="329" y="168"/>
                  </a:lnTo>
                  <a:lnTo>
                    <a:pt x="335" y="165"/>
                  </a:lnTo>
                  <a:lnTo>
                    <a:pt x="324" y="173"/>
                  </a:lnTo>
                  <a:lnTo>
                    <a:pt x="356" y="163"/>
                  </a:lnTo>
                  <a:lnTo>
                    <a:pt x="341" y="172"/>
                  </a:lnTo>
                  <a:lnTo>
                    <a:pt x="328" y="179"/>
                  </a:lnTo>
                  <a:lnTo>
                    <a:pt x="332" y="181"/>
                  </a:lnTo>
                  <a:lnTo>
                    <a:pt x="329" y="185"/>
                  </a:lnTo>
                  <a:lnTo>
                    <a:pt x="340" y="185"/>
                  </a:lnTo>
                  <a:lnTo>
                    <a:pt x="337" y="192"/>
                  </a:lnTo>
                  <a:lnTo>
                    <a:pt x="341" y="188"/>
                  </a:lnTo>
                  <a:lnTo>
                    <a:pt x="347" y="192"/>
                  </a:lnTo>
                  <a:lnTo>
                    <a:pt x="356" y="194"/>
                  </a:lnTo>
                  <a:lnTo>
                    <a:pt x="357" y="184"/>
                  </a:lnTo>
                  <a:lnTo>
                    <a:pt x="359" y="182"/>
                  </a:lnTo>
                  <a:lnTo>
                    <a:pt x="366" y="173"/>
                  </a:lnTo>
                  <a:lnTo>
                    <a:pt x="373" y="181"/>
                  </a:lnTo>
                  <a:lnTo>
                    <a:pt x="376" y="175"/>
                  </a:lnTo>
                  <a:lnTo>
                    <a:pt x="385" y="173"/>
                  </a:lnTo>
                  <a:lnTo>
                    <a:pt x="379" y="170"/>
                  </a:lnTo>
                  <a:lnTo>
                    <a:pt x="392" y="169"/>
                  </a:lnTo>
                  <a:lnTo>
                    <a:pt x="383" y="166"/>
                  </a:lnTo>
                  <a:lnTo>
                    <a:pt x="393" y="163"/>
                  </a:lnTo>
                  <a:lnTo>
                    <a:pt x="405" y="162"/>
                  </a:lnTo>
                  <a:lnTo>
                    <a:pt x="405" y="160"/>
                  </a:lnTo>
                  <a:lnTo>
                    <a:pt x="402" y="157"/>
                  </a:lnTo>
                  <a:lnTo>
                    <a:pt x="412" y="157"/>
                  </a:lnTo>
                  <a:lnTo>
                    <a:pt x="399" y="150"/>
                  </a:lnTo>
                  <a:lnTo>
                    <a:pt x="395" y="154"/>
                  </a:lnTo>
                  <a:lnTo>
                    <a:pt x="389" y="154"/>
                  </a:lnTo>
                  <a:lnTo>
                    <a:pt x="389" y="150"/>
                  </a:lnTo>
                  <a:lnTo>
                    <a:pt x="376" y="156"/>
                  </a:lnTo>
                  <a:lnTo>
                    <a:pt x="376" y="153"/>
                  </a:lnTo>
                  <a:lnTo>
                    <a:pt x="385" y="143"/>
                  </a:lnTo>
                  <a:lnTo>
                    <a:pt x="379" y="147"/>
                  </a:lnTo>
                  <a:lnTo>
                    <a:pt x="360" y="146"/>
                  </a:lnTo>
                  <a:lnTo>
                    <a:pt x="373" y="143"/>
                  </a:lnTo>
                  <a:lnTo>
                    <a:pt x="359" y="144"/>
                  </a:lnTo>
                  <a:lnTo>
                    <a:pt x="369" y="143"/>
                  </a:lnTo>
                  <a:lnTo>
                    <a:pt x="360" y="141"/>
                  </a:lnTo>
                  <a:lnTo>
                    <a:pt x="375" y="138"/>
                  </a:lnTo>
                  <a:lnTo>
                    <a:pt x="375" y="137"/>
                  </a:lnTo>
                  <a:lnTo>
                    <a:pt x="364" y="133"/>
                  </a:lnTo>
                  <a:lnTo>
                    <a:pt x="360" y="133"/>
                  </a:lnTo>
                  <a:lnTo>
                    <a:pt x="364" y="125"/>
                  </a:lnTo>
                  <a:lnTo>
                    <a:pt x="354" y="133"/>
                  </a:lnTo>
                  <a:lnTo>
                    <a:pt x="351" y="127"/>
                  </a:lnTo>
                  <a:lnTo>
                    <a:pt x="344" y="131"/>
                  </a:lnTo>
                  <a:lnTo>
                    <a:pt x="348" y="125"/>
                  </a:lnTo>
                  <a:lnTo>
                    <a:pt x="338" y="130"/>
                  </a:lnTo>
                  <a:lnTo>
                    <a:pt x="344" y="124"/>
                  </a:lnTo>
                  <a:lnTo>
                    <a:pt x="335" y="124"/>
                  </a:lnTo>
                  <a:lnTo>
                    <a:pt x="328" y="121"/>
                  </a:lnTo>
                  <a:lnTo>
                    <a:pt x="319" y="120"/>
                  </a:lnTo>
                  <a:lnTo>
                    <a:pt x="334" y="117"/>
                  </a:lnTo>
                  <a:lnTo>
                    <a:pt x="308" y="112"/>
                  </a:lnTo>
                  <a:lnTo>
                    <a:pt x="321" y="111"/>
                  </a:lnTo>
                  <a:lnTo>
                    <a:pt x="308" y="108"/>
                  </a:lnTo>
                  <a:lnTo>
                    <a:pt x="328" y="109"/>
                  </a:lnTo>
                  <a:lnTo>
                    <a:pt x="321" y="107"/>
                  </a:lnTo>
                  <a:lnTo>
                    <a:pt x="331" y="104"/>
                  </a:lnTo>
                  <a:lnTo>
                    <a:pt x="314" y="102"/>
                  </a:lnTo>
                  <a:lnTo>
                    <a:pt x="321" y="99"/>
                  </a:lnTo>
                  <a:lnTo>
                    <a:pt x="312" y="99"/>
                  </a:lnTo>
                  <a:lnTo>
                    <a:pt x="327" y="98"/>
                  </a:lnTo>
                  <a:lnTo>
                    <a:pt x="315" y="96"/>
                  </a:lnTo>
                  <a:lnTo>
                    <a:pt x="351" y="99"/>
                  </a:lnTo>
                  <a:lnTo>
                    <a:pt x="322" y="91"/>
                  </a:lnTo>
                  <a:lnTo>
                    <a:pt x="303" y="91"/>
                  </a:lnTo>
                  <a:lnTo>
                    <a:pt x="351" y="88"/>
                  </a:lnTo>
                  <a:lnTo>
                    <a:pt x="341" y="75"/>
                  </a:lnTo>
                  <a:lnTo>
                    <a:pt x="314" y="86"/>
                  </a:lnTo>
                  <a:lnTo>
                    <a:pt x="302" y="89"/>
                  </a:lnTo>
                  <a:lnTo>
                    <a:pt x="331" y="77"/>
                  </a:lnTo>
                  <a:lnTo>
                    <a:pt x="303" y="82"/>
                  </a:lnTo>
                  <a:lnTo>
                    <a:pt x="343" y="70"/>
                  </a:lnTo>
                  <a:lnTo>
                    <a:pt x="319" y="66"/>
                  </a:lnTo>
                  <a:lnTo>
                    <a:pt x="312" y="67"/>
                  </a:lnTo>
                  <a:lnTo>
                    <a:pt x="321" y="63"/>
                  </a:lnTo>
                  <a:lnTo>
                    <a:pt x="296" y="70"/>
                  </a:lnTo>
                  <a:lnTo>
                    <a:pt x="280" y="80"/>
                  </a:lnTo>
                  <a:lnTo>
                    <a:pt x="289" y="7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="" xmlns:a16="http://schemas.microsoft.com/office/drawing/2014/main" id="{FF8EB6D3-33E4-4A5C-8963-621AF52A5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144" y="1277938"/>
              <a:ext cx="633412" cy="147637"/>
            </a:xfrm>
            <a:custGeom>
              <a:avLst/>
              <a:gdLst>
                <a:gd name="T0" fmla="*/ 197433546 w 504"/>
                <a:gd name="T1" fmla="*/ 135344016 h 117"/>
                <a:gd name="T2" fmla="*/ 146891263 w 504"/>
                <a:gd name="T3" fmla="*/ 152858554 h 117"/>
                <a:gd name="T4" fmla="*/ 118460622 w 504"/>
                <a:gd name="T5" fmla="*/ 140120134 h 117"/>
                <a:gd name="T6" fmla="*/ 142151985 w 504"/>
                <a:gd name="T7" fmla="*/ 130566635 h 117"/>
                <a:gd name="T8" fmla="*/ 96347762 w 504"/>
                <a:gd name="T9" fmla="*/ 122605596 h 117"/>
                <a:gd name="T10" fmla="*/ 217966646 w 504"/>
                <a:gd name="T11" fmla="*/ 109867176 h 117"/>
                <a:gd name="T12" fmla="*/ 164264845 w 504"/>
                <a:gd name="T13" fmla="*/ 71651897 h 117"/>
                <a:gd name="T14" fmla="*/ 235341485 w 504"/>
                <a:gd name="T15" fmla="*/ 70060698 h 117"/>
                <a:gd name="T16" fmla="*/ 268510147 w 504"/>
                <a:gd name="T17" fmla="*/ 84390336 h 117"/>
                <a:gd name="T18" fmla="*/ 249556805 w 504"/>
                <a:gd name="T19" fmla="*/ 68468238 h 117"/>
                <a:gd name="T20" fmla="*/ 361698430 w 504"/>
                <a:gd name="T21" fmla="*/ 54137358 h 117"/>
                <a:gd name="T22" fmla="*/ 421719229 w 504"/>
                <a:gd name="T23" fmla="*/ 39806468 h 117"/>
                <a:gd name="T24" fmla="*/ 303258568 w 504"/>
                <a:gd name="T25" fmla="*/ 49359977 h 117"/>
                <a:gd name="T26" fmla="*/ 180059964 w 504"/>
                <a:gd name="T27" fmla="*/ 60505937 h 117"/>
                <a:gd name="T28" fmla="*/ 284305226 w 504"/>
                <a:gd name="T29" fmla="*/ 47768779 h 117"/>
                <a:gd name="T30" fmla="*/ 162685086 w 504"/>
                <a:gd name="T31" fmla="*/ 60505937 h 117"/>
                <a:gd name="T32" fmla="*/ 126358162 w 504"/>
                <a:gd name="T33" fmla="*/ 54137358 h 117"/>
                <a:gd name="T34" fmla="*/ 238499747 w 504"/>
                <a:gd name="T35" fmla="*/ 44583858 h 117"/>
                <a:gd name="T36" fmla="*/ 118460622 w 504"/>
                <a:gd name="T37" fmla="*/ 47768779 h 117"/>
                <a:gd name="T38" fmla="*/ 194275284 w 504"/>
                <a:gd name="T39" fmla="*/ 38215270 h 117"/>
                <a:gd name="T40" fmla="*/ 97927522 w 504"/>
                <a:gd name="T41" fmla="*/ 35030349 h 117"/>
                <a:gd name="T42" fmla="*/ 224284427 w 504"/>
                <a:gd name="T43" fmla="*/ 22291929 h 117"/>
                <a:gd name="T44" fmla="*/ 380653028 w 504"/>
                <a:gd name="T45" fmla="*/ 28660508 h 117"/>
                <a:gd name="T46" fmla="*/ 360119927 w 504"/>
                <a:gd name="T47" fmla="*/ 4777382 h 117"/>
                <a:gd name="T48" fmla="*/ 483318531 w 504"/>
                <a:gd name="T49" fmla="*/ 9553502 h 117"/>
                <a:gd name="T50" fmla="*/ 456467650 w 504"/>
                <a:gd name="T51" fmla="*/ 0 h 117"/>
                <a:gd name="T52" fmla="*/ 625470477 w 504"/>
                <a:gd name="T53" fmla="*/ 9553502 h 117"/>
                <a:gd name="T54" fmla="*/ 796053220 w 504"/>
                <a:gd name="T55" fmla="*/ 19107004 h 117"/>
                <a:gd name="T56" fmla="*/ 683910418 w 504"/>
                <a:gd name="T57" fmla="*/ 33437889 h 117"/>
                <a:gd name="T58" fmla="*/ 568609196 w 504"/>
                <a:gd name="T59" fmla="*/ 49359977 h 117"/>
                <a:gd name="T60" fmla="*/ 701285256 w 504"/>
                <a:gd name="T61" fmla="*/ 38215270 h 117"/>
                <a:gd name="T62" fmla="*/ 579666254 w 504"/>
                <a:gd name="T63" fmla="*/ 60505937 h 117"/>
                <a:gd name="T64" fmla="*/ 456467650 w 504"/>
                <a:gd name="T65" fmla="*/ 84390336 h 117"/>
                <a:gd name="T66" fmla="*/ 341165329 w 504"/>
                <a:gd name="T67" fmla="*/ 95536296 h 117"/>
                <a:gd name="T68" fmla="*/ 407503909 w 504"/>
                <a:gd name="T69" fmla="*/ 106682255 h 117"/>
                <a:gd name="T70" fmla="*/ 319053647 w 504"/>
                <a:gd name="T71" fmla="*/ 114644557 h 117"/>
                <a:gd name="T72" fmla="*/ 391708830 w 504"/>
                <a:gd name="T73" fmla="*/ 119420675 h 117"/>
                <a:gd name="T74" fmla="*/ 289043248 w 504"/>
                <a:gd name="T75" fmla="*/ 140120134 h 117"/>
                <a:gd name="T76" fmla="*/ 281145708 w 504"/>
                <a:gd name="T77" fmla="*/ 152858554 h 117"/>
                <a:gd name="T78" fmla="*/ 199013305 w 504"/>
                <a:gd name="T79" fmla="*/ 157635935 h 117"/>
                <a:gd name="T80" fmla="*/ 263772126 w 504"/>
                <a:gd name="T81" fmla="*/ 178335434 h 117"/>
                <a:gd name="T82" fmla="*/ 180059964 w 504"/>
                <a:gd name="T83" fmla="*/ 186296473 h 117"/>
                <a:gd name="T84" fmla="*/ 91609741 w 504"/>
                <a:gd name="T85" fmla="*/ 183111552 h 117"/>
                <a:gd name="T86" fmla="*/ 0 w 504"/>
                <a:gd name="T87" fmla="*/ 181519092 h 117"/>
                <a:gd name="T88" fmla="*/ 61599322 w 504"/>
                <a:gd name="T89" fmla="*/ 160819594 h 117"/>
                <a:gd name="T90" fmla="*/ 50543520 w 504"/>
                <a:gd name="T91" fmla="*/ 146489975 h 117"/>
                <a:gd name="T92" fmla="*/ 146891263 w 504"/>
                <a:gd name="T93" fmla="*/ 156043475 h 117"/>
                <a:gd name="T94" fmla="*/ 197433546 w 504"/>
                <a:gd name="T95" fmla="*/ 135344016 h 11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04"/>
                <a:gd name="T145" fmla="*/ 0 h 117"/>
                <a:gd name="T146" fmla="*/ 504 w 504"/>
                <a:gd name="T147" fmla="*/ 117 h 117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04" h="117">
                  <a:moveTo>
                    <a:pt x="125" y="85"/>
                  </a:moveTo>
                  <a:lnTo>
                    <a:pt x="93" y="96"/>
                  </a:lnTo>
                  <a:lnTo>
                    <a:pt x="75" y="88"/>
                  </a:lnTo>
                  <a:lnTo>
                    <a:pt x="90" y="82"/>
                  </a:lnTo>
                  <a:lnTo>
                    <a:pt x="61" y="77"/>
                  </a:lnTo>
                  <a:lnTo>
                    <a:pt x="138" y="69"/>
                  </a:lnTo>
                  <a:lnTo>
                    <a:pt x="104" y="45"/>
                  </a:lnTo>
                  <a:lnTo>
                    <a:pt x="149" y="44"/>
                  </a:lnTo>
                  <a:lnTo>
                    <a:pt x="170" y="53"/>
                  </a:lnTo>
                  <a:lnTo>
                    <a:pt x="158" y="43"/>
                  </a:lnTo>
                  <a:lnTo>
                    <a:pt x="229" y="34"/>
                  </a:lnTo>
                  <a:lnTo>
                    <a:pt x="267" y="25"/>
                  </a:lnTo>
                  <a:lnTo>
                    <a:pt x="192" y="31"/>
                  </a:lnTo>
                  <a:lnTo>
                    <a:pt x="114" y="38"/>
                  </a:lnTo>
                  <a:lnTo>
                    <a:pt x="180" y="30"/>
                  </a:lnTo>
                  <a:lnTo>
                    <a:pt x="103" y="38"/>
                  </a:lnTo>
                  <a:lnTo>
                    <a:pt x="80" y="34"/>
                  </a:lnTo>
                  <a:lnTo>
                    <a:pt x="151" y="28"/>
                  </a:lnTo>
                  <a:lnTo>
                    <a:pt x="75" y="30"/>
                  </a:lnTo>
                  <a:lnTo>
                    <a:pt x="123" y="24"/>
                  </a:lnTo>
                  <a:lnTo>
                    <a:pt x="62" y="22"/>
                  </a:lnTo>
                  <a:lnTo>
                    <a:pt x="142" y="14"/>
                  </a:lnTo>
                  <a:lnTo>
                    <a:pt x="241" y="18"/>
                  </a:lnTo>
                  <a:lnTo>
                    <a:pt x="228" y="3"/>
                  </a:lnTo>
                  <a:lnTo>
                    <a:pt x="306" y="6"/>
                  </a:lnTo>
                  <a:lnTo>
                    <a:pt x="289" y="0"/>
                  </a:lnTo>
                  <a:lnTo>
                    <a:pt x="396" y="6"/>
                  </a:lnTo>
                  <a:lnTo>
                    <a:pt x="504" y="12"/>
                  </a:lnTo>
                  <a:lnTo>
                    <a:pt x="433" y="21"/>
                  </a:lnTo>
                  <a:lnTo>
                    <a:pt x="360" y="31"/>
                  </a:lnTo>
                  <a:lnTo>
                    <a:pt x="444" y="24"/>
                  </a:lnTo>
                  <a:lnTo>
                    <a:pt x="367" y="38"/>
                  </a:lnTo>
                  <a:lnTo>
                    <a:pt x="289" y="53"/>
                  </a:lnTo>
                  <a:lnTo>
                    <a:pt x="216" y="60"/>
                  </a:lnTo>
                  <a:lnTo>
                    <a:pt x="258" y="67"/>
                  </a:lnTo>
                  <a:lnTo>
                    <a:pt x="202" y="72"/>
                  </a:lnTo>
                  <a:lnTo>
                    <a:pt x="248" y="75"/>
                  </a:lnTo>
                  <a:lnTo>
                    <a:pt x="183" y="88"/>
                  </a:lnTo>
                  <a:lnTo>
                    <a:pt x="178" y="96"/>
                  </a:lnTo>
                  <a:lnTo>
                    <a:pt x="126" y="99"/>
                  </a:lnTo>
                  <a:lnTo>
                    <a:pt x="167" y="112"/>
                  </a:lnTo>
                  <a:lnTo>
                    <a:pt x="114" y="117"/>
                  </a:lnTo>
                  <a:lnTo>
                    <a:pt x="58" y="115"/>
                  </a:lnTo>
                  <a:lnTo>
                    <a:pt x="0" y="114"/>
                  </a:lnTo>
                  <a:lnTo>
                    <a:pt x="39" y="101"/>
                  </a:lnTo>
                  <a:lnTo>
                    <a:pt x="32" y="92"/>
                  </a:lnTo>
                  <a:lnTo>
                    <a:pt x="93" y="98"/>
                  </a:lnTo>
                  <a:lnTo>
                    <a:pt x="125" y="8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="" xmlns:a16="http://schemas.microsoft.com/office/drawing/2014/main" id="{F5464E93-DF46-4375-A159-14ADA8434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381" y="1504950"/>
              <a:ext cx="350838" cy="133350"/>
            </a:xfrm>
            <a:custGeom>
              <a:avLst/>
              <a:gdLst>
                <a:gd name="T0" fmla="*/ 289372140 w 279"/>
                <a:gd name="T1" fmla="*/ 151930934 h 106"/>
                <a:gd name="T2" fmla="*/ 273559288 w 279"/>
                <a:gd name="T3" fmla="*/ 140852823 h 106"/>
                <a:gd name="T4" fmla="*/ 260909005 w 279"/>
                <a:gd name="T5" fmla="*/ 136105061 h 106"/>
                <a:gd name="T6" fmla="*/ 215052361 w 279"/>
                <a:gd name="T7" fmla="*/ 151930934 h 106"/>
                <a:gd name="T8" fmla="*/ 139151886 w 279"/>
                <a:gd name="T9" fmla="*/ 161426458 h 106"/>
                <a:gd name="T10" fmla="*/ 64832087 w 279"/>
                <a:gd name="T11" fmla="*/ 167756846 h 106"/>
                <a:gd name="T12" fmla="*/ 66412744 w 279"/>
                <a:gd name="T13" fmla="*/ 150348347 h 106"/>
                <a:gd name="T14" fmla="*/ 0 w 279"/>
                <a:gd name="T15" fmla="*/ 129774712 h 106"/>
                <a:gd name="T16" fmla="*/ 14230944 w 279"/>
                <a:gd name="T17" fmla="*/ 110782407 h 106"/>
                <a:gd name="T18" fmla="*/ 91713328 w 279"/>
                <a:gd name="T19" fmla="*/ 106034645 h 106"/>
                <a:gd name="T20" fmla="*/ 169195717 w 279"/>
                <a:gd name="T21" fmla="*/ 104452058 h 106"/>
                <a:gd name="T22" fmla="*/ 98038469 w 279"/>
                <a:gd name="T23" fmla="*/ 94956534 h 106"/>
                <a:gd name="T24" fmla="*/ 20556085 w 279"/>
                <a:gd name="T25" fmla="*/ 90208772 h 106"/>
                <a:gd name="T26" fmla="*/ 14230944 w 279"/>
                <a:gd name="T27" fmla="*/ 80713229 h 106"/>
                <a:gd name="T28" fmla="*/ 112269408 w 279"/>
                <a:gd name="T29" fmla="*/ 61722182 h 106"/>
                <a:gd name="T30" fmla="*/ 39531513 w 279"/>
                <a:gd name="T31" fmla="*/ 64887356 h 106"/>
                <a:gd name="T32" fmla="*/ 60087603 w 279"/>
                <a:gd name="T33" fmla="*/ 58557007 h 106"/>
                <a:gd name="T34" fmla="*/ 22138004 w 279"/>
                <a:gd name="T35" fmla="*/ 58557007 h 106"/>
                <a:gd name="T36" fmla="*/ 72737885 w 279"/>
                <a:gd name="T37" fmla="*/ 34816930 h 106"/>
                <a:gd name="T38" fmla="*/ 71157228 w 279"/>
                <a:gd name="T39" fmla="*/ 30069168 h 106"/>
                <a:gd name="T40" fmla="*/ 137569972 w 279"/>
                <a:gd name="T41" fmla="*/ 15825878 h 106"/>
                <a:gd name="T42" fmla="*/ 203982735 w 279"/>
                <a:gd name="T43" fmla="*/ 0 h 106"/>
                <a:gd name="T44" fmla="*/ 211889791 w 279"/>
                <a:gd name="T45" fmla="*/ 9495526 h 106"/>
                <a:gd name="T46" fmla="*/ 178683429 w 279"/>
                <a:gd name="T47" fmla="*/ 25321406 h 106"/>
                <a:gd name="T48" fmla="*/ 207145306 w 279"/>
                <a:gd name="T49" fmla="*/ 20573640 h 106"/>
                <a:gd name="T50" fmla="*/ 229283300 w 279"/>
                <a:gd name="T51" fmla="*/ 11078116 h 106"/>
                <a:gd name="T52" fmla="*/ 257746435 w 279"/>
                <a:gd name="T53" fmla="*/ 28486581 h 106"/>
                <a:gd name="T54" fmla="*/ 240352926 w 279"/>
                <a:gd name="T55" fmla="*/ 36399517 h 106"/>
                <a:gd name="T56" fmla="*/ 253001950 w 279"/>
                <a:gd name="T57" fmla="*/ 34816930 h 106"/>
                <a:gd name="T58" fmla="*/ 286209570 w 279"/>
                <a:gd name="T59" fmla="*/ 33234343 h 106"/>
                <a:gd name="T60" fmla="*/ 290952797 w 279"/>
                <a:gd name="T61" fmla="*/ 23738819 h 106"/>
                <a:gd name="T62" fmla="*/ 295696024 w 279"/>
                <a:gd name="T63" fmla="*/ 11078116 h 106"/>
                <a:gd name="T64" fmla="*/ 325741073 w 279"/>
                <a:gd name="T65" fmla="*/ 28486581 h 106"/>
                <a:gd name="T66" fmla="*/ 309928220 w 279"/>
                <a:gd name="T67" fmla="*/ 60139594 h 106"/>
                <a:gd name="T68" fmla="*/ 335228863 w 279"/>
                <a:gd name="T69" fmla="*/ 49061483 h 106"/>
                <a:gd name="T70" fmla="*/ 360528170 w 279"/>
                <a:gd name="T71" fmla="*/ 7912939 h 106"/>
                <a:gd name="T72" fmla="*/ 404804158 w 279"/>
                <a:gd name="T73" fmla="*/ 7912939 h 106"/>
                <a:gd name="T74" fmla="*/ 412709956 w 279"/>
                <a:gd name="T75" fmla="*/ 28486581 h 106"/>
                <a:gd name="T76" fmla="*/ 385828735 w 279"/>
                <a:gd name="T77" fmla="*/ 74382880 h 106"/>
                <a:gd name="T78" fmla="*/ 387409391 w 279"/>
                <a:gd name="T79" fmla="*/ 94956534 h 106"/>
                <a:gd name="T80" fmla="*/ 396897103 w 279"/>
                <a:gd name="T81" fmla="*/ 94956534 h 106"/>
                <a:gd name="T82" fmla="*/ 441173090 w 279"/>
                <a:gd name="T83" fmla="*/ 107617232 h 106"/>
                <a:gd name="T84" fmla="*/ 433267293 w 279"/>
                <a:gd name="T85" fmla="*/ 117112756 h 106"/>
                <a:gd name="T86" fmla="*/ 415872526 w 279"/>
                <a:gd name="T87" fmla="*/ 126609538 h 106"/>
                <a:gd name="T88" fmla="*/ 420617011 w 279"/>
                <a:gd name="T89" fmla="*/ 117112756 h 106"/>
                <a:gd name="T90" fmla="*/ 401641587 w 279"/>
                <a:gd name="T91" fmla="*/ 125026950 h 106"/>
                <a:gd name="T92" fmla="*/ 390571962 w 279"/>
                <a:gd name="T93" fmla="*/ 121860518 h 106"/>
                <a:gd name="T94" fmla="*/ 371597796 w 279"/>
                <a:gd name="T95" fmla="*/ 131357300 h 106"/>
                <a:gd name="T96" fmla="*/ 362110084 w 279"/>
                <a:gd name="T97" fmla="*/ 131357300 h 106"/>
                <a:gd name="T98" fmla="*/ 349459802 w 279"/>
                <a:gd name="T99" fmla="*/ 145600585 h 106"/>
                <a:gd name="T100" fmla="*/ 390571962 w 279"/>
                <a:gd name="T101" fmla="*/ 132939887 h 106"/>
                <a:gd name="T102" fmla="*/ 385828735 w 279"/>
                <a:gd name="T103" fmla="*/ 140852823 h 106"/>
                <a:gd name="T104" fmla="*/ 371597796 w 279"/>
                <a:gd name="T105" fmla="*/ 151930934 h 106"/>
                <a:gd name="T106" fmla="*/ 289372140 w 279"/>
                <a:gd name="T107" fmla="*/ 151930934 h 10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79"/>
                <a:gd name="T163" fmla="*/ 0 h 106"/>
                <a:gd name="T164" fmla="*/ 279 w 279"/>
                <a:gd name="T165" fmla="*/ 106 h 10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79" h="106">
                  <a:moveTo>
                    <a:pt x="183" y="96"/>
                  </a:moveTo>
                  <a:lnTo>
                    <a:pt x="173" y="89"/>
                  </a:lnTo>
                  <a:lnTo>
                    <a:pt x="165" y="86"/>
                  </a:lnTo>
                  <a:lnTo>
                    <a:pt x="136" y="96"/>
                  </a:lnTo>
                  <a:lnTo>
                    <a:pt x="88" y="102"/>
                  </a:lnTo>
                  <a:lnTo>
                    <a:pt x="41" y="106"/>
                  </a:lnTo>
                  <a:lnTo>
                    <a:pt x="42" y="95"/>
                  </a:lnTo>
                  <a:lnTo>
                    <a:pt x="0" y="82"/>
                  </a:lnTo>
                  <a:lnTo>
                    <a:pt x="9" y="70"/>
                  </a:lnTo>
                  <a:lnTo>
                    <a:pt x="58" y="67"/>
                  </a:lnTo>
                  <a:lnTo>
                    <a:pt x="107" y="66"/>
                  </a:lnTo>
                  <a:lnTo>
                    <a:pt x="62" y="60"/>
                  </a:lnTo>
                  <a:lnTo>
                    <a:pt x="13" y="57"/>
                  </a:lnTo>
                  <a:lnTo>
                    <a:pt x="9" y="51"/>
                  </a:lnTo>
                  <a:lnTo>
                    <a:pt x="71" y="39"/>
                  </a:lnTo>
                  <a:lnTo>
                    <a:pt x="25" y="41"/>
                  </a:lnTo>
                  <a:lnTo>
                    <a:pt x="38" y="37"/>
                  </a:lnTo>
                  <a:lnTo>
                    <a:pt x="14" y="37"/>
                  </a:lnTo>
                  <a:lnTo>
                    <a:pt x="46" y="22"/>
                  </a:lnTo>
                  <a:lnTo>
                    <a:pt x="45" y="19"/>
                  </a:lnTo>
                  <a:lnTo>
                    <a:pt x="87" y="10"/>
                  </a:lnTo>
                  <a:lnTo>
                    <a:pt x="129" y="0"/>
                  </a:lnTo>
                  <a:lnTo>
                    <a:pt x="134" y="6"/>
                  </a:lnTo>
                  <a:lnTo>
                    <a:pt x="113" y="16"/>
                  </a:lnTo>
                  <a:lnTo>
                    <a:pt x="131" y="13"/>
                  </a:lnTo>
                  <a:lnTo>
                    <a:pt x="145" y="7"/>
                  </a:lnTo>
                  <a:lnTo>
                    <a:pt x="163" y="18"/>
                  </a:lnTo>
                  <a:lnTo>
                    <a:pt x="152" y="23"/>
                  </a:lnTo>
                  <a:lnTo>
                    <a:pt x="160" y="22"/>
                  </a:lnTo>
                  <a:lnTo>
                    <a:pt x="181" y="21"/>
                  </a:lnTo>
                  <a:lnTo>
                    <a:pt x="184" y="15"/>
                  </a:lnTo>
                  <a:lnTo>
                    <a:pt x="187" y="7"/>
                  </a:lnTo>
                  <a:lnTo>
                    <a:pt x="206" y="18"/>
                  </a:lnTo>
                  <a:lnTo>
                    <a:pt x="196" y="38"/>
                  </a:lnTo>
                  <a:lnTo>
                    <a:pt x="212" y="31"/>
                  </a:lnTo>
                  <a:lnTo>
                    <a:pt x="228" y="5"/>
                  </a:lnTo>
                  <a:lnTo>
                    <a:pt x="256" y="5"/>
                  </a:lnTo>
                  <a:lnTo>
                    <a:pt x="261" y="18"/>
                  </a:lnTo>
                  <a:lnTo>
                    <a:pt x="244" y="47"/>
                  </a:lnTo>
                  <a:lnTo>
                    <a:pt x="245" y="60"/>
                  </a:lnTo>
                  <a:lnTo>
                    <a:pt x="251" y="60"/>
                  </a:lnTo>
                  <a:lnTo>
                    <a:pt x="279" y="68"/>
                  </a:lnTo>
                  <a:lnTo>
                    <a:pt x="274" y="74"/>
                  </a:lnTo>
                  <a:lnTo>
                    <a:pt x="263" y="80"/>
                  </a:lnTo>
                  <a:lnTo>
                    <a:pt x="266" y="74"/>
                  </a:lnTo>
                  <a:lnTo>
                    <a:pt x="254" y="79"/>
                  </a:lnTo>
                  <a:lnTo>
                    <a:pt x="247" y="77"/>
                  </a:lnTo>
                  <a:lnTo>
                    <a:pt x="235" y="83"/>
                  </a:lnTo>
                  <a:lnTo>
                    <a:pt x="229" y="83"/>
                  </a:lnTo>
                  <a:lnTo>
                    <a:pt x="221" y="92"/>
                  </a:lnTo>
                  <a:lnTo>
                    <a:pt x="247" y="84"/>
                  </a:lnTo>
                  <a:lnTo>
                    <a:pt x="244" y="89"/>
                  </a:lnTo>
                  <a:lnTo>
                    <a:pt x="235" y="96"/>
                  </a:lnTo>
                  <a:lnTo>
                    <a:pt x="183" y="9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="" xmlns:a16="http://schemas.microsoft.com/office/drawing/2014/main" id="{EB8D93DE-1883-47FB-A55D-5BC4F2B81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606" y="1476375"/>
              <a:ext cx="255588" cy="88900"/>
            </a:xfrm>
            <a:custGeom>
              <a:avLst/>
              <a:gdLst>
                <a:gd name="T0" fmla="*/ 145840019 w 203"/>
                <a:gd name="T1" fmla="*/ 73178270 h 72"/>
                <a:gd name="T2" fmla="*/ 98283039 w 203"/>
                <a:gd name="T3" fmla="*/ 97570217 h 72"/>
                <a:gd name="T4" fmla="*/ 25363649 w 203"/>
                <a:gd name="T5" fmla="*/ 109766798 h 72"/>
                <a:gd name="T6" fmla="*/ 14266344 w 203"/>
                <a:gd name="T7" fmla="*/ 85373636 h 72"/>
                <a:gd name="T8" fmla="*/ 0 w 203"/>
                <a:gd name="T9" fmla="*/ 76226798 h 72"/>
                <a:gd name="T10" fmla="*/ 45971851 w 203"/>
                <a:gd name="T11" fmla="*/ 53358518 h 72"/>
                <a:gd name="T12" fmla="*/ 64993636 w 203"/>
                <a:gd name="T13" fmla="*/ 44211699 h 72"/>
                <a:gd name="T14" fmla="*/ 120476380 w 203"/>
                <a:gd name="T15" fmla="*/ 19818523 h 72"/>
                <a:gd name="T16" fmla="*/ 117306083 w 203"/>
                <a:gd name="T17" fmla="*/ 3048529 h 72"/>
                <a:gd name="T18" fmla="*/ 217174270 w 203"/>
                <a:gd name="T19" fmla="*/ 0 h 72"/>
                <a:gd name="T20" fmla="*/ 239367612 w 203"/>
                <a:gd name="T21" fmla="*/ 7623174 h 72"/>
                <a:gd name="T22" fmla="*/ 248879763 w 203"/>
                <a:gd name="T23" fmla="*/ 12196586 h 72"/>
                <a:gd name="T24" fmla="*/ 299605782 w 203"/>
                <a:gd name="T25" fmla="*/ 7623174 h 72"/>
                <a:gd name="T26" fmla="*/ 321799124 w 203"/>
                <a:gd name="T27" fmla="*/ 32015109 h 72"/>
                <a:gd name="T28" fmla="*/ 250464912 w 203"/>
                <a:gd name="T29" fmla="*/ 47260227 h 72"/>
                <a:gd name="T30" fmla="*/ 179129441 w 203"/>
                <a:gd name="T31" fmla="*/ 65555098 h 72"/>
                <a:gd name="T32" fmla="*/ 145840019 w 203"/>
                <a:gd name="T33" fmla="*/ 73178270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3"/>
                <a:gd name="T52" fmla="*/ 0 h 72"/>
                <a:gd name="T53" fmla="*/ 203 w 203"/>
                <a:gd name="T54" fmla="*/ 72 h 7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3" h="72">
                  <a:moveTo>
                    <a:pt x="92" y="48"/>
                  </a:moveTo>
                  <a:lnTo>
                    <a:pt x="62" y="64"/>
                  </a:lnTo>
                  <a:lnTo>
                    <a:pt x="16" y="72"/>
                  </a:lnTo>
                  <a:lnTo>
                    <a:pt x="9" y="56"/>
                  </a:lnTo>
                  <a:lnTo>
                    <a:pt x="0" y="50"/>
                  </a:lnTo>
                  <a:lnTo>
                    <a:pt x="29" y="35"/>
                  </a:lnTo>
                  <a:lnTo>
                    <a:pt x="41" y="29"/>
                  </a:lnTo>
                  <a:lnTo>
                    <a:pt x="76" y="13"/>
                  </a:lnTo>
                  <a:lnTo>
                    <a:pt x="74" y="2"/>
                  </a:lnTo>
                  <a:lnTo>
                    <a:pt x="137" y="0"/>
                  </a:lnTo>
                  <a:lnTo>
                    <a:pt x="151" y="5"/>
                  </a:lnTo>
                  <a:lnTo>
                    <a:pt x="157" y="8"/>
                  </a:lnTo>
                  <a:lnTo>
                    <a:pt x="189" y="5"/>
                  </a:lnTo>
                  <a:lnTo>
                    <a:pt x="203" y="21"/>
                  </a:lnTo>
                  <a:lnTo>
                    <a:pt x="158" y="31"/>
                  </a:lnTo>
                  <a:lnTo>
                    <a:pt x="113" y="43"/>
                  </a:lnTo>
                  <a:lnTo>
                    <a:pt x="92" y="4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="" xmlns:a16="http://schemas.microsoft.com/office/drawing/2014/main" id="{4B82ADAF-8B7D-43BB-ACE8-39280922D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944" y="2154238"/>
              <a:ext cx="169862" cy="158750"/>
            </a:xfrm>
            <a:custGeom>
              <a:avLst/>
              <a:gdLst>
                <a:gd name="T0" fmla="*/ 110821733 w 135"/>
                <a:gd name="T1" fmla="*/ 163246626 h 123"/>
                <a:gd name="T2" fmla="*/ 112404594 w 135"/>
                <a:gd name="T3" fmla="*/ 156582999 h 123"/>
                <a:gd name="T4" fmla="*/ 53827376 w 135"/>
                <a:gd name="T5" fmla="*/ 163246626 h 123"/>
                <a:gd name="T6" fmla="*/ 0 w 135"/>
                <a:gd name="T7" fmla="*/ 158249229 h 123"/>
                <a:gd name="T8" fmla="*/ 11082552 w 135"/>
                <a:gd name="T9" fmla="*/ 141590808 h 123"/>
                <a:gd name="T10" fmla="*/ 36412115 w 135"/>
                <a:gd name="T11" fmla="*/ 124933678 h 123"/>
                <a:gd name="T12" fmla="*/ 11082552 w 135"/>
                <a:gd name="T13" fmla="*/ 124933678 h 123"/>
                <a:gd name="T14" fmla="*/ 23747965 w 135"/>
                <a:gd name="T15" fmla="*/ 119936281 h 123"/>
                <a:gd name="T16" fmla="*/ 53827376 w 135"/>
                <a:gd name="T17" fmla="*/ 101612922 h 123"/>
                <a:gd name="T18" fmla="*/ 55410237 w 135"/>
                <a:gd name="T19" fmla="*/ 104944089 h 123"/>
                <a:gd name="T20" fmla="*/ 61742941 w 135"/>
                <a:gd name="T21" fmla="*/ 93283066 h 123"/>
                <a:gd name="T22" fmla="*/ 55410237 w 135"/>
                <a:gd name="T23" fmla="*/ 86620730 h 123"/>
                <a:gd name="T24" fmla="*/ 69658507 w 135"/>
                <a:gd name="T25" fmla="*/ 81623313 h 123"/>
                <a:gd name="T26" fmla="*/ 104489029 w 135"/>
                <a:gd name="T27" fmla="*/ 34981790 h 123"/>
                <a:gd name="T28" fmla="*/ 140901134 w 135"/>
                <a:gd name="T29" fmla="*/ 1666230 h 123"/>
                <a:gd name="T30" fmla="*/ 156732265 w 135"/>
                <a:gd name="T31" fmla="*/ 0 h 123"/>
                <a:gd name="T32" fmla="*/ 170981832 w 135"/>
                <a:gd name="T33" fmla="*/ 0 h 123"/>
                <a:gd name="T34" fmla="*/ 147233838 w 135"/>
                <a:gd name="T35" fmla="*/ 8328568 h 123"/>
                <a:gd name="T36" fmla="*/ 155149404 w 135"/>
                <a:gd name="T37" fmla="*/ 16658426 h 123"/>
                <a:gd name="T38" fmla="*/ 140901134 w 135"/>
                <a:gd name="T39" fmla="*/ 29984393 h 123"/>
                <a:gd name="T40" fmla="*/ 101322047 w 135"/>
                <a:gd name="T41" fmla="*/ 81623313 h 123"/>
                <a:gd name="T42" fmla="*/ 132985568 w 135"/>
                <a:gd name="T43" fmla="*/ 56636327 h 123"/>
                <a:gd name="T44" fmla="*/ 126652864 w 135"/>
                <a:gd name="T45" fmla="*/ 64964892 h 123"/>
                <a:gd name="T46" fmla="*/ 150400819 w 135"/>
                <a:gd name="T47" fmla="*/ 64964892 h 123"/>
                <a:gd name="T48" fmla="*/ 129818587 w 135"/>
                <a:gd name="T49" fmla="*/ 76625916 h 123"/>
                <a:gd name="T50" fmla="*/ 129818587 w 135"/>
                <a:gd name="T51" fmla="*/ 83289542 h 123"/>
                <a:gd name="T52" fmla="*/ 151983681 w 135"/>
                <a:gd name="T53" fmla="*/ 88285669 h 123"/>
                <a:gd name="T54" fmla="*/ 147233838 w 135"/>
                <a:gd name="T55" fmla="*/ 96615524 h 123"/>
                <a:gd name="T56" fmla="*/ 177314536 w 135"/>
                <a:gd name="T57" fmla="*/ 83289542 h 123"/>
                <a:gd name="T58" fmla="*/ 175730417 w 135"/>
                <a:gd name="T59" fmla="*/ 91618127 h 123"/>
                <a:gd name="T60" fmla="*/ 202644095 w 135"/>
                <a:gd name="T61" fmla="*/ 88285669 h 123"/>
                <a:gd name="T62" fmla="*/ 182063121 w 135"/>
                <a:gd name="T63" fmla="*/ 109941487 h 123"/>
                <a:gd name="T64" fmla="*/ 188395825 w 135"/>
                <a:gd name="T65" fmla="*/ 119936281 h 123"/>
                <a:gd name="T66" fmla="*/ 177314536 w 135"/>
                <a:gd name="T67" fmla="*/ 129931075 h 123"/>
                <a:gd name="T68" fmla="*/ 213726642 w 135"/>
                <a:gd name="T69" fmla="*/ 119936281 h 123"/>
                <a:gd name="T70" fmla="*/ 180480259 w 135"/>
                <a:gd name="T71" fmla="*/ 144923267 h 123"/>
                <a:gd name="T72" fmla="*/ 183645982 w 135"/>
                <a:gd name="T73" fmla="*/ 151585602 h 123"/>
                <a:gd name="T74" fmla="*/ 182063121 w 135"/>
                <a:gd name="T75" fmla="*/ 151585602 h 123"/>
                <a:gd name="T76" fmla="*/ 180480259 w 135"/>
                <a:gd name="T77" fmla="*/ 163246626 h 123"/>
                <a:gd name="T78" fmla="*/ 212143780 w 135"/>
                <a:gd name="T79" fmla="*/ 139925869 h 123"/>
                <a:gd name="T80" fmla="*/ 197895510 w 135"/>
                <a:gd name="T81" fmla="*/ 163246626 h 123"/>
                <a:gd name="T82" fmla="*/ 212143780 w 135"/>
                <a:gd name="T83" fmla="*/ 156582999 h 123"/>
                <a:gd name="T84" fmla="*/ 213726642 w 135"/>
                <a:gd name="T85" fmla="*/ 168244023 h 123"/>
                <a:gd name="T86" fmla="*/ 186812964 w 135"/>
                <a:gd name="T87" fmla="*/ 204890782 h 123"/>
                <a:gd name="T88" fmla="*/ 175730417 w 135"/>
                <a:gd name="T89" fmla="*/ 199893385 h 123"/>
                <a:gd name="T90" fmla="*/ 175730417 w 135"/>
                <a:gd name="T91" fmla="*/ 184901193 h 123"/>
                <a:gd name="T92" fmla="*/ 156732265 w 135"/>
                <a:gd name="T93" fmla="*/ 194895988 h 123"/>
                <a:gd name="T94" fmla="*/ 172564694 w 135"/>
                <a:gd name="T95" fmla="*/ 163246626 h 123"/>
                <a:gd name="T96" fmla="*/ 166231990 w 135"/>
                <a:gd name="T97" fmla="*/ 154916770 h 123"/>
                <a:gd name="T98" fmla="*/ 147233838 w 135"/>
                <a:gd name="T99" fmla="*/ 176572628 h 123"/>
                <a:gd name="T100" fmla="*/ 156732265 w 135"/>
                <a:gd name="T101" fmla="*/ 163246626 h 123"/>
                <a:gd name="T102" fmla="*/ 106071890 w 135"/>
                <a:gd name="T103" fmla="*/ 194895988 h 123"/>
                <a:gd name="T104" fmla="*/ 104489029 w 135"/>
                <a:gd name="T105" fmla="*/ 188232361 h 123"/>
                <a:gd name="T106" fmla="*/ 147233838 w 135"/>
                <a:gd name="T107" fmla="*/ 161580397 h 123"/>
                <a:gd name="T108" fmla="*/ 136151291 w 135"/>
                <a:gd name="T109" fmla="*/ 163246626 h 123"/>
                <a:gd name="T110" fmla="*/ 142483995 w 135"/>
                <a:gd name="T111" fmla="*/ 156582999 h 123"/>
                <a:gd name="T112" fmla="*/ 126652864 w 135"/>
                <a:gd name="T113" fmla="*/ 161580397 h 123"/>
                <a:gd name="T114" fmla="*/ 110821733 w 135"/>
                <a:gd name="T115" fmla="*/ 171575231 h 123"/>
                <a:gd name="T116" fmla="*/ 99739186 w 135"/>
                <a:gd name="T117" fmla="*/ 168244023 h 123"/>
                <a:gd name="T118" fmla="*/ 110821733 w 135"/>
                <a:gd name="T119" fmla="*/ 163246626 h 12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35"/>
                <a:gd name="T181" fmla="*/ 0 h 123"/>
                <a:gd name="T182" fmla="*/ 135 w 135"/>
                <a:gd name="T183" fmla="*/ 123 h 12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35" h="123">
                  <a:moveTo>
                    <a:pt x="70" y="98"/>
                  </a:moveTo>
                  <a:lnTo>
                    <a:pt x="71" y="94"/>
                  </a:lnTo>
                  <a:lnTo>
                    <a:pt x="34" y="98"/>
                  </a:lnTo>
                  <a:lnTo>
                    <a:pt x="0" y="95"/>
                  </a:lnTo>
                  <a:lnTo>
                    <a:pt x="7" y="85"/>
                  </a:lnTo>
                  <a:lnTo>
                    <a:pt x="23" y="75"/>
                  </a:lnTo>
                  <a:lnTo>
                    <a:pt x="7" y="75"/>
                  </a:lnTo>
                  <a:lnTo>
                    <a:pt x="15" y="72"/>
                  </a:lnTo>
                  <a:lnTo>
                    <a:pt x="34" y="61"/>
                  </a:lnTo>
                  <a:lnTo>
                    <a:pt x="35" y="63"/>
                  </a:lnTo>
                  <a:lnTo>
                    <a:pt x="39" y="56"/>
                  </a:lnTo>
                  <a:lnTo>
                    <a:pt x="35" y="52"/>
                  </a:lnTo>
                  <a:lnTo>
                    <a:pt x="44" y="49"/>
                  </a:lnTo>
                  <a:lnTo>
                    <a:pt x="66" y="21"/>
                  </a:lnTo>
                  <a:lnTo>
                    <a:pt x="89" y="1"/>
                  </a:lnTo>
                  <a:lnTo>
                    <a:pt x="99" y="0"/>
                  </a:lnTo>
                  <a:lnTo>
                    <a:pt x="108" y="0"/>
                  </a:lnTo>
                  <a:lnTo>
                    <a:pt x="93" y="5"/>
                  </a:lnTo>
                  <a:lnTo>
                    <a:pt x="98" y="10"/>
                  </a:lnTo>
                  <a:lnTo>
                    <a:pt x="89" y="18"/>
                  </a:lnTo>
                  <a:lnTo>
                    <a:pt x="64" y="49"/>
                  </a:lnTo>
                  <a:lnTo>
                    <a:pt x="84" y="34"/>
                  </a:lnTo>
                  <a:lnTo>
                    <a:pt x="80" y="39"/>
                  </a:lnTo>
                  <a:lnTo>
                    <a:pt x="95" y="39"/>
                  </a:lnTo>
                  <a:lnTo>
                    <a:pt x="82" y="46"/>
                  </a:lnTo>
                  <a:lnTo>
                    <a:pt x="82" y="50"/>
                  </a:lnTo>
                  <a:lnTo>
                    <a:pt x="96" y="53"/>
                  </a:lnTo>
                  <a:lnTo>
                    <a:pt x="93" y="58"/>
                  </a:lnTo>
                  <a:lnTo>
                    <a:pt x="112" y="50"/>
                  </a:lnTo>
                  <a:lnTo>
                    <a:pt x="111" y="55"/>
                  </a:lnTo>
                  <a:lnTo>
                    <a:pt x="128" y="53"/>
                  </a:lnTo>
                  <a:lnTo>
                    <a:pt x="115" y="66"/>
                  </a:lnTo>
                  <a:lnTo>
                    <a:pt x="119" y="72"/>
                  </a:lnTo>
                  <a:lnTo>
                    <a:pt x="112" y="78"/>
                  </a:lnTo>
                  <a:lnTo>
                    <a:pt x="135" y="72"/>
                  </a:lnTo>
                  <a:lnTo>
                    <a:pt x="114" y="87"/>
                  </a:lnTo>
                  <a:lnTo>
                    <a:pt x="116" y="91"/>
                  </a:lnTo>
                  <a:lnTo>
                    <a:pt x="115" y="91"/>
                  </a:lnTo>
                  <a:lnTo>
                    <a:pt x="114" y="98"/>
                  </a:lnTo>
                  <a:lnTo>
                    <a:pt x="134" y="84"/>
                  </a:lnTo>
                  <a:lnTo>
                    <a:pt x="125" y="98"/>
                  </a:lnTo>
                  <a:lnTo>
                    <a:pt x="134" y="94"/>
                  </a:lnTo>
                  <a:lnTo>
                    <a:pt x="135" y="101"/>
                  </a:lnTo>
                  <a:lnTo>
                    <a:pt x="118" y="123"/>
                  </a:lnTo>
                  <a:lnTo>
                    <a:pt x="111" y="120"/>
                  </a:lnTo>
                  <a:lnTo>
                    <a:pt x="111" y="111"/>
                  </a:lnTo>
                  <a:lnTo>
                    <a:pt x="99" y="117"/>
                  </a:lnTo>
                  <a:lnTo>
                    <a:pt x="109" y="98"/>
                  </a:lnTo>
                  <a:lnTo>
                    <a:pt x="105" y="93"/>
                  </a:lnTo>
                  <a:lnTo>
                    <a:pt x="93" y="106"/>
                  </a:lnTo>
                  <a:lnTo>
                    <a:pt x="99" y="98"/>
                  </a:lnTo>
                  <a:lnTo>
                    <a:pt x="67" y="117"/>
                  </a:lnTo>
                  <a:lnTo>
                    <a:pt x="66" y="113"/>
                  </a:lnTo>
                  <a:lnTo>
                    <a:pt x="93" y="97"/>
                  </a:lnTo>
                  <a:lnTo>
                    <a:pt x="86" y="98"/>
                  </a:lnTo>
                  <a:lnTo>
                    <a:pt x="90" y="94"/>
                  </a:lnTo>
                  <a:lnTo>
                    <a:pt x="80" y="97"/>
                  </a:lnTo>
                  <a:lnTo>
                    <a:pt x="70" y="103"/>
                  </a:lnTo>
                  <a:lnTo>
                    <a:pt x="63" y="101"/>
                  </a:lnTo>
                  <a:lnTo>
                    <a:pt x="70" y="9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="" xmlns:a16="http://schemas.microsoft.com/office/drawing/2014/main" id="{0E0D5752-7AEB-4058-B672-4A3E59BF2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156" y="1417638"/>
              <a:ext cx="301625" cy="50800"/>
            </a:xfrm>
            <a:custGeom>
              <a:avLst/>
              <a:gdLst>
                <a:gd name="T0" fmla="*/ 154188672 w 238"/>
                <a:gd name="T1" fmla="*/ 30705645 h 43"/>
                <a:gd name="T2" fmla="*/ 114035805 w 238"/>
                <a:gd name="T3" fmla="*/ 16748641 h 43"/>
                <a:gd name="T4" fmla="*/ 170249605 w 238"/>
                <a:gd name="T5" fmla="*/ 16748641 h 43"/>
                <a:gd name="T6" fmla="*/ 67457547 w 238"/>
                <a:gd name="T7" fmla="*/ 11165368 h 43"/>
                <a:gd name="T8" fmla="*/ 85125436 w 238"/>
                <a:gd name="T9" fmla="*/ 0 h 43"/>
                <a:gd name="T10" fmla="*/ 0 w 238"/>
                <a:gd name="T11" fmla="*/ 2791637 h 43"/>
                <a:gd name="T12" fmla="*/ 78700045 w 238"/>
                <a:gd name="T13" fmla="*/ 12561777 h 43"/>
                <a:gd name="T14" fmla="*/ 64244861 w 238"/>
                <a:gd name="T15" fmla="*/ 34892508 h 43"/>
                <a:gd name="T16" fmla="*/ 51396653 w 238"/>
                <a:gd name="T17" fmla="*/ 60014881 h 43"/>
                <a:gd name="T18" fmla="*/ 131702408 w 238"/>
                <a:gd name="T19" fmla="*/ 57223245 h 43"/>
                <a:gd name="T20" fmla="*/ 212009449 w 238"/>
                <a:gd name="T21" fmla="*/ 55828017 h 43"/>
                <a:gd name="T22" fmla="*/ 293922160 w 238"/>
                <a:gd name="T23" fmla="*/ 55828017 h 43"/>
                <a:gd name="T24" fmla="*/ 372622265 w 238"/>
                <a:gd name="T25" fmla="*/ 53036381 h 43"/>
                <a:gd name="T26" fmla="*/ 382259055 w 238"/>
                <a:gd name="T27" fmla="*/ 39079381 h 43"/>
                <a:gd name="T28" fmla="*/ 321225553 w 238"/>
                <a:gd name="T29" fmla="*/ 26518781 h 43"/>
                <a:gd name="T30" fmla="*/ 237707132 w 238"/>
                <a:gd name="T31" fmla="*/ 29309236 h 43"/>
                <a:gd name="T32" fmla="*/ 154188672 w 238"/>
                <a:gd name="T33" fmla="*/ 30705645 h 4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38"/>
                <a:gd name="T52" fmla="*/ 0 h 43"/>
                <a:gd name="T53" fmla="*/ 238 w 238"/>
                <a:gd name="T54" fmla="*/ 43 h 4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38" h="43">
                  <a:moveTo>
                    <a:pt x="96" y="22"/>
                  </a:moveTo>
                  <a:lnTo>
                    <a:pt x="71" y="12"/>
                  </a:lnTo>
                  <a:lnTo>
                    <a:pt x="106" y="12"/>
                  </a:lnTo>
                  <a:lnTo>
                    <a:pt x="42" y="8"/>
                  </a:lnTo>
                  <a:lnTo>
                    <a:pt x="53" y="0"/>
                  </a:lnTo>
                  <a:lnTo>
                    <a:pt x="0" y="2"/>
                  </a:lnTo>
                  <a:lnTo>
                    <a:pt x="49" y="9"/>
                  </a:lnTo>
                  <a:lnTo>
                    <a:pt x="40" y="25"/>
                  </a:lnTo>
                  <a:lnTo>
                    <a:pt x="32" y="43"/>
                  </a:lnTo>
                  <a:lnTo>
                    <a:pt x="82" y="41"/>
                  </a:lnTo>
                  <a:lnTo>
                    <a:pt x="132" y="40"/>
                  </a:lnTo>
                  <a:lnTo>
                    <a:pt x="183" y="40"/>
                  </a:lnTo>
                  <a:lnTo>
                    <a:pt x="232" y="38"/>
                  </a:lnTo>
                  <a:lnTo>
                    <a:pt x="238" y="28"/>
                  </a:lnTo>
                  <a:lnTo>
                    <a:pt x="200" y="19"/>
                  </a:lnTo>
                  <a:lnTo>
                    <a:pt x="148" y="21"/>
                  </a:lnTo>
                  <a:lnTo>
                    <a:pt x="96" y="2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="" xmlns:a16="http://schemas.microsoft.com/office/drawing/2014/main" id="{B3C76E7C-F300-443A-8E9E-8D3BEA0FE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3519" y="1314450"/>
              <a:ext cx="190500" cy="69850"/>
            </a:xfrm>
            <a:custGeom>
              <a:avLst/>
              <a:gdLst>
                <a:gd name="T0" fmla="*/ 48692803 w 152"/>
                <a:gd name="T1" fmla="*/ 26054053 h 53"/>
                <a:gd name="T2" fmla="*/ 29844580 w 152"/>
                <a:gd name="T3" fmla="*/ 17368928 h 53"/>
                <a:gd name="T4" fmla="*/ 113093076 w 152"/>
                <a:gd name="T5" fmla="*/ 0 h 53"/>
                <a:gd name="T6" fmla="*/ 213619423 w 152"/>
                <a:gd name="T7" fmla="*/ 19105952 h 53"/>
                <a:gd name="T8" fmla="*/ 188488473 w 152"/>
                <a:gd name="T9" fmla="*/ 46897034 h 53"/>
                <a:gd name="T10" fmla="*/ 238751627 w 152"/>
                <a:gd name="T11" fmla="*/ 53845130 h 53"/>
                <a:gd name="T12" fmla="*/ 150790755 w 152"/>
                <a:gd name="T13" fmla="*/ 72951076 h 53"/>
                <a:gd name="T14" fmla="*/ 114663447 w 152"/>
                <a:gd name="T15" fmla="*/ 92057043 h 53"/>
                <a:gd name="T16" fmla="*/ 98955976 w 152"/>
                <a:gd name="T17" fmla="*/ 78162148 h 53"/>
                <a:gd name="T18" fmla="*/ 95815234 w 152"/>
                <a:gd name="T19" fmla="*/ 92057043 h 53"/>
                <a:gd name="T20" fmla="*/ 14137104 w 152"/>
                <a:gd name="T21" fmla="*/ 67740004 h 53"/>
                <a:gd name="T22" fmla="*/ 113093076 w 152"/>
                <a:gd name="T23" fmla="*/ 57319178 h 53"/>
                <a:gd name="T24" fmla="*/ 0 w 152"/>
                <a:gd name="T25" fmla="*/ 41685951 h 53"/>
                <a:gd name="T26" fmla="*/ 48692803 w 152"/>
                <a:gd name="T27" fmla="*/ 26054053 h 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52"/>
                <a:gd name="T43" fmla="*/ 0 h 53"/>
                <a:gd name="T44" fmla="*/ 152 w 152"/>
                <a:gd name="T45" fmla="*/ 53 h 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52" h="53">
                  <a:moveTo>
                    <a:pt x="31" y="15"/>
                  </a:moveTo>
                  <a:lnTo>
                    <a:pt x="19" y="10"/>
                  </a:lnTo>
                  <a:lnTo>
                    <a:pt x="72" y="0"/>
                  </a:lnTo>
                  <a:lnTo>
                    <a:pt x="136" y="11"/>
                  </a:lnTo>
                  <a:lnTo>
                    <a:pt x="120" y="27"/>
                  </a:lnTo>
                  <a:lnTo>
                    <a:pt x="152" y="31"/>
                  </a:lnTo>
                  <a:lnTo>
                    <a:pt x="96" y="42"/>
                  </a:lnTo>
                  <a:lnTo>
                    <a:pt x="73" y="53"/>
                  </a:lnTo>
                  <a:lnTo>
                    <a:pt x="63" y="45"/>
                  </a:lnTo>
                  <a:lnTo>
                    <a:pt x="61" y="53"/>
                  </a:lnTo>
                  <a:lnTo>
                    <a:pt x="9" y="39"/>
                  </a:lnTo>
                  <a:lnTo>
                    <a:pt x="72" y="33"/>
                  </a:lnTo>
                  <a:lnTo>
                    <a:pt x="0" y="24"/>
                  </a:lnTo>
                  <a:lnTo>
                    <a:pt x="31" y="1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="" xmlns:a16="http://schemas.microsoft.com/office/drawing/2014/main" id="{2FA298C9-7CC0-421D-AAFA-F26DC4FF1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481" y="1417638"/>
              <a:ext cx="255588" cy="58737"/>
            </a:xfrm>
            <a:custGeom>
              <a:avLst/>
              <a:gdLst>
                <a:gd name="T0" fmla="*/ 86334883 w 204"/>
                <a:gd name="T1" fmla="*/ 71875729 h 48"/>
                <a:gd name="T2" fmla="*/ 54940147 w 204"/>
                <a:gd name="T3" fmla="*/ 64389211 h 48"/>
                <a:gd name="T4" fmla="*/ 156971116 w 204"/>
                <a:gd name="T5" fmla="*/ 46419366 h 48"/>
                <a:gd name="T6" fmla="*/ 78485558 w 204"/>
                <a:gd name="T7" fmla="*/ 46419366 h 48"/>
                <a:gd name="T8" fmla="*/ 0 w 204"/>
                <a:gd name="T9" fmla="*/ 46419366 h 48"/>
                <a:gd name="T10" fmla="*/ 75345836 w 204"/>
                <a:gd name="T11" fmla="*/ 32942890 h 48"/>
                <a:gd name="T12" fmla="*/ 40812640 w 204"/>
                <a:gd name="T13" fmla="*/ 31445097 h 48"/>
                <a:gd name="T14" fmla="*/ 91043214 w 204"/>
                <a:gd name="T15" fmla="*/ 26952942 h 48"/>
                <a:gd name="T16" fmla="*/ 69067644 w 204"/>
                <a:gd name="T17" fmla="*/ 20964217 h 48"/>
                <a:gd name="T18" fmla="*/ 160110839 w 204"/>
                <a:gd name="T19" fmla="*/ 23958580 h 48"/>
                <a:gd name="T20" fmla="*/ 224468919 w 204"/>
                <a:gd name="T21" fmla="*/ 40430641 h 48"/>
                <a:gd name="T22" fmla="*/ 226038780 w 204"/>
                <a:gd name="T23" fmla="*/ 11979902 h 48"/>
                <a:gd name="T24" fmla="*/ 280978908 w 204"/>
                <a:gd name="T25" fmla="*/ 0 h 48"/>
                <a:gd name="T26" fmla="*/ 260571966 w 204"/>
                <a:gd name="T27" fmla="*/ 31445097 h 48"/>
                <a:gd name="T28" fmla="*/ 320221677 w 204"/>
                <a:gd name="T29" fmla="*/ 28450735 h 48"/>
                <a:gd name="T30" fmla="*/ 271560994 w 204"/>
                <a:gd name="T31" fmla="*/ 52409314 h 48"/>
                <a:gd name="T32" fmla="*/ 232318225 w 204"/>
                <a:gd name="T33" fmla="*/ 50911521 h 48"/>
                <a:gd name="T34" fmla="*/ 160110839 w 204"/>
                <a:gd name="T35" fmla="*/ 61393625 h 48"/>
                <a:gd name="T36" fmla="*/ 86334883 w 204"/>
                <a:gd name="T37" fmla="*/ 71875729 h 4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4"/>
                <a:gd name="T58" fmla="*/ 0 h 48"/>
                <a:gd name="T59" fmla="*/ 204 w 204"/>
                <a:gd name="T60" fmla="*/ 48 h 4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4" h="48">
                  <a:moveTo>
                    <a:pt x="55" y="48"/>
                  </a:moveTo>
                  <a:lnTo>
                    <a:pt x="35" y="43"/>
                  </a:lnTo>
                  <a:lnTo>
                    <a:pt x="100" y="31"/>
                  </a:lnTo>
                  <a:lnTo>
                    <a:pt x="50" y="31"/>
                  </a:lnTo>
                  <a:lnTo>
                    <a:pt x="0" y="31"/>
                  </a:lnTo>
                  <a:lnTo>
                    <a:pt x="48" y="22"/>
                  </a:lnTo>
                  <a:lnTo>
                    <a:pt x="26" y="21"/>
                  </a:lnTo>
                  <a:lnTo>
                    <a:pt x="58" y="18"/>
                  </a:lnTo>
                  <a:lnTo>
                    <a:pt x="44" y="14"/>
                  </a:lnTo>
                  <a:lnTo>
                    <a:pt x="102" y="16"/>
                  </a:lnTo>
                  <a:lnTo>
                    <a:pt x="143" y="27"/>
                  </a:lnTo>
                  <a:lnTo>
                    <a:pt x="144" y="8"/>
                  </a:lnTo>
                  <a:lnTo>
                    <a:pt x="179" y="0"/>
                  </a:lnTo>
                  <a:lnTo>
                    <a:pt x="166" y="21"/>
                  </a:lnTo>
                  <a:lnTo>
                    <a:pt x="204" y="19"/>
                  </a:lnTo>
                  <a:lnTo>
                    <a:pt x="173" y="35"/>
                  </a:lnTo>
                  <a:lnTo>
                    <a:pt x="148" y="34"/>
                  </a:lnTo>
                  <a:lnTo>
                    <a:pt x="102" y="41"/>
                  </a:lnTo>
                  <a:lnTo>
                    <a:pt x="55" y="4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="" xmlns:a16="http://schemas.microsoft.com/office/drawing/2014/main" id="{E4495B4A-59FC-47A3-A52C-6E954763B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206" y="1712913"/>
              <a:ext cx="160338" cy="80962"/>
            </a:xfrm>
            <a:custGeom>
              <a:avLst/>
              <a:gdLst>
                <a:gd name="T0" fmla="*/ 142788476 w 128"/>
                <a:gd name="T1" fmla="*/ 76813946 h 64"/>
                <a:gd name="T2" fmla="*/ 123960044 w 128"/>
                <a:gd name="T3" fmla="*/ 68812627 h 64"/>
                <a:gd name="T4" fmla="*/ 125528349 w 128"/>
                <a:gd name="T5" fmla="*/ 65612099 h 64"/>
                <a:gd name="T6" fmla="*/ 109837780 w 128"/>
                <a:gd name="T7" fmla="*/ 72013154 h 64"/>
                <a:gd name="T8" fmla="*/ 47072979 w 128"/>
                <a:gd name="T9" fmla="*/ 102419451 h 64"/>
                <a:gd name="T10" fmla="*/ 43935116 w 128"/>
                <a:gd name="T11" fmla="*/ 81616002 h 64"/>
                <a:gd name="T12" fmla="*/ 0 w 128"/>
                <a:gd name="T13" fmla="*/ 83216286 h 64"/>
                <a:gd name="T14" fmla="*/ 43935116 w 128"/>
                <a:gd name="T15" fmla="*/ 62411572 h 64"/>
                <a:gd name="T16" fmla="*/ 69040527 w 128"/>
                <a:gd name="T17" fmla="*/ 30406287 h 64"/>
                <a:gd name="T18" fmla="*/ 95715516 w 128"/>
                <a:gd name="T19" fmla="*/ 0 h 64"/>
                <a:gd name="T20" fmla="*/ 112975643 w 128"/>
                <a:gd name="T21" fmla="*/ 9601585 h 64"/>
                <a:gd name="T22" fmla="*/ 108268222 w 128"/>
                <a:gd name="T23" fmla="*/ 22403703 h 64"/>
                <a:gd name="T24" fmla="*/ 123960044 w 128"/>
                <a:gd name="T25" fmla="*/ 16002643 h 64"/>
                <a:gd name="T26" fmla="*/ 175740464 w 128"/>
                <a:gd name="T27" fmla="*/ 51209725 h 64"/>
                <a:gd name="T28" fmla="*/ 158480298 w 128"/>
                <a:gd name="T29" fmla="*/ 68812627 h 64"/>
                <a:gd name="T30" fmla="*/ 196138454 w 128"/>
                <a:gd name="T31" fmla="*/ 68812627 h 64"/>
                <a:gd name="T32" fmla="*/ 200845875 w 128"/>
                <a:gd name="T33" fmla="*/ 78415474 h 64"/>
                <a:gd name="T34" fmla="*/ 167895179 w 128"/>
                <a:gd name="T35" fmla="*/ 88017077 h 64"/>
                <a:gd name="T36" fmla="*/ 142788476 w 128"/>
                <a:gd name="T37" fmla="*/ 76813946 h 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64"/>
                <a:gd name="T59" fmla="*/ 128 w 128"/>
                <a:gd name="T60" fmla="*/ 64 h 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64">
                  <a:moveTo>
                    <a:pt x="91" y="48"/>
                  </a:moveTo>
                  <a:lnTo>
                    <a:pt x="79" y="43"/>
                  </a:lnTo>
                  <a:lnTo>
                    <a:pt x="80" y="41"/>
                  </a:lnTo>
                  <a:lnTo>
                    <a:pt x="70" y="45"/>
                  </a:lnTo>
                  <a:lnTo>
                    <a:pt x="30" y="64"/>
                  </a:lnTo>
                  <a:lnTo>
                    <a:pt x="28" y="51"/>
                  </a:lnTo>
                  <a:lnTo>
                    <a:pt x="0" y="52"/>
                  </a:lnTo>
                  <a:lnTo>
                    <a:pt x="28" y="39"/>
                  </a:lnTo>
                  <a:lnTo>
                    <a:pt x="44" y="19"/>
                  </a:lnTo>
                  <a:lnTo>
                    <a:pt x="61" y="0"/>
                  </a:lnTo>
                  <a:lnTo>
                    <a:pt x="72" y="6"/>
                  </a:lnTo>
                  <a:lnTo>
                    <a:pt x="69" y="14"/>
                  </a:lnTo>
                  <a:lnTo>
                    <a:pt x="79" y="10"/>
                  </a:lnTo>
                  <a:lnTo>
                    <a:pt x="112" y="32"/>
                  </a:lnTo>
                  <a:lnTo>
                    <a:pt x="101" y="43"/>
                  </a:lnTo>
                  <a:lnTo>
                    <a:pt x="125" y="43"/>
                  </a:lnTo>
                  <a:lnTo>
                    <a:pt x="128" y="49"/>
                  </a:lnTo>
                  <a:lnTo>
                    <a:pt x="107" y="55"/>
                  </a:lnTo>
                  <a:lnTo>
                    <a:pt x="91" y="4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="" xmlns:a16="http://schemas.microsoft.com/office/drawing/2014/main" id="{4C5E34DB-A295-4F4D-97B1-B45DA1DF1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556" y="1493838"/>
              <a:ext cx="144463" cy="61912"/>
            </a:xfrm>
            <a:custGeom>
              <a:avLst/>
              <a:gdLst>
                <a:gd name="T0" fmla="*/ 184686387 w 113"/>
                <a:gd name="T1" fmla="*/ 0 h 48"/>
                <a:gd name="T2" fmla="*/ 78451078 w 113"/>
                <a:gd name="T3" fmla="*/ 0 h 48"/>
                <a:gd name="T4" fmla="*/ 89891798 w 113"/>
                <a:gd name="T5" fmla="*/ 16636270 h 48"/>
                <a:gd name="T6" fmla="*/ 67010379 w 113"/>
                <a:gd name="T7" fmla="*/ 31609946 h 48"/>
                <a:gd name="T8" fmla="*/ 0 w 113"/>
                <a:gd name="T9" fmla="*/ 33273830 h 48"/>
                <a:gd name="T10" fmla="*/ 40860016 w 113"/>
                <a:gd name="T11" fmla="*/ 58228238 h 48"/>
                <a:gd name="T12" fmla="*/ 78451078 w 113"/>
                <a:gd name="T13" fmla="*/ 79856156 h 48"/>
                <a:gd name="T14" fmla="*/ 84989006 w 113"/>
                <a:gd name="T15" fmla="*/ 68210255 h 48"/>
                <a:gd name="T16" fmla="*/ 135654596 w 113"/>
                <a:gd name="T17" fmla="*/ 64883776 h 48"/>
                <a:gd name="T18" fmla="*/ 161804948 w 113"/>
                <a:gd name="T19" fmla="*/ 33273830 h 48"/>
                <a:gd name="T20" fmla="*/ 184686387 w 113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3"/>
                <a:gd name="T34" fmla="*/ 0 h 48"/>
                <a:gd name="T35" fmla="*/ 113 w 113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3" h="48">
                  <a:moveTo>
                    <a:pt x="113" y="0"/>
                  </a:moveTo>
                  <a:lnTo>
                    <a:pt x="48" y="0"/>
                  </a:lnTo>
                  <a:lnTo>
                    <a:pt x="55" y="10"/>
                  </a:lnTo>
                  <a:lnTo>
                    <a:pt x="41" y="19"/>
                  </a:lnTo>
                  <a:lnTo>
                    <a:pt x="0" y="20"/>
                  </a:lnTo>
                  <a:lnTo>
                    <a:pt x="25" y="35"/>
                  </a:lnTo>
                  <a:lnTo>
                    <a:pt x="48" y="48"/>
                  </a:lnTo>
                  <a:lnTo>
                    <a:pt x="52" y="41"/>
                  </a:lnTo>
                  <a:lnTo>
                    <a:pt x="83" y="39"/>
                  </a:lnTo>
                  <a:lnTo>
                    <a:pt x="99" y="20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="" xmlns:a16="http://schemas.microsoft.com/office/drawing/2014/main" id="{58522FDB-90A4-4AD9-AD68-2CC501847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494" y="1485900"/>
              <a:ext cx="152400" cy="57150"/>
            </a:xfrm>
            <a:custGeom>
              <a:avLst/>
              <a:gdLst>
                <a:gd name="T0" fmla="*/ 119728779 w 119"/>
                <a:gd name="T1" fmla="*/ 41935406 h 45"/>
                <a:gd name="T2" fmla="*/ 54123778 w 119"/>
                <a:gd name="T3" fmla="*/ 43548305 h 45"/>
                <a:gd name="T4" fmla="*/ 63964461 w 119"/>
                <a:gd name="T5" fmla="*/ 51612802 h 45"/>
                <a:gd name="T6" fmla="*/ 32801860 w 119"/>
                <a:gd name="T7" fmla="*/ 67741797 h 45"/>
                <a:gd name="T8" fmla="*/ 0 w 119"/>
                <a:gd name="T9" fmla="*/ 72580495 h 45"/>
                <a:gd name="T10" fmla="*/ 6560885 w 119"/>
                <a:gd name="T11" fmla="*/ 64515998 h 45"/>
                <a:gd name="T12" fmla="*/ 42642554 w 119"/>
                <a:gd name="T13" fmla="*/ 16128999 h 45"/>
                <a:gd name="T14" fmla="*/ 63964461 w 119"/>
                <a:gd name="T15" fmla="*/ 12903201 h 45"/>
                <a:gd name="T16" fmla="*/ 59044119 w 119"/>
                <a:gd name="T17" fmla="*/ 6451600 h 45"/>
                <a:gd name="T18" fmla="*/ 83645827 w 119"/>
                <a:gd name="T19" fmla="*/ 0 h 45"/>
                <a:gd name="T20" fmla="*/ 195174484 w 119"/>
                <a:gd name="T21" fmla="*/ 6451600 h 45"/>
                <a:gd name="T22" fmla="*/ 167292935 w 119"/>
                <a:gd name="T23" fmla="*/ 17741899 h 45"/>
                <a:gd name="T24" fmla="*/ 119728779 w 119"/>
                <a:gd name="T25" fmla="*/ 41935406 h 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45"/>
                <a:gd name="T41" fmla="*/ 119 w 119"/>
                <a:gd name="T42" fmla="*/ 45 h 4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45">
                  <a:moveTo>
                    <a:pt x="73" y="26"/>
                  </a:moveTo>
                  <a:lnTo>
                    <a:pt x="33" y="27"/>
                  </a:lnTo>
                  <a:lnTo>
                    <a:pt x="39" y="32"/>
                  </a:lnTo>
                  <a:lnTo>
                    <a:pt x="20" y="42"/>
                  </a:lnTo>
                  <a:lnTo>
                    <a:pt x="0" y="45"/>
                  </a:lnTo>
                  <a:lnTo>
                    <a:pt x="4" y="40"/>
                  </a:lnTo>
                  <a:lnTo>
                    <a:pt x="26" y="10"/>
                  </a:lnTo>
                  <a:lnTo>
                    <a:pt x="39" y="8"/>
                  </a:lnTo>
                  <a:lnTo>
                    <a:pt x="36" y="4"/>
                  </a:lnTo>
                  <a:lnTo>
                    <a:pt x="51" y="0"/>
                  </a:lnTo>
                  <a:lnTo>
                    <a:pt x="119" y="4"/>
                  </a:lnTo>
                  <a:lnTo>
                    <a:pt x="102" y="11"/>
                  </a:lnTo>
                  <a:lnTo>
                    <a:pt x="73" y="2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="" xmlns:a16="http://schemas.microsoft.com/office/drawing/2014/main" id="{B8DCCB12-21C7-494C-8648-264C2DA77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506" y="2174875"/>
              <a:ext cx="82550" cy="76200"/>
            </a:xfrm>
            <a:custGeom>
              <a:avLst/>
              <a:gdLst>
                <a:gd name="T0" fmla="*/ 74866385 w 64"/>
                <a:gd name="T1" fmla="*/ 65539498 h 61"/>
                <a:gd name="T2" fmla="*/ 64884289 w 64"/>
                <a:gd name="T3" fmla="*/ 70220176 h 61"/>
                <a:gd name="T4" fmla="*/ 38264497 w 64"/>
                <a:gd name="T5" fmla="*/ 68659950 h 61"/>
                <a:gd name="T6" fmla="*/ 48246603 w 64"/>
                <a:gd name="T7" fmla="*/ 63978023 h 61"/>
                <a:gd name="T8" fmla="*/ 36601889 w 64"/>
                <a:gd name="T9" fmla="*/ 59297346 h 61"/>
                <a:gd name="T10" fmla="*/ 21628100 w 64"/>
                <a:gd name="T11" fmla="*/ 54615419 h 61"/>
                <a:gd name="T12" fmla="*/ 43256200 w 64"/>
                <a:gd name="T13" fmla="*/ 45252815 h 61"/>
                <a:gd name="T14" fmla="*/ 21628100 w 64"/>
                <a:gd name="T15" fmla="*/ 35890201 h 61"/>
                <a:gd name="T16" fmla="*/ 19964197 w 64"/>
                <a:gd name="T17" fmla="*/ 29648048 h 61"/>
                <a:gd name="T18" fmla="*/ 8318201 w 64"/>
                <a:gd name="T19" fmla="*/ 24967371 h 61"/>
                <a:gd name="T20" fmla="*/ 4991694 w 64"/>
                <a:gd name="T21" fmla="*/ 20285439 h 61"/>
                <a:gd name="T22" fmla="*/ 21628100 w 64"/>
                <a:gd name="T23" fmla="*/ 10922835 h 61"/>
                <a:gd name="T24" fmla="*/ 11645999 w 64"/>
                <a:gd name="T25" fmla="*/ 10922835 h 61"/>
                <a:gd name="T26" fmla="*/ 0 w 64"/>
                <a:gd name="T27" fmla="*/ 0 h 61"/>
                <a:gd name="T28" fmla="*/ 36601889 w 64"/>
                <a:gd name="T29" fmla="*/ 9362607 h 61"/>
                <a:gd name="T30" fmla="*/ 73202488 w 64"/>
                <a:gd name="T31" fmla="*/ 15604762 h 61"/>
                <a:gd name="T32" fmla="*/ 83184584 w 64"/>
                <a:gd name="T33" fmla="*/ 34329975 h 61"/>
                <a:gd name="T34" fmla="*/ 99822290 w 64"/>
                <a:gd name="T35" fmla="*/ 59297346 h 61"/>
                <a:gd name="T36" fmla="*/ 104812693 w 64"/>
                <a:gd name="T37" fmla="*/ 88945404 h 61"/>
                <a:gd name="T38" fmla="*/ 106476591 w 64"/>
                <a:gd name="T39" fmla="*/ 95187556 h 61"/>
                <a:gd name="T40" fmla="*/ 53238296 w 64"/>
                <a:gd name="T41" fmla="*/ 79582780 h 61"/>
                <a:gd name="T42" fmla="*/ 74866385 w 64"/>
                <a:gd name="T43" fmla="*/ 65539498 h 6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4"/>
                <a:gd name="T67" fmla="*/ 0 h 61"/>
                <a:gd name="T68" fmla="*/ 64 w 64"/>
                <a:gd name="T69" fmla="*/ 61 h 6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4" h="61">
                  <a:moveTo>
                    <a:pt x="45" y="42"/>
                  </a:moveTo>
                  <a:lnTo>
                    <a:pt x="39" y="45"/>
                  </a:lnTo>
                  <a:lnTo>
                    <a:pt x="23" y="44"/>
                  </a:lnTo>
                  <a:lnTo>
                    <a:pt x="29" y="41"/>
                  </a:lnTo>
                  <a:lnTo>
                    <a:pt x="22" y="38"/>
                  </a:lnTo>
                  <a:lnTo>
                    <a:pt x="13" y="35"/>
                  </a:lnTo>
                  <a:lnTo>
                    <a:pt x="26" y="29"/>
                  </a:lnTo>
                  <a:lnTo>
                    <a:pt x="13" y="23"/>
                  </a:lnTo>
                  <a:lnTo>
                    <a:pt x="12" y="19"/>
                  </a:lnTo>
                  <a:lnTo>
                    <a:pt x="5" y="16"/>
                  </a:lnTo>
                  <a:lnTo>
                    <a:pt x="3" y="13"/>
                  </a:lnTo>
                  <a:lnTo>
                    <a:pt x="13" y="7"/>
                  </a:lnTo>
                  <a:lnTo>
                    <a:pt x="7" y="7"/>
                  </a:lnTo>
                  <a:lnTo>
                    <a:pt x="0" y="0"/>
                  </a:lnTo>
                  <a:lnTo>
                    <a:pt x="22" y="6"/>
                  </a:lnTo>
                  <a:lnTo>
                    <a:pt x="44" y="10"/>
                  </a:lnTo>
                  <a:lnTo>
                    <a:pt x="50" y="22"/>
                  </a:lnTo>
                  <a:lnTo>
                    <a:pt x="60" y="38"/>
                  </a:lnTo>
                  <a:lnTo>
                    <a:pt x="63" y="57"/>
                  </a:lnTo>
                  <a:lnTo>
                    <a:pt x="64" y="61"/>
                  </a:lnTo>
                  <a:lnTo>
                    <a:pt x="32" y="51"/>
                  </a:lnTo>
                  <a:lnTo>
                    <a:pt x="45" y="4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="" xmlns:a16="http://schemas.microsoft.com/office/drawing/2014/main" id="{9662C51E-A482-4AB4-8098-714CD9DE7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456" y="1401763"/>
              <a:ext cx="187325" cy="38100"/>
            </a:xfrm>
            <a:custGeom>
              <a:avLst/>
              <a:gdLst>
                <a:gd name="T0" fmla="*/ 143834150 w 149"/>
                <a:gd name="T1" fmla="*/ 25806403 h 30"/>
                <a:gd name="T2" fmla="*/ 145414468 w 149"/>
                <a:gd name="T3" fmla="*/ 20967705 h 30"/>
                <a:gd name="T4" fmla="*/ 118544028 w 149"/>
                <a:gd name="T5" fmla="*/ 30645102 h 30"/>
                <a:gd name="T6" fmla="*/ 90093270 w 149"/>
                <a:gd name="T7" fmla="*/ 40322500 h 30"/>
                <a:gd name="T8" fmla="*/ 85352315 w 149"/>
                <a:gd name="T9" fmla="*/ 35483801 h 30"/>
                <a:gd name="T10" fmla="*/ 67965022 w 149"/>
                <a:gd name="T11" fmla="*/ 46774108 h 30"/>
                <a:gd name="T12" fmla="*/ 47417112 w 149"/>
                <a:gd name="T13" fmla="*/ 48387008 h 30"/>
                <a:gd name="T14" fmla="*/ 47417112 w 149"/>
                <a:gd name="T15" fmla="*/ 40322500 h 30"/>
                <a:gd name="T16" fmla="*/ 28450768 w 149"/>
                <a:gd name="T17" fmla="*/ 43548309 h 30"/>
                <a:gd name="T18" fmla="*/ 0 w 149"/>
                <a:gd name="T19" fmla="*/ 43548309 h 30"/>
                <a:gd name="T20" fmla="*/ 17386021 w 149"/>
                <a:gd name="T21" fmla="*/ 32258002 h 30"/>
                <a:gd name="T22" fmla="*/ 101158012 w 149"/>
                <a:gd name="T23" fmla="*/ 16129001 h 30"/>
                <a:gd name="T24" fmla="*/ 159639848 w 149"/>
                <a:gd name="T25" fmla="*/ 1612900 h 30"/>
                <a:gd name="T26" fmla="*/ 197573812 w 149"/>
                <a:gd name="T27" fmla="*/ 0 h 30"/>
                <a:gd name="T28" fmla="*/ 235507738 w 149"/>
                <a:gd name="T29" fmla="*/ 4838700 h 30"/>
                <a:gd name="T30" fmla="*/ 202316025 w 149"/>
                <a:gd name="T31" fmla="*/ 11290302 h 30"/>
                <a:gd name="T32" fmla="*/ 210218873 w 149"/>
                <a:gd name="T33" fmla="*/ 16129001 h 30"/>
                <a:gd name="T34" fmla="*/ 197573812 w 149"/>
                <a:gd name="T35" fmla="*/ 17741900 h 30"/>
                <a:gd name="T36" fmla="*/ 159639848 w 149"/>
                <a:gd name="T37" fmla="*/ 27419303 h 30"/>
                <a:gd name="T38" fmla="*/ 140672256 w 149"/>
                <a:gd name="T39" fmla="*/ 37096700 h 30"/>
                <a:gd name="T40" fmla="*/ 143834150 w 149"/>
                <a:gd name="T41" fmla="*/ 25806403 h 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49"/>
                <a:gd name="T64" fmla="*/ 0 h 30"/>
                <a:gd name="T65" fmla="*/ 149 w 149"/>
                <a:gd name="T66" fmla="*/ 30 h 3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49" h="30">
                  <a:moveTo>
                    <a:pt x="91" y="16"/>
                  </a:moveTo>
                  <a:lnTo>
                    <a:pt x="92" y="13"/>
                  </a:lnTo>
                  <a:lnTo>
                    <a:pt x="75" y="19"/>
                  </a:lnTo>
                  <a:lnTo>
                    <a:pt x="57" y="25"/>
                  </a:lnTo>
                  <a:lnTo>
                    <a:pt x="54" y="22"/>
                  </a:lnTo>
                  <a:lnTo>
                    <a:pt x="43" y="29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18" y="27"/>
                  </a:lnTo>
                  <a:lnTo>
                    <a:pt x="0" y="27"/>
                  </a:lnTo>
                  <a:lnTo>
                    <a:pt x="11" y="20"/>
                  </a:lnTo>
                  <a:lnTo>
                    <a:pt x="64" y="10"/>
                  </a:lnTo>
                  <a:lnTo>
                    <a:pt x="101" y="1"/>
                  </a:lnTo>
                  <a:lnTo>
                    <a:pt x="125" y="0"/>
                  </a:lnTo>
                  <a:lnTo>
                    <a:pt x="149" y="3"/>
                  </a:lnTo>
                  <a:lnTo>
                    <a:pt x="128" y="7"/>
                  </a:lnTo>
                  <a:lnTo>
                    <a:pt x="133" y="10"/>
                  </a:lnTo>
                  <a:lnTo>
                    <a:pt x="125" y="11"/>
                  </a:lnTo>
                  <a:lnTo>
                    <a:pt x="101" y="17"/>
                  </a:lnTo>
                  <a:lnTo>
                    <a:pt x="89" y="23"/>
                  </a:lnTo>
                  <a:lnTo>
                    <a:pt x="91" y="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="" xmlns:a16="http://schemas.microsoft.com/office/drawing/2014/main" id="{40F70329-2E19-4C06-9CCF-0D9E2646A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106" y="1420813"/>
              <a:ext cx="120650" cy="41275"/>
            </a:xfrm>
            <a:custGeom>
              <a:avLst/>
              <a:gdLst>
                <a:gd name="T0" fmla="*/ 75585232 w 91"/>
                <a:gd name="T1" fmla="*/ 17036945 h 30"/>
                <a:gd name="T2" fmla="*/ 47460533 w 91"/>
                <a:gd name="T3" fmla="*/ 7571212 h 30"/>
                <a:gd name="T4" fmla="*/ 61523545 w 91"/>
                <a:gd name="T5" fmla="*/ 13250653 h 30"/>
                <a:gd name="T6" fmla="*/ 40429679 w 91"/>
                <a:gd name="T7" fmla="*/ 18928716 h 30"/>
                <a:gd name="T8" fmla="*/ 40429679 w 91"/>
                <a:gd name="T9" fmla="*/ 24608159 h 30"/>
                <a:gd name="T10" fmla="*/ 40429679 w 91"/>
                <a:gd name="T11" fmla="*/ 30286222 h 30"/>
                <a:gd name="T12" fmla="*/ 0 w 91"/>
                <a:gd name="T13" fmla="*/ 35965661 h 30"/>
                <a:gd name="T14" fmla="*/ 103711277 w 91"/>
                <a:gd name="T15" fmla="*/ 32179368 h 30"/>
                <a:gd name="T16" fmla="*/ 40429679 w 91"/>
                <a:gd name="T17" fmla="*/ 45430027 h 30"/>
                <a:gd name="T18" fmla="*/ 38671637 w 91"/>
                <a:gd name="T19" fmla="*/ 51109465 h 30"/>
                <a:gd name="T20" fmla="*/ 100195192 w 91"/>
                <a:gd name="T21" fmla="*/ 56787528 h 30"/>
                <a:gd name="T22" fmla="*/ 107226036 w 91"/>
                <a:gd name="T23" fmla="*/ 51109465 h 30"/>
                <a:gd name="T24" fmla="*/ 114258205 w 91"/>
                <a:gd name="T25" fmla="*/ 43536870 h 30"/>
                <a:gd name="T26" fmla="*/ 135350735 w 91"/>
                <a:gd name="T27" fmla="*/ 43536870 h 30"/>
                <a:gd name="T28" fmla="*/ 145897662 w 91"/>
                <a:gd name="T29" fmla="*/ 32179368 h 30"/>
                <a:gd name="T30" fmla="*/ 131835976 w 91"/>
                <a:gd name="T31" fmla="*/ 32179368 h 30"/>
                <a:gd name="T32" fmla="*/ 159960675 w 91"/>
                <a:gd name="T33" fmla="*/ 11357507 h 30"/>
                <a:gd name="T34" fmla="*/ 152929831 w 91"/>
                <a:gd name="T35" fmla="*/ 0 h 30"/>
                <a:gd name="T36" fmla="*/ 124805133 w 91"/>
                <a:gd name="T37" fmla="*/ 5679441 h 30"/>
                <a:gd name="T38" fmla="*/ 80859358 w 91"/>
                <a:gd name="T39" fmla="*/ 1893147 h 30"/>
                <a:gd name="T40" fmla="*/ 100195192 w 91"/>
                <a:gd name="T41" fmla="*/ 17036945 h 30"/>
                <a:gd name="T42" fmla="*/ 86132159 w 91"/>
                <a:gd name="T43" fmla="*/ 20821862 h 30"/>
                <a:gd name="T44" fmla="*/ 75585232 w 91"/>
                <a:gd name="T45" fmla="*/ 17036945 h 3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91"/>
                <a:gd name="T70" fmla="*/ 0 h 30"/>
                <a:gd name="T71" fmla="*/ 91 w 91"/>
                <a:gd name="T72" fmla="*/ 30 h 3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91" h="30">
                  <a:moveTo>
                    <a:pt x="43" y="9"/>
                  </a:moveTo>
                  <a:lnTo>
                    <a:pt x="27" y="4"/>
                  </a:lnTo>
                  <a:lnTo>
                    <a:pt x="35" y="7"/>
                  </a:lnTo>
                  <a:lnTo>
                    <a:pt x="23" y="10"/>
                  </a:lnTo>
                  <a:lnTo>
                    <a:pt x="23" y="13"/>
                  </a:lnTo>
                  <a:lnTo>
                    <a:pt x="23" y="16"/>
                  </a:lnTo>
                  <a:lnTo>
                    <a:pt x="0" y="19"/>
                  </a:lnTo>
                  <a:lnTo>
                    <a:pt x="59" y="17"/>
                  </a:lnTo>
                  <a:lnTo>
                    <a:pt x="23" y="24"/>
                  </a:lnTo>
                  <a:lnTo>
                    <a:pt x="22" y="27"/>
                  </a:lnTo>
                  <a:lnTo>
                    <a:pt x="57" y="30"/>
                  </a:lnTo>
                  <a:lnTo>
                    <a:pt x="61" y="27"/>
                  </a:lnTo>
                  <a:lnTo>
                    <a:pt x="65" y="23"/>
                  </a:lnTo>
                  <a:lnTo>
                    <a:pt x="77" y="23"/>
                  </a:lnTo>
                  <a:lnTo>
                    <a:pt x="83" y="17"/>
                  </a:lnTo>
                  <a:lnTo>
                    <a:pt x="75" y="17"/>
                  </a:lnTo>
                  <a:lnTo>
                    <a:pt x="91" y="6"/>
                  </a:lnTo>
                  <a:lnTo>
                    <a:pt x="87" y="0"/>
                  </a:lnTo>
                  <a:lnTo>
                    <a:pt x="71" y="3"/>
                  </a:lnTo>
                  <a:lnTo>
                    <a:pt x="46" y="1"/>
                  </a:lnTo>
                  <a:lnTo>
                    <a:pt x="57" y="9"/>
                  </a:lnTo>
                  <a:lnTo>
                    <a:pt x="49" y="11"/>
                  </a:lnTo>
                  <a:lnTo>
                    <a:pt x="43" y="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="" xmlns:a16="http://schemas.microsoft.com/office/drawing/2014/main" id="{5AD503A4-A236-4975-8192-CBB5077D7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731" y="1357313"/>
              <a:ext cx="98425" cy="33337"/>
            </a:xfrm>
            <a:custGeom>
              <a:avLst/>
              <a:gdLst>
                <a:gd name="T0" fmla="*/ 77197178 w 80"/>
                <a:gd name="T1" fmla="*/ 8505697 h 28"/>
                <a:gd name="T2" fmla="*/ 78710462 w 80"/>
                <a:gd name="T3" fmla="*/ 5669672 h 28"/>
                <a:gd name="T4" fmla="*/ 107470255 w 80"/>
                <a:gd name="T5" fmla="*/ 8505697 h 28"/>
                <a:gd name="T6" fmla="*/ 118065702 w 80"/>
                <a:gd name="T7" fmla="*/ 9922522 h 28"/>
                <a:gd name="T8" fmla="*/ 113524620 w 80"/>
                <a:gd name="T9" fmla="*/ 22681069 h 28"/>
                <a:gd name="T10" fmla="*/ 121093500 w 80"/>
                <a:gd name="T11" fmla="*/ 31185574 h 28"/>
                <a:gd name="T12" fmla="*/ 89305928 w 80"/>
                <a:gd name="T13" fmla="*/ 39691278 h 28"/>
                <a:gd name="T14" fmla="*/ 56006283 w 80"/>
                <a:gd name="T15" fmla="*/ 26933917 h 28"/>
                <a:gd name="T16" fmla="*/ 0 w 80"/>
                <a:gd name="T17" fmla="*/ 24097891 h 28"/>
                <a:gd name="T18" fmla="*/ 10595452 w 80"/>
                <a:gd name="T19" fmla="*/ 17010204 h 28"/>
                <a:gd name="T20" fmla="*/ 40868524 w 80"/>
                <a:gd name="T21" fmla="*/ 14175369 h 28"/>
                <a:gd name="T22" fmla="*/ 39355231 w 80"/>
                <a:gd name="T23" fmla="*/ 8505697 h 28"/>
                <a:gd name="T24" fmla="*/ 19677615 w 80"/>
                <a:gd name="T25" fmla="*/ 8505697 h 28"/>
                <a:gd name="T26" fmla="*/ 12109966 w 80"/>
                <a:gd name="T27" fmla="*/ 1418013 h 28"/>
                <a:gd name="T28" fmla="*/ 77197178 w 80"/>
                <a:gd name="T29" fmla="*/ 0 h 28"/>
                <a:gd name="T30" fmla="*/ 77197178 w 80"/>
                <a:gd name="T31" fmla="*/ 8505697 h 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80"/>
                <a:gd name="T49" fmla="*/ 0 h 28"/>
                <a:gd name="T50" fmla="*/ 80 w 80"/>
                <a:gd name="T51" fmla="*/ 28 h 2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80" h="28">
                  <a:moveTo>
                    <a:pt x="51" y="6"/>
                  </a:moveTo>
                  <a:lnTo>
                    <a:pt x="52" y="4"/>
                  </a:lnTo>
                  <a:lnTo>
                    <a:pt x="71" y="6"/>
                  </a:lnTo>
                  <a:lnTo>
                    <a:pt x="78" y="7"/>
                  </a:lnTo>
                  <a:lnTo>
                    <a:pt x="75" y="16"/>
                  </a:lnTo>
                  <a:lnTo>
                    <a:pt x="80" y="22"/>
                  </a:lnTo>
                  <a:lnTo>
                    <a:pt x="59" y="28"/>
                  </a:lnTo>
                  <a:lnTo>
                    <a:pt x="37" y="19"/>
                  </a:lnTo>
                  <a:lnTo>
                    <a:pt x="0" y="17"/>
                  </a:lnTo>
                  <a:lnTo>
                    <a:pt x="7" y="12"/>
                  </a:lnTo>
                  <a:lnTo>
                    <a:pt x="27" y="10"/>
                  </a:lnTo>
                  <a:lnTo>
                    <a:pt x="26" y="6"/>
                  </a:lnTo>
                  <a:lnTo>
                    <a:pt x="13" y="6"/>
                  </a:lnTo>
                  <a:lnTo>
                    <a:pt x="8" y="1"/>
                  </a:lnTo>
                  <a:lnTo>
                    <a:pt x="51" y="0"/>
                  </a:lnTo>
                  <a:lnTo>
                    <a:pt x="51" y="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="" xmlns:a16="http://schemas.microsoft.com/office/drawing/2014/main" id="{FF19321A-FFEE-4D38-8257-E09720D8D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219" y="1598613"/>
              <a:ext cx="88900" cy="39687"/>
            </a:xfrm>
            <a:custGeom>
              <a:avLst/>
              <a:gdLst>
                <a:gd name="T0" fmla="*/ 95635112 w 71"/>
                <a:gd name="T1" fmla="*/ 24525397 h 34"/>
                <a:gd name="T2" fmla="*/ 100338045 w 71"/>
                <a:gd name="T3" fmla="*/ 20437638 h 34"/>
                <a:gd name="T4" fmla="*/ 67414989 w 71"/>
                <a:gd name="T5" fmla="*/ 0 h 34"/>
                <a:gd name="T6" fmla="*/ 51737293 w 71"/>
                <a:gd name="T7" fmla="*/ 12262115 h 34"/>
                <a:gd name="T8" fmla="*/ 50169649 w 71"/>
                <a:gd name="T9" fmla="*/ 10899917 h 34"/>
                <a:gd name="T10" fmla="*/ 40762520 w 71"/>
                <a:gd name="T11" fmla="*/ 20437638 h 34"/>
                <a:gd name="T12" fmla="*/ 0 w 71"/>
                <a:gd name="T13" fmla="*/ 28613156 h 34"/>
                <a:gd name="T14" fmla="*/ 65847345 w 71"/>
                <a:gd name="T15" fmla="*/ 46325232 h 34"/>
                <a:gd name="T16" fmla="*/ 111312808 w 71"/>
                <a:gd name="T17" fmla="*/ 34063112 h 34"/>
                <a:gd name="T18" fmla="*/ 100338045 w 71"/>
                <a:gd name="T19" fmla="*/ 34063112 h 34"/>
                <a:gd name="T20" fmla="*/ 95635112 w 71"/>
                <a:gd name="T21" fmla="*/ 24525397 h 3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1"/>
                <a:gd name="T34" fmla="*/ 0 h 34"/>
                <a:gd name="T35" fmla="*/ 71 w 71"/>
                <a:gd name="T36" fmla="*/ 34 h 3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1" h="34">
                  <a:moveTo>
                    <a:pt x="61" y="18"/>
                  </a:moveTo>
                  <a:lnTo>
                    <a:pt x="64" y="15"/>
                  </a:lnTo>
                  <a:lnTo>
                    <a:pt x="43" y="0"/>
                  </a:lnTo>
                  <a:lnTo>
                    <a:pt x="33" y="9"/>
                  </a:lnTo>
                  <a:lnTo>
                    <a:pt x="32" y="8"/>
                  </a:lnTo>
                  <a:lnTo>
                    <a:pt x="26" y="15"/>
                  </a:lnTo>
                  <a:lnTo>
                    <a:pt x="0" y="21"/>
                  </a:lnTo>
                  <a:lnTo>
                    <a:pt x="42" y="34"/>
                  </a:lnTo>
                  <a:lnTo>
                    <a:pt x="71" y="25"/>
                  </a:lnTo>
                  <a:lnTo>
                    <a:pt x="64" y="25"/>
                  </a:lnTo>
                  <a:lnTo>
                    <a:pt x="61" y="1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="" xmlns:a16="http://schemas.microsoft.com/office/drawing/2014/main" id="{07C2A24C-D86F-478C-9E13-1853D6033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8931" y="1495425"/>
              <a:ext cx="85725" cy="28575"/>
            </a:xfrm>
            <a:custGeom>
              <a:avLst/>
              <a:gdLst>
                <a:gd name="T0" fmla="*/ 74987318 w 70"/>
                <a:gd name="T1" fmla="*/ 0 h 21"/>
                <a:gd name="T2" fmla="*/ 7498487 w 70"/>
                <a:gd name="T3" fmla="*/ 3702504 h 21"/>
                <a:gd name="T4" fmla="*/ 0 w 70"/>
                <a:gd name="T5" fmla="*/ 16663306 h 21"/>
                <a:gd name="T6" fmla="*/ 8998674 w 70"/>
                <a:gd name="T7" fmla="*/ 24069677 h 21"/>
                <a:gd name="T8" fmla="*/ 22496689 w 70"/>
                <a:gd name="T9" fmla="*/ 38882407 h 21"/>
                <a:gd name="T10" fmla="*/ 104982501 w 70"/>
                <a:gd name="T11" fmla="*/ 29624111 h 21"/>
                <a:gd name="T12" fmla="*/ 74987318 w 70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0"/>
                <a:gd name="T22" fmla="*/ 0 h 21"/>
                <a:gd name="T23" fmla="*/ 70 w 70"/>
                <a:gd name="T24" fmla="*/ 21 h 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0" h="21">
                  <a:moveTo>
                    <a:pt x="50" y="0"/>
                  </a:moveTo>
                  <a:lnTo>
                    <a:pt x="5" y="2"/>
                  </a:lnTo>
                  <a:lnTo>
                    <a:pt x="0" y="9"/>
                  </a:lnTo>
                  <a:lnTo>
                    <a:pt x="6" y="13"/>
                  </a:lnTo>
                  <a:lnTo>
                    <a:pt x="15" y="21"/>
                  </a:lnTo>
                  <a:lnTo>
                    <a:pt x="70" y="16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="" xmlns:a16="http://schemas.microsoft.com/office/drawing/2014/main" id="{2C9F90CB-C94A-41AF-8340-523F5692F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656" y="1646238"/>
              <a:ext cx="55563" cy="28575"/>
            </a:xfrm>
            <a:custGeom>
              <a:avLst/>
              <a:gdLst>
                <a:gd name="T0" fmla="*/ 63786322 w 44"/>
                <a:gd name="T1" fmla="*/ 22681408 h 24"/>
                <a:gd name="T2" fmla="*/ 7973290 w 44"/>
                <a:gd name="T3" fmla="*/ 34022108 h 24"/>
                <a:gd name="T4" fmla="*/ 0 w 44"/>
                <a:gd name="T5" fmla="*/ 18428493 h 24"/>
                <a:gd name="T6" fmla="*/ 44649926 w 44"/>
                <a:gd name="T7" fmla="*/ 0 h 24"/>
                <a:gd name="T8" fmla="*/ 70164699 w 44"/>
                <a:gd name="T9" fmla="*/ 7087791 h 24"/>
                <a:gd name="T10" fmla="*/ 63786322 w 44"/>
                <a:gd name="T11" fmla="*/ 2268140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"/>
                <a:gd name="T19" fmla="*/ 0 h 24"/>
                <a:gd name="T20" fmla="*/ 44 w 44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" h="24">
                  <a:moveTo>
                    <a:pt x="40" y="16"/>
                  </a:moveTo>
                  <a:lnTo>
                    <a:pt x="5" y="24"/>
                  </a:lnTo>
                  <a:lnTo>
                    <a:pt x="0" y="13"/>
                  </a:lnTo>
                  <a:lnTo>
                    <a:pt x="28" y="0"/>
                  </a:lnTo>
                  <a:lnTo>
                    <a:pt x="44" y="5"/>
                  </a:lnTo>
                  <a:lnTo>
                    <a:pt x="40" y="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="" xmlns:a16="http://schemas.microsoft.com/office/drawing/2014/main" id="{88D22DAE-F8B3-4F23-8D2F-2B6E51B80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556" y="1368425"/>
              <a:ext cx="63500" cy="22225"/>
            </a:xfrm>
            <a:custGeom>
              <a:avLst/>
              <a:gdLst>
                <a:gd name="T0" fmla="*/ 0 w 49"/>
                <a:gd name="T1" fmla="*/ 10946398 h 19"/>
                <a:gd name="T2" fmla="*/ 11755277 w 49"/>
                <a:gd name="T3" fmla="*/ 0 h 19"/>
                <a:gd name="T4" fmla="*/ 82290811 w 49"/>
                <a:gd name="T5" fmla="*/ 9577804 h 19"/>
                <a:gd name="T6" fmla="*/ 72213753 w 49"/>
                <a:gd name="T7" fmla="*/ 17788186 h 19"/>
                <a:gd name="T8" fmla="*/ 8397551 w 49"/>
                <a:gd name="T9" fmla="*/ 25997400 h 19"/>
                <a:gd name="T10" fmla="*/ 1679510 w 49"/>
                <a:gd name="T11" fmla="*/ 17788186 h 19"/>
                <a:gd name="T12" fmla="*/ 0 w 49"/>
                <a:gd name="T13" fmla="*/ 10946398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9"/>
                <a:gd name="T22" fmla="*/ 0 h 19"/>
                <a:gd name="T23" fmla="*/ 49 w 49"/>
                <a:gd name="T24" fmla="*/ 19 h 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9" h="19">
                  <a:moveTo>
                    <a:pt x="0" y="8"/>
                  </a:moveTo>
                  <a:lnTo>
                    <a:pt x="7" y="0"/>
                  </a:lnTo>
                  <a:lnTo>
                    <a:pt x="49" y="7"/>
                  </a:lnTo>
                  <a:lnTo>
                    <a:pt x="43" y="13"/>
                  </a:lnTo>
                  <a:lnTo>
                    <a:pt x="5" y="19"/>
                  </a:lnTo>
                  <a:lnTo>
                    <a:pt x="1" y="13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="" xmlns:a16="http://schemas.microsoft.com/office/drawing/2014/main" id="{68369B25-4FE6-48E1-B9DE-F33142C4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294" y="1446213"/>
              <a:ext cx="61912" cy="20637"/>
            </a:xfrm>
            <a:custGeom>
              <a:avLst/>
              <a:gdLst>
                <a:gd name="T0" fmla="*/ 19157514 w 51"/>
                <a:gd name="T1" fmla="*/ 23578378 h 17"/>
                <a:gd name="T2" fmla="*/ 0 w 51"/>
                <a:gd name="T3" fmla="*/ 19157202 h 17"/>
                <a:gd name="T4" fmla="*/ 56001227 w 51"/>
                <a:gd name="T5" fmla="*/ 0 h 17"/>
                <a:gd name="T6" fmla="*/ 75158737 w 51"/>
                <a:gd name="T7" fmla="*/ 14736030 h 17"/>
                <a:gd name="T8" fmla="*/ 66316249 w 51"/>
                <a:gd name="T9" fmla="*/ 25052102 h 17"/>
                <a:gd name="T10" fmla="*/ 19157514 w 51"/>
                <a:gd name="T11" fmla="*/ 2357837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17"/>
                <a:gd name="T20" fmla="*/ 51 w 51"/>
                <a:gd name="T21" fmla="*/ 17 h 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17">
                  <a:moveTo>
                    <a:pt x="13" y="16"/>
                  </a:moveTo>
                  <a:lnTo>
                    <a:pt x="0" y="13"/>
                  </a:lnTo>
                  <a:lnTo>
                    <a:pt x="38" y="0"/>
                  </a:lnTo>
                  <a:lnTo>
                    <a:pt x="51" y="10"/>
                  </a:lnTo>
                  <a:lnTo>
                    <a:pt x="45" y="17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="" xmlns:a16="http://schemas.microsoft.com/office/drawing/2014/main" id="{C0581496-EC10-4F88-AE3A-624ED2314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881" y="1493838"/>
              <a:ext cx="53975" cy="26987"/>
            </a:xfrm>
            <a:custGeom>
              <a:avLst/>
              <a:gdLst>
                <a:gd name="T0" fmla="*/ 21470486 w 42"/>
                <a:gd name="T1" fmla="*/ 38331478 h 19"/>
                <a:gd name="T2" fmla="*/ 0 w 42"/>
                <a:gd name="T3" fmla="*/ 12104380 h 19"/>
                <a:gd name="T4" fmla="*/ 59454746 w 42"/>
                <a:gd name="T5" fmla="*/ 0 h 19"/>
                <a:gd name="T6" fmla="*/ 69364295 w 42"/>
                <a:gd name="T7" fmla="*/ 8069113 h 19"/>
                <a:gd name="T8" fmla="*/ 21470486 w 42"/>
                <a:gd name="T9" fmla="*/ 3833147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19"/>
                <a:gd name="T17" fmla="*/ 42 w 4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19">
                  <a:moveTo>
                    <a:pt x="13" y="19"/>
                  </a:moveTo>
                  <a:lnTo>
                    <a:pt x="0" y="6"/>
                  </a:lnTo>
                  <a:lnTo>
                    <a:pt x="36" y="0"/>
                  </a:lnTo>
                  <a:lnTo>
                    <a:pt x="42" y="4"/>
                  </a:lnTo>
                  <a:lnTo>
                    <a:pt x="13" y="1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="" xmlns:a16="http://schemas.microsoft.com/office/drawing/2014/main" id="{8A8DA759-4E75-47ED-83C7-98230DFAC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044" y="1270000"/>
              <a:ext cx="1150937" cy="614363"/>
            </a:xfrm>
            <a:custGeom>
              <a:avLst/>
              <a:gdLst>
                <a:gd name="T0" fmla="*/ 248449703 w 912"/>
                <a:gd name="T1" fmla="*/ 613368441 h 488"/>
                <a:gd name="T2" fmla="*/ 296228720 w 912"/>
                <a:gd name="T3" fmla="*/ 600689654 h 488"/>
                <a:gd name="T4" fmla="*/ 258005507 w 912"/>
                <a:gd name="T5" fmla="*/ 640312280 h 488"/>
                <a:gd name="T6" fmla="*/ 278709747 w 912"/>
                <a:gd name="T7" fmla="*/ 665671271 h 488"/>
                <a:gd name="T8" fmla="*/ 294636086 w 912"/>
                <a:gd name="T9" fmla="*/ 705295157 h 488"/>
                <a:gd name="T10" fmla="*/ 305784523 w 912"/>
                <a:gd name="T11" fmla="*/ 721143956 h 488"/>
                <a:gd name="T12" fmla="*/ 329672770 w 912"/>
                <a:gd name="T13" fmla="*/ 744917784 h 488"/>
                <a:gd name="T14" fmla="*/ 380637133 w 912"/>
                <a:gd name="T15" fmla="*/ 752842813 h 488"/>
                <a:gd name="T16" fmla="*/ 398156106 w 912"/>
                <a:gd name="T17" fmla="*/ 773446629 h 488"/>
                <a:gd name="T18" fmla="*/ 461861461 w 912"/>
                <a:gd name="T19" fmla="*/ 751257807 h 488"/>
                <a:gd name="T20" fmla="*/ 473009898 w 912"/>
                <a:gd name="T21" fmla="*/ 730653991 h 488"/>
                <a:gd name="T22" fmla="*/ 498492040 w 912"/>
                <a:gd name="T23" fmla="*/ 697370128 h 488"/>
                <a:gd name="T24" fmla="*/ 520788915 w 912"/>
                <a:gd name="T25" fmla="*/ 654576073 h 488"/>
                <a:gd name="T26" fmla="*/ 546269795 w 912"/>
                <a:gd name="T27" fmla="*/ 633972257 h 488"/>
                <a:gd name="T28" fmla="*/ 602011981 w 912"/>
                <a:gd name="T29" fmla="*/ 572160808 h 488"/>
                <a:gd name="T30" fmla="*/ 673680664 w 912"/>
                <a:gd name="T31" fmla="*/ 554725745 h 488"/>
                <a:gd name="T32" fmla="*/ 804275381 w 912"/>
                <a:gd name="T33" fmla="*/ 504008077 h 488"/>
                <a:gd name="T34" fmla="*/ 918945020 w 912"/>
                <a:gd name="T35" fmla="*/ 472309221 h 488"/>
                <a:gd name="T36" fmla="*/ 1127578798 w 912"/>
                <a:gd name="T37" fmla="*/ 405742754 h 488"/>
                <a:gd name="T38" fmla="*/ 989019650 w 912"/>
                <a:gd name="T39" fmla="*/ 375628903 h 488"/>
                <a:gd name="T40" fmla="*/ 990612283 w 912"/>
                <a:gd name="T41" fmla="*/ 340760035 h 488"/>
                <a:gd name="T42" fmla="*/ 1148283038 w 912"/>
                <a:gd name="T43" fmla="*/ 389892697 h 488"/>
                <a:gd name="T44" fmla="*/ 1133949333 w 912"/>
                <a:gd name="T45" fmla="*/ 343930047 h 488"/>
                <a:gd name="T46" fmla="*/ 1028835497 w 912"/>
                <a:gd name="T47" fmla="*/ 313816117 h 488"/>
                <a:gd name="T48" fmla="*/ 1075021879 w 912"/>
                <a:gd name="T49" fmla="*/ 294797307 h 488"/>
                <a:gd name="T50" fmla="*/ 1164208115 w 912"/>
                <a:gd name="T51" fmla="*/ 297967318 h 488"/>
                <a:gd name="T52" fmla="*/ 1240654542 w 912"/>
                <a:gd name="T53" fmla="*/ 263098450 h 488"/>
                <a:gd name="T54" fmla="*/ 1178541820 w 912"/>
                <a:gd name="T55" fmla="*/ 221890817 h 488"/>
                <a:gd name="T56" fmla="*/ 1189690257 w 912"/>
                <a:gd name="T57" fmla="*/ 196531984 h 488"/>
                <a:gd name="T58" fmla="*/ 1270914586 w 912"/>
                <a:gd name="T59" fmla="*/ 158493064 h 488"/>
                <a:gd name="T60" fmla="*/ 1261358782 w 912"/>
                <a:gd name="T61" fmla="*/ 110945409 h 488"/>
                <a:gd name="T62" fmla="*/ 1355323235 w 912"/>
                <a:gd name="T63" fmla="*/ 74491515 h 488"/>
                <a:gd name="T64" fmla="*/ 1274099853 w 912"/>
                <a:gd name="T65" fmla="*/ 50717687 h 488"/>
                <a:gd name="T66" fmla="*/ 1121208262 w 912"/>
                <a:gd name="T67" fmla="*/ 50717687 h 488"/>
                <a:gd name="T68" fmla="*/ 1173763918 w 912"/>
                <a:gd name="T69" fmla="*/ 15848804 h 488"/>
                <a:gd name="T70" fmla="*/ 893462878 w 912"/>
                <a:gd name="T71" fmla="*/ 7925031 h 488"/>
                <a:gd name="T72" fmla="*/ 799497479 w 912"/>
                <a:gd name="T73" fmla="*/ 15848804 h 488"/>
                <a:gd name="T74" fmla="*/ 737384757 w 912"/>
                <a:gd name="T75" fmla="*/ 34868878 h 488"/>
                <a:gd name="T76" fmla="*/ 516011013 w 912"/>
                <a:gd name="T77" fmla="*/ 49132681 h 488"/>
                <a:gd name="T78" fmla="*/ 345599187 w 912"/>
                <a:gd name="T79" fmla="*/ 55472704 h 488"/>
                <a:gd name="T80" fmla="*/ 222967561 w 912"/>
                <a:gd name="T81" fmla="*/ 96680357 h 488"/>
                <a:gd name="T82" fmla="*/ 46186402 w 912"/>
                <a:gd name="T83" fmla="*/ 158493064 h 488"/>
                <a:gd name="T84" fmla="*/ 90780171 w 912"/>
                <a:gd name="T85" fmla="*/ 172758156 h 488"/>
                <a:gd name="T86" fmla="*/ 97150707 w 912"/>
                <a:gd name="T87" fmla="*/ 206040759 h 488"/>
                <a:gd name="T88" fmla="*/ 308969791 w 912"/>
                <a:gd name="T89" fmla="*/ 253589674 h 488"/>
                <a:gd name="T90" fmla="*/ 315339065 w 912"/>
                <a:gd name="T91" fmla="*/ 305892347 h 488"/>
                <a:gd name="T92" fmla="*/ 320116966 w 912"/>
                <a:gd name="T93" fmla="*/ 355025087 h 488"/>
                <a:gd name="T94" fmla="*/ 372673963 w 912"/>
                <a:gd name="T95" fmla="*/ 359780105 h 488"/>
                <a:gd name="T96" fmla="*/ 380637133 w 912"/>
                <a:gd name="T97" fmla="*/ 381968927 h 488"/>
                <a:gd name="T98" fmla="*/ 371081329 w 912"/>
                <a:gd name="T99" fmla="*/ 426346571 h 488"/>
                <a:gd name="T100" fmla="*/ 356747625 w 912"/>
                <a:gd name="T101" fmla="*/ 451705404 h 488"/>
                <a:gd name="T102" fmla="*/ 293043452 w 912"/>
                <a:gd name="T103" fmla="*/ 475479232 h 488"/>
                <a:gd name="T104" fmla="*/ 321709600 w 912"/>
                <a:gd name="T105" fmla="*/ 488159278 h 488"/>
                <a:gd name="T106" fmla="*/ 294636086 w 912"/>
                <a:gd name="T107" fmla="*/ 491329290 h 488"/>
                <a:gd name="T108" fmla="*/ 280302381 w 912"/>
                <a:gd name="T109" fmla="*/ 518273129 h 488"/>
                <a:gd name="T110" fmla="*/ 289858184 w 912"/>
                <a:gd name="T111" fmla="*/ 529366911 h 488"/>
                <a:gd name="T112" fmla="*/ 245264436 w 912"/>
                <a:gd name="T113" fmla="*/ 562650774 h 4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912"/>
                <a:gd name="T172" fmla="*/ 0 h 488"/>
                <a:gd name="T173" fmla="*/ 912 w 912"/>
                <a:gd name="T174" fmla="*/ 488 h 48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912" h="488">
                  <a:moveTo>
                    <a:pt x="194" y="356"/>
                  </a:moveTo>
                  <a:lnTo>
                    <a:pt x="169" y="361"/>
                  </a:lnTo>
                  <a:lnTo>
                    <a:pt x="160" y="366"/>
                  </a:lnTo>
                  <a:lnTo>
                    <a:pt x="159" y="374"/>
                  </a:lnTo>
                  <a:lnTo>
                    <a:pt x="175" y="372"/>
                  </a:lnTo>
                  <a:lnTo>
                    <a:pt x="168" y="375"/>
                  </a:lnTo>
                  <a:lnTo>
                    <a:pt x="156" y="387"/>
                  </a:lnTo>
                  <a:lnTo>
                    <a:pt x="169" y="382"/>
                  </a:lnTo>
                  <a:lnTo>
                    <a:pt x="181" y="379"/>
                  </a:lnTo>
                  <a:lnTo>
                    <a:pt x="184" y="366"/>
                  </a:lnTo>
                  <a:lnTo>
                    <a:pt x="186" y="372"/>
                  </a:lnTo>
                  <a:lnTo>
                    <a:pt x="195" y="375"/>
                  </a:lnTo>
                  <a:lnTo>
                    <a:pt x="197" y="384"/>
                  </a:lnTo>
                  <a:lnTo>
                    <a:pt x="186" y="379"/>
                  </a:lnTo>
                  <a:lnTo>
                    <a:pt x="186" y="385"/>
                  </a:lnTo>
                  <a:lnTo>
                    <a:pt x="166" y="390"/>
                  </a:lnTo>
                  <a:lnTo>
                    <a:pt x="184" y="390"/>
                  </a:lnTo>
                  <a:lnTo>
                    <a:pt x="189" y="390"/>
                  </a:lnTo>
                  <a:lnTo>
                    <a:pt x="162" y="394"/>
                  </a:lnTo>
                  <a:lnTo>
                    <a:pt x="169" y="397"/>
                  </a:lnTo>
                  <a:lnTo>
                    <a:pt x="162" y="404"/>
                  </a:lnTo>
                  <a:lnTo>
                    <a:pt x="172" y="404"/>
                  </a:lnTo>
                  <a:lnTo>
                    <a:pt x="166" y="407"/>
                  </a:lnTo>
                  <a:lnTo>
                    <a:pt x="165" y="407"/>
                  </a:lnTo>
                  <a:lnTo>
                    <a:pt x="175" y="410"/>
                  </a:lnTo>
                  <a:lnTo>
                    <a:pt x="165" y="410"/>
                  </a:lnTo>
                  <a:lnTo>
                    <a:pt x="176" y="414"/>
                  </a:lnTo>
                  <a:lnTo>
                    <a:pt x="175" y="420"/>
                  </a:lnTo>
                  <a:lnTo>
                    <a:pt x="182" y="419"/>
                  </a:lnTo>
                  <a:lnTo>
                    <a:pt x="176" y="423"/>
                  </a:lnTo>
                  <a:lnTo>
                    <a:pt x="175" y="427"/>
                  </a:lnTo>
                  <a:lnTo>
                    <a:pt x="182" y="436"/>
                  </a:lnTo>
                  <a:lnTo>
                    <a:pt x="181" y="439"/>
                  </a:lnTo>
                  <a:lnTo>
                    <a:pt x="189" y="440"/>
                  </a:lnTo>
                  <a:lnTo>
                    <a:pt x="185" y="445"/>
                  </a:lnTo>
                  <a:lnTo>
                    <a:pt x="189" y="443"/>
                  </a:lnTo>
                  <a:lnTo>
                    <a:pt x="189" y="448"/>
                  </a:lnTo>
                  <a:lnTo>
                    <a:pt x="192" y="451"/>
                  </a:lnTo>
                  <a:lnTo>
                    <a:pt x="185" y="452"/>
                  </a:lnTo>
                  <a:lnTo>
                    <a:pt x="195" y="454"/>
                  </a:lnTo>
                  <a:lnTo>
                    <a:pt x="191" y="455"/>
                  </a:lnTo>
                  <a:lnTo>
                    <a:pt x="192" y="455"/>
                  </a:lnTo>
                  <a:lnTo>
                    <a:pt x="191" y="461"/>
                  </a:lnTo>
                  <a:lnTo>
                    <a:pt x="200" y="458"/>
                  </a:lnTo>
                  <a:lnTo>
                    <a:pt x="201" y="464"/>
                  </a:lnTo>
                  <a:lnTo>
                    <a:pt x="197" y="465"/>
                  </a:lnTo>
                  <a:lnTo>
                    <a:pt x="201" y="467"/>
                  </a:lnTo>
                  <a:lnTo>
                    <a:pt x="200" y="468"/>
                  </a:lnTo>
                  <a:lnTo>
                    <a:pt x="207" y="470"/>
                  </a:lnTo>
                  <a:lnTo>
                    <a:pt x="218" y="467"/>
                  </a:lnTo>
                  <a:lnTo>
                    <a:pt x="240" y="461"/>
                  </a:lnTo>
                  <a:lnTo>
                    <a:pt x="239" y="465"/>
                  </a:lnTo>
                  <a:lnTo>
                    <a:pt x="249" y="461"/>
                  </a:lnTo>
                  <a:lnTo>
                    <a:pt x="236" y="470"/>
                  </a:lnTo>
                  <a:lnTo>
                    <a:pt x="246" y="468"/>
                  </a:lnTo>
                  <a:lnTo>
                    <a:pt x="239" y="475"/>
                  </a:lnTo>
                  <a:lnTo>
                    <a:pt x="249" y="474"/>
                  </a:lnTo>
                  <a:lnTo>
                    <a:pt x="247" y="477"/>
                  </a:lnTo>
                  <a:lnTo>
                    <a:pt x="255" y="475"/>
                  </a:lnTo>
                  <a:lnTo>
                    <a:pt x="247" y="484"/>
                  </a:lnTo>
                  <a:lnTo>
                    <a:pt x="258" y="478"/>
                  </a:lnTo>
                  <a:lnTo>
                    <a:pt x="247" y="486"/>
                  </a:lnTo>
                  <a:lnTo>
                    <a:pt x="250" y="488"/>
                  </a:lnTo>
                  <a:lnTo>
                    <a:pt x="268" y="483"/>
                  </a:lnTo>
                  <a:lnTo>
                    <a:pt x="279" y="487"/>
                  </a:lnTo>
                  <a:lnTo>
                    <a:pt x="282" y="484"/>
                  </a:lnTo>
                  <a:lnTo>
                    <a:pt x="278" y="481"/>
                  </a:lnTo>
                  <a:lnTo>
                    <a:pt x="266" y="475"/>
                  </a:lnTo>
                  <a:lnTo>
                    <a:pt x="285" y="477"/>
                  </a:lnTo>
                  <a:lnTo>
                    <a:pt x="290" y="474"/>
                  </a:lnTo>
                  <a:lnTo>
                    <a:pt x="287" y="471"/>
                  </a:lnTo>
                  <a:lnTo>
                    <a:pt x="288" y="470"/>
                  </a:lnTo>
                  <a:lnTo>
                    <a:pt x="287" y="468"/>
                  </a:lnTo>
                  <a:lnTo>
                    <a:pt x="297" y="468"/>
                  </a:lnTo>
                  <a:lnTo>
                    <a:pt x="287" y="464"/>
                  </a:lnTo>
                  <a:lnTo>
                    <a:pt x="297" y="464"/>
                  </a:lnTo>
                  <a:lnTo>
                    <a:pt x="297" y="461"/>
                  </a:lnTo>
                  <a:lnTo>
                    <a:pt x="297" y="459"/>
                  </a:lnTo>
                  <a:lnTo>
                    <a:pt x="303" y="458"/>
                  </a:lnTo>
                  <a:lnTo>
                    <a:pt x="298" y="454"/>
                  </a:lnTo>
                  <a:lnTo>
                    <a:pt x="307" y="452"/>
                  </a:lnTo>
                  <a:lnTo>
                    <a:pt x="306" y="449"/>
                  </a:lnTo>
                  <a:lnTo>
                    <a:pt x="311" y="442"/>
                  </a:lnTo>
                  <a:lnTo>
                    <a:pt x="313" y="440"/>
                  </a:lnTo>
                  <a:lnTo>
                    <a:pt x="308" y="432"/>
                  </a:lnTo>
                  <a:lnTo>
                    <a:pt x="311" y="432"/>
                  </a:lnTo>
                  <a:lnTo>
                    <a:pt x="304" y="426"/>
                  </a:lnTo>
                  <a:lnTo>
                    <a:pt x="320" y="420"/>
                  </a:lnTo>
                  <a:lnTo>
                    <a:pt x="332" y="419"/>
                  </a:lnTo>
                  <a:lnTo>
                    <a:pt x="329" y="416"/>
                  </a:lnTo>
                  <a:lnTo>
                    <a:pt x="327" y="413"/>
                  </a:lnTo>
                  <a:lnTo>
                    <a:pt x="335" y="413"/>
                  </a:lnTo>
                  <a:lnTo>
                    <a:pt x="336" y="408"/>
                  </a:lnTo>
                  <a:lnTo>
                    <a:pt x="342" y="410"/>
                  </a:lnTo>
                  <a:lnTo>
                    <a:pt x="339" y="407"/>
                  </a:lnTo>
                  <a:lnTo>
                    <a:pt x="343" y="407"/>
                  </a:lnTo>
                  <a:lnTo>
                    <a:pt x="351" y="403"/>
                  </a:lnTo>
                  <a:lnTo>
                    <a:pt x="343" y="400"/>
                  </a:lnTo>
                  <a:lnTo>
                    <a:pt x="358" y="398"/>
                  </a:lnTo>
                  <a:lnTo>
                    <a:pt x="355" y="391"/>
                  </a:lnTo>
                  <a:lnTo>
                    <a:pt x="345" y="387"/>
                  </a:lnTo>
                  <a:lnTo>
                    <a:pt x="361" y="384"/>
                  </a:lnTo>
                  <a:lnTo>
                    <a:pt x="362" y="369"/>
                  </a:lnTo>
                  <a:lnTo>
                    <a:pt x="378" y="368"/>
                  </a:lnTo>
                  <a:lnTo>
                    <a:pt x="378" y="361"/>
                  </a:lnTo>
                  <a:lnTo>
                    <a:pt x="390" y="359"/>
                  </a:lnTo>
                  <a:lnTo>
                    <a:pt x="396" y="356"/>
                  </a:lnTo>
                  <a:lnTo>
                    <a:pt x="416" y="353"/>
                  </a:lnTo>
                  <a:lnTo>
                    <a:pt x="413" y="350"/>
                  </a:lnTo>
                  <a:lnTo>
                    <a:pt x="425" y="342"/>
                  </a:lnTo>
                  <a:lnTo>
                    <a:pt x="433" y="342"/>
                  </a:lnTo>
                  <a:lnTo>
                    <a:pt x="423" y="350"/>
                  </a:lnTo>
                  <a:lnTo>
                    <a:pt x="433" y="350"/>
                  </a:lnTo>
                  <a:lnTo>
                    <a:pt x="460" y="345"/>
                  </a:lnTo>
                  <a:lnTo>
                    <a:pt x="461" y="340"/>
                  </a:lnTo>
                  <a:lnTo>
                    <a:pt x="470" y="340"/>
                  </a:lnTo>
                  <a:lnTo>
                    <a:pt x="486" y="337"/>
                  </a:lnTo>
                  <a:lnTo>
                    <a:pt x="489" y="333"/>
                  </a:lnTo>
                  <a:lnTo>
                    <a:pt x="505" y="318"/>
                  </a:lnTo>
                  <a:lnTo>
                    <a:pt x="529" y="307"/>
                  </a:lnTo>
                  <a:lnTo>
                    <a:pt x="531" y="300"/>
                  </a:lnTo>
                  <a:lnTo>
                    <a:pt x="534" y="292"/>
                  </a:lnTo>
                  <a:lnTo>
                    <a:pt x="553" y="302"/>
                  </a:lnTo>
                  <a:lnTo>
                    <a:pt x="563" y="300"/>
                  </a:lnTo>
                  <a:lnTo>
                    <a:pt x="572" y="298"/>
                  </a:lnTo>
                  <a:lnTo>
                    <a:pt x="577" y="298"/>
                  </a:lnTo>
                  <a:lnTo>
                    <a:pt x="615" y="289"/>
                  </a:lnTo>
                  <a:lnTo>
                    <a:pt x="653" y="281"/>
                  </a:lnTo>
                  <a:lnTo>
                    <a:pt x="665" y="276"/>
                  </a:lnTo>
                  <a:lnTo>
                    <a:pt x="678" y="269"/>
                  </a:lnTo>
                  <a:lnTo>
                    <a:pt x="686" y="265"/>
                  </a:lnTo>
                  <a:lnTo>
                    <a:pt x="696" y="260"/>
                  </a:lnTo>
                  <a:lnTo>
                    <a:pt x="708" y="256"/>
                  </a:lnTo>
                  <a:lnTo>
                    <a:pt x="656" y="252"/>
                  </a:lnTo>
                  <a:lnTo>
                    <a:pt x="615" y="259"/>
                  </a:lnTo>
                  <a:lnTo>
                    <a:pt x="614" y="254"/>
                  </a:lnTo>
                  <a:lnTo>
                    <a:pt x="643" y="249"/>
                  </a:lnTo>
                  <a:lnTo>
                    <a:pt x="601" y="249"/>
                  </a:lnTo>
                  <a:lnTo>
                    <a:pt x="621" y="240"/>
                  </a:lnTo>
                  <a:lnTo>
                    <a:pt x="621" y="237"/>
                  </a:lnTo>
                  <a:lnTo>
                    <a:pt x="624" y="237"/>
                  </a:lnTo>
                  <a:lnTo>
                    <a:pt x="662" y="234"/>
                  </a:lnTo>
                  <a:lnTo>
                    <a:pt x="662" y="227"/>
                  </a:lnTo>
                  <a:lnTo>
                    <a:pt x="659" y="227"/>
                  </a:lnTo>
                  <a:lnTo>
                    <a:pt x="625" y="224"/>
                  </a:lnTo>
                  <a:lnTo>
                    <a:pt x="637" y="223"/>
                  </a:lnTo>
                  <a:lnTo>
                    <a:pt x="622" y="215"/>
                  </a:lnTo>
                  <a:lnTo>
                    <a:pt x="654" y="225"/>
                  </a:lnTo>
                  <a:lnTo>
                    <a:pt x="682" y="236"/>
                  </a:lnTo>
                  <a:lnTo>
                    <a:pt x="695" y="249"/>
                  </a:lnTo>
                  <a:lnTo>
                    <a:pt x="708" y="246"/>
                  </a:lnTo>
                  <a:lnTo>
                    <a:pt x="712" y="240"/>
                  </a:lnTo>
                  <a:lnTo>
                    <a:pt x="714" y="249"/>
                  </a:lnTo>
                  <a:lnTo>
                    <a:pt x="721" y="246"/>
                  </a:lnTo>
                  <a:lnTo>
                    <a:pt x="721" y="238"/>
                  </a:lnTo>
                  <a:lnTo>
                    <a:pt x="723" y="227"/>
                  </a:lnTo>
                  <a:lnTo>
                    <a:pt x="714" y="230"/>
                  </a:lnTo>
                  <a:lnTo>
                    <a:pt x="718" y="223"/>
                  </a:lnTo>
                  <a:lnTo>
                    <a:pt x="712" y="223"/>
                  </a:lnTo>
                  <a:lnTo>
                    <a:pt x="707" y="221"/>
                  </a:lnTo>
                  <a:lnTo>
                    <a:pt x="712" y="217"/>
                  </a:lnTo>
                  <a:lnTo>
                    <a:pt x="675" y="208"/>
                  </a:lnTo>
                  <a:lnTo>
                    <a:pt x="669" y="211"/>
                  </a:lnTo>
                  <a:lnTo>
                    <a:pt x="670" y="207"/>
                  </a:lnTo>
                  <a:lnTo>
                    <a:pt x="683" y="202"/>
                  </a:lnTo>
                  <a:lnTo>
                    <a:pt x="660" y="201"/>
                  </a:lnTo>
                  <a:lnTo>
                    <a:pt x="650" y="201"/>
                  </a:lnTo>
                  <a:lnTo>
                    <a:pt x="646" y="198"/>
                  </a:lnTo>
                  <a:lnTo>
                    <a:pt x="680" y="193"/>
                  </a:lnTo>
                  <a:lnTo>
                    <a:pt x="644" y="192"/>
                  </a:lnTo>
                  <a:lnTo>
                    <a:pt x="643" y="195"/>
                  </a:lnTo>
                  <a:lnTo>
                    <a:pt x="643" y="192"/>
                  </a:lnTo>
                  <a:lnTo>
                    <a:pt x="653" y="188"/>
                  </a:lnTo>
                  <a:lnTo>
                    <a:pt x="650" y="185"/>
                  </a:lnTo>
                  <a:lnTo>
                    <a:pt x="675" y="186"/>
                  </a:lnTo>
                  <a:lnTo>
                    <a:pt x="683" y="182"/>
                  </a:lnTo>
                  <a:lnTo>
                    <a:pt x="679" y="177"/>
                  </a:lnTo>
                  <a:lnTo>
                    <a:pt x="694" y="180"/>
                  </a:lnTo>
                  <a:lnTo>
                    <a:pt x="708" y="179"/>
                  </a:lnTo>
                  <a:lnTo>
                    <a:pt x="721" y="183"/>
                  </a:lnTo>
                  <a:lnTo>
                    <a:pt x="701" y="182"/>
                  </a:lnTo>
                  <a:lnTo>
                    <a:pt x="731" y="188"/>
                  </a:lnTo>
                  <a:lnTo>
                    <a:pt x="758" y="180"/>
                  </a:lnTo>
                  <a:lnTo>
                    <a:pt x="759" y="176"/>
                  </a:lnTo>
                  <a:lnTo>
                    <a:pt x="737" y="176"/>
                  </a:lnTo>
                  <a:lnTo>
                    <a:pt x="736" y="179"/>
                  </a:lnTo>
                  <a:lnTo>
                    <a:pt x="730" y="170"/>
                  </a:lnTo>
                  <a:lnTo>
                    <a:pt x="737" y="161"/>
                  </a:lnTo>
                  <a:lnTo>
                    <a:pt x="779" y="166"/>
                  </a:lnTo>
                  <a:lnTo>
                    <a:pt x="778" y="159"/>
                  </a:lnTo>
                  <a:lnTo>
                    <a:pt x="759" y="157"/>
                  </a:lnTo>
                  <a:lnTo>
                    <a:pt x="756" y="151"/>
                  </a:lnTo>
                  <a:lnTo>
                    <a:pt x="740" y="150"/>
                  </a:lnTo>
                  <a:lnTo>
                    <a:pt x="758" y="147"/>
                  </a:lnTo>
                  <a:lnTo>
                    <a:pt x="740" y="143"/>
                  </a:lnTo>
                  <a:lnTo>
                    <a:pt x="740" y="140"/>
                  </a:lnTo>
                  <a:lnTo>
                    <a:pt x="779" y="148"/>
                  </a:lnTo>
                  <a:lnTo>
                    <a:pt x="776" y="134"/>
                  </a:lnTo>
                  <a:lnTo>
                    <a:pt x="749" y="134"/>
                  </a:lnTo>
                  <a:lnTo>
                    <a:pt x="781" y="130"/>
                  </a:lnTo>
                  <a:lnTo>
                    <a:pt x="762" y="128"/>
                  </a:lnTo>
                  <a:lnTo>
                    <a:pt x="753" y="125"/>
                  </a:lnTo>
                  <a:lnTo>
                    <a:pt x="747" y="124"/>
                  </a:lnTo>
                  <a:lnTo>
                    <a:pt x="739" y="118"/>
                  </a:lnTo>
                  <a:lnTo>
                    <a:pt x="763" y="115"/>
                  </a:lnTo>
                  <a:lnTo>
                    <a:pt x="807" y="115"/>
                  </a:lnTo>
                  <a:lnTo>
                    <a:pt x="805" y="106"/>
                  </a:lnTo>
                  <a:lnTo>
                    <a:pt x="781" y="105"/>
                  </a:lnTo>
                  <a:lnTo>
                    <a:pt x="769" y="100"/>
                  </a:lnTo>
                  <a:lnTo>
                    <a:pt x="798" y="100"/>
                  </a:lnTo>
                  <a:lnTo>
                    <a:pt x="768" y="95"/>
                  </a:lnTo>
                  <a:lnTo>
                    <a:pt x="760" y="100"/>
                  </a:lnTo>
                  <a:lnTo>
                    <a:pt x="755" y="98"/>
                  </a:lnTo>
                  <a:lnTo>
                    <a:pt x="768" y="82"/>
                  </a:lnTo>
                  <a:lnTo>
                    <a:pt x="791" y="76"/>
                  </a:lnTo>
                  <a:lnTo>
                    <a:pt x="801" y="70"/>
                  </a:lnTo>
                  <a:lnTo>
                    <a:pt x="792" y="70"/>
                  </a:lnTo>
                  <a:lnTo>
                    <a:pt x="804" y="58"/>
                  </a:lnTo>
                  <a:lnTo>
                    <a:pt x="823" y="58"/>
                  </a:lnTo>
                  <a:lnTo>
                    <a:pt x="824" y="52"/>
                  </a:lnTo>
                  <a:lnTo>
                    <a:pt x="789" y="58"/>
                  </a:lnTo>
                  <a:lnTo>
                    <a:pt x="785" y="54"/>
                  </a:lnTo>
                  <a:lnTo>
                    <a:pt x="817" y="51"/>
                  </a:lnTo>
                  <a:lnTo>
                    <a:pt x="851" y="47"/>
                  </a:lnTo>
                  <a:lnTo>
                    <a:pt x="789" y="45"/>
                  </a:lnTo>
                  <a:lnTo>
                    <a:pt x="874" y="39"/>
                  </a:lnTo>
                  <a:lnTo>
                    <a:pt x="871" y="37"/>
                  </a:lnTo>
                  <a:lnTo>
                    <a:pt x="912" y="29"/>
                  </a:lnTo>
                  <a:lnTo>
                    <a:pt x="859" y="25"/>
                  </a:lnTo>
                  <a:lnTo>
                    <a:pt x="832" y="29"/>
                  </a:lnTo>
                  <a:lnTo>
                    <a:pt x="800" y="32"/>
                  </a:lnTo>
                  <a:lnTo>
                    <a:pt x="798" y="29"/>
                  </a:lnTo>
                  <a:lnTo>
                    <a:pt x="740" y="45"/>
                  </a:lnTo>
                  <a:lnTo>
                    <a:pt x="762" y="35"/>
                  </a:lnTo>
                  <a:lnTo>
                    <a:pt x="775" y="25"/>
                  </a:lnTo>
                  <a:lnTo>
                    <a:pt x="753" y="23"/>
                  </a:lnTo>
                  <a:lnTo>
                    <a:pt x="744" y="28"/>
                  </a:lnTo>
                  <a:lnTo>
                    <a:pt x="704" y="32"/>
                  </a:lnTo>
                  <a:lnTo>
                    <a:pt x="724" y="28"/>
                  </a:lnTo>
                  <a:lnTo>
                    <a:pt x="730" y="23"/>
                  </a:lnTo>
                  <a:lnTo>
                    <a:pt x="628" y="28"/>
                  </a:lnTo>
                  <a:lnTo>
                    <a:pt x="659" y="21"/>
                  </a:lnTo>
                  <a:lnTo>
                    <a:pt x="718" y="21"/>
                  </a:lnTo>
                  <a:lnTo>
                    <a:pt x="785" y="15"/>
                  </a:lnTo>
                  <a:lnTo>
                    <a:pt x="737" y="10"/>
                  </a:lnTo>
                  <a:lnTo>
                    <a:pt x="740" y="7"/>
                  </a:lnTo>
                  <a:lnTo>
                    <a:pt x="602" y="9"/>
                  </a:lnTo>
                  <a:lnTo>
                    <a:pt x="621" y="9"/>
                  </a:lnTo>
                  <a:lnTo>
                    <a:pt x="726" y="5"/>
                  </a:lnTo>
                  <a:lnTo>
                    <a:pt x="683" y="0"/>
                  </a:lnTo>
                  <a:lnTo>
                    <a:pt x="553" y="2"/>
                  </a:lnTo>
                  <a:lnTo>
                    <a:pt x="561" y="5"/>
                  </a:lnTo>
                  <a:lnTo>
                    <a:pt x="551" y="7"/>
                  </a:lnTo>
                  <a:lnTo>
                    <a:pt x="548" y="9"/>
                  </a:lnTo>
                  <a:lnTo>
                    <a:pt x="515" y="6"/>
                  </a:lnTo>
                  <a:lnTo>
                    <a:pt x="470" y="6"/>
                  </a:lnTo>
                  <a:lnTo>
                    <a:pt x="477" y="9"/>
                  </a:lnTo>
                  <a:lnTo>
                    <a:pt x="444" y="7"/>
                  </a:lnTo>
                  <a:lnTo>
                    <a:pt x="502" y="10"/>
                  </a:lnTo>
                  <a:lnTo>
                    <a:pt x="531" y="16"/>
                  </a:lnTo>
                  <a:lnTo>
                    <a:pt x="503" y="12"/>
                  </a:lnTo>
                  <a:lnTo>
                    <a:pt x="503" y="13"/>
                  </a:lnTo>
                  <a:lnTo>
                    <a:pt x="463" y="12"/>
                  </a:lnTo>
                  <a:lnTo>
                    <a:pt x="480" y="19"/>
                  </a:lnTo>
                  <a:lnTo>
                    <a:pt x="465" y="19"/>
                  </a:lnTo>
                  <a:lnTo>
                    <a:pt x="463" y="22"/>
                  </a:lnTo>
                  <a:lnTo>
                    <a:pt x="461" y="26"/>
                  </a:lnTo>
                  <a:lnTo>
                    <a:pt x="384" y="16"/>
                  </a:lnTo>
                  <a:lnTo>
                    <a:pt x="380" y="25"/>
                  </a:lnTo>
                  <a:lnTo>
                    <a:pt x="380" y="28"/>
                  </a:lnTo>
                  <a:lnTo>
                    <a:pt x="345" y="23"/>
                  </a:lnTo>
                  <a:lnTo>
                    <a:pt x="329" y="31"/>
                  </a:lnTo>
                  <a:lnTo>
                    <a:pt x="324" y="31"/>
                  </a:lnTo>
                  <a:lnTo>
                    <a:pt x="330" y="19"/>
                  </a:lnTo>
                  <a:lnTo>
                    <a:pt x="253" y="23"/>
                  </a:lnTo>
                  <a:lnTo>
                    <a:pt x="277" y="32"/>
                  </a:lnTo>
                  <a:lnTo>
                    <a:pt x="258" y="28"/>
                  </a:lnTo>
                  <a:lnTo>
                    <a:pt x="223" y="26"/>
                  </a:lnTo>
                  <a:lnTo>
                    <a:pt x="223" y="31"/>
                  </a:lnTo>
                  <a:lnTo>
                    <a:pt x="217" y="35"/>
                  </a:lnTo>
                  <a:lnTo>
                    <a:pt x="189" y="35"/>
                  </a:lnTo>
                  <a:lnTo>
                    <a:pt x="185" y="41"/>
                  </a:lnTo>
                  <a:lnTo>
                    <a:pt x="182" y="38"/>
                  </a:lnTo>
                  <a:lnTo>
                    <a:pt x="111" y="51"/>
                  </a:lnTo>
                  <a:lnTo>
                    <a:pt x="154" y="52"/>
                  </a:lnTo>
                  <a:lnTo>
                    <a:pt x="143" y="54"/>
                  </a:lnTo>
                  <a:lnTo>
                    <a:pt x="140" y="61"/>
                  </a:lnTo>
                  <a:lnTo>
                    <a:pt x="124" y="68"/>
                  </a:lnTo>
                  <a:lnTo>
                    <a:pt x="67" y="74"/>
                  </a:lnTo>
                  <a:lnTo>
                    <a:pt x="8" y="84"/>
                  </a:lnTo>
                  <a:lnTo>
                    <a:pt x="3" y="89"/>
                  </a:lnTo>
                  <a:lnTo>
                    <a:pt x="3" y="93"/>
                  </a:lnTo>
                  <a:lnTo>
                    <a:pt x="35" y="98"/>
                  </a:lnTo>
                  <a:lnTo>
                    <a:pt x="29" y="100"/>
                  </a:lnTo>
                  <a:lnTo>
                    <a:pt x="27" y="102"/>
                  </a:lnTo>
                  <a:lnTo>
                    <a:pt x="50" y="103"/>
                  </a:lnTo>
                  <a:lnTo>
                    <a:pt x="83" y="100"/>
                  </a:lnTo>
                  <a:lnTo>
                    <a:pt x="79" y="108"/>
                  </a:lnTo>
                  <a:lnTo>
                    <a:pt x="38" y="108"/>
                  </a:lnTo>
                  <a:lnTo>
                    <a:pt x="70" y="111"/>
                  </a:lnTo>
                  <a:lnTo>
                    <a:pt x="57" y="109"/>
                  </a:lnTo>
                  <a:lnTo>
                    <a:pt x="0" y="114"/>
                  </a:lnTo>
                  <a:lnTo>
                    <a:pt x="21" y="115"/>
                  </a:lnTo>
                  <a:lnTo>
                    <a:pt x="37" y="119"/>
                  </a:lnTo>
                  <a:lnTo>
                    <a:pt x="18" y="124"/>
                  </a:lnTo>
                  <a:lnTo>
                    <a:pt x="57" y="134"/>
                  </a:lnTo>
                  <a:lnTo>
                    <a:pt x="51" y="131"/>
                  </a:lnTo>
                  <a:lnTo>
                    <a:pt x="61" y="130"/>
                  </a:lnTo>
                  <a:lnTo>
                    <a:pt x="72" y="130"/>
                  </a:lnTo>
                  <a:lnTo>
                    <a:pt x="98" y="127"/>
                  </a:lnTo>
                  <a:lnTo>
                    <a:pt x="109" y="127"/>
                  </a:lnTo>
                  <a:lnTo>
                    <a:pt x="179" y="138"/>
                  </a:lnTo>
                  <a:lnTo>
                    <a:pt x="173" y="145"/>
                  </a:lnTo>
                  <a:lnTo>
                    <a:pt x="189" y="156"/>
                  </a:lnTo>
                  <a:lnTo>
                    <a:pt x="194" y="160"/>
                  </a:lnTo>
                  <a:lnTo>
                    <a:pt x="189" y="164"/>
                  </a:lnTo>
                  <a:lnTo>
                    <a:pt x="182" y="169"/>
                  </a:lnTo>
                  <a:lnTo>
                    <a:pt x="194" y="169"/>
                  </a:lnTo>
                  <a:lnTo>
                    <a:pt x="194" y="179"/>
                  </a:lnTo>
                  <a:lnTo>
                    <a:pt x="197" y="183"/>
                  </a:lnTo>
                  <a:lnTo>
                    <a:pt x="194" y="191"/>
                  </a:lnTo>
                  <a:lnTo>
                    <a:pt x="198" y="193"/>
                  </a:lnTo>
                  <a:lnTo>
                    <a:pt x="197" y="204"/>
                  </a:lnTo>
                  <a:lnTo>
                    <a:pt x="188" y="208"/>
                  </a:lnTo>
                  <a:lnTo>
                    <a:pt x="182" y="214"/>
                  </a:lnTo>
                  <a:lnTo>
                    <a:pt x="194" y="214"/>
                  </a:lnTo>
                  <a:lnTo>
                    <a:pt x="172" y="221"/>
                  </a:lnTo>
                  <a:lnTo>
                    <a:pt x="181" y="228"/>
                  </a:lnTo>
                  <a:lnTo>
                    <a:pt x="201" y="224"/>
                  </a:lnTo>
                  <a:lnTo>
                    <a:pt x="210" y="208"/>
                  </a:lnTo>
                  <a:lnTo>
                    <a:pt x="213" y="220"/>
                  </a:lnTo>
                  <a:lnTo>
                    <a:pt x="223" y="215"/>
                  </a:lnTo>
                  <a:lnTo>
                    <a:pt x="218" y="220"/>
                  </a:lnTo>
                  <a:lnTo>
                    <a:pt x="234" y="223"/>
                  </a:lnTo>
                  <a:lnTo>
                    <a:pt x="218" y="225"/>
                  </a:lnTo>
                  <a:lnTo>
                    <a:pt x="234" y="227"/>
                  </a:lnTo>
                  <a:lnTo>
                    <a:pt x="223" y="231"/>
                  </a:lnTo>
                  <a:lnTo>
                    <a:pt x="231" y="230"/>
                  </a:lnTo>
                  <a:lnTo>
                    <a:pt x="227" y="233"/>
                  </a:lnTo>
                  <a:lnTo>
                    <a:pt x="237" y="237"/>
                  </a:lnTo>
                  <a:lnTo>
                    <a:pt x="229" y="236"/>
                  </a:lnTo>
                  <a:lnTo>
                    <a:pt x="240" y="240"/>
                  </a:lnTo>
                  <a:lnTo>
                    <a:pt x="239" y="241"/>
                  </a:lnTo>
                  <a:lnTo>
                    <a:pt x="237" y="246"/>
                  </a:lnTo>
                  <a:lnTo>
                    <a:pt x="240" y="250"/>
                  </a:lnTo>
                  <a:lnTo>
                    <a:pt x="188" y="240"/>
                  </a:lnTo>
                  <a:lnTo>
                    <a:pt x="184" y="247"/>
                  </a:lnTo>
                  <a:lnTo>
                    <a:pt x="240" y="260"/>
                  </a:lnTo>
                  <a:lnTo>
                    <a:pt x="230" y="266"/>
                  </a:lnTo>
                  <a:lnTo>
                    <a:pt x="233" y="269"/>
                  </a:lnTo>
                  <a:lnTo>
                    <a:pt x="227" y="273"/>
                  </a:lnTo>
                  <a:lnTo>
                    <a:pt x="229" y="276"/>
                  </a:lnTo>
                  <a:lnTo>
                    <a:pt x="234" y="278"/>
                  </a:lnTo>
                  <a:lnTo>
                    <a:pt x="234" y="281"/>
                  </a:lnTo>
                  <a:lnTo>
                    <a:pt x="226" y="278"/>
                  </a:lnTo>
                  <a:lnTo>
                    <a:pt x="218" y="284"/>
                  </a:lnTo>
                  <a:lnTo>
                    <a:pt x="224" y="285"/>
                  </a:lnTo>
                  <a:lnTo>
                    <a:pt x="181" y="295"/>
                  </a:lnTo>
                  <a:lnTo>
                    <a:pt x="184" y="298"/>
                  </a:lnTo>
                  <a:lnTo>
                    <a:pt x="210" y="297"/>
                  </a:lnTo>
                  <a:lnTo>
                    <a:pt x="218" y="292"/>
                  </a:lnTo>
                  <a:lnTo>
                    <a:pt x="211" y="300"/>
                  </a:lnTo>
                  <a:lnTo>
                    <a:pt x="218" y="304"/>
                  </a:lnTo>
                  <a:lnTo>
                    <a:pt x="184" y="300"/>
                  </a:lnTo>
                  <a:lnTo>
                    <a:pt x="176" y="300"/>
                  </a:lnTo>
                  <a:lnTo>
                    <a:pt x="189" y="305"/>
                  </a:lnTo>
                  <a:lnTo>
                    <a:pt x="173" y="302"/>
                  </a:lnTo>
                  <a:lnTo>
                    <a:pt x="162" y="311"/>
                  </a:lnTo>
                  <a:lnTo>
                    <a:pt x="194" y="305"/>
                  </a:lnTo>
                  <a:lnTo>
                    <a:pt x="191" y="307"/>
                  </a:lnTo>
                  <a:lnTo>
                    <a:pt x="202" y="308"/>
                  </a:lnTo>
                  <a:lnTo>
                    <a:pt x="211" y="305"/>
                  </a:lnTo>
                  <a:lnTo>
                    <a:pt x="218" y="307"/>
                  </a:lnTo>
                  <a:lnTo>
                    <a:pt x="208" y="310"/>
                  </a:lnTo>
                  <a:lnTo>
                    <a:pt x="221" y="310"/>
                  </a:lnTo>
                  <a:lnTo>
                    <a:pt x="214" y="311"/>
                  </a:lnTo>
                  <a:lnTo>
                    <a:pt x="217" y="314"/>
                  </a:lnTo>
                  <a:lnTo>
                    <a:pt x="185" y="310"/>
                  </a:lnTo>
                  <a:lnTo>
                    <a:pt x="156" y="318"/>
                  </a:lnTo>
                  <a:lnTo>
                    <a:pt x="197" y="318"/>
                  </a:lnTo>
                  <a:lnTo>
                    <a:pt x="207" y="321"/>
                  </a:lnTo>
                  <a:lnTo>
                    <a:pt x="197" y="320"/>
                  </a:lnTo>
                  <a:lnTo>
                    <a:pt x="154" y="321"/>
                  </a:lnTo>
                  <a:lnTo>
                    <a:pt x="159" y="326"/>
                  </a:lnTo>
                  <a:lnTo>
                    <a:pt x="176" y="327"/>
                  </a:lnTo>
                  <a:lnTo>
                    <a:pt x="166" y="330"/>
                  </a:lnTo>
                  <a:lnTo>
                    <a:pt x="165" y="333"/>
                  </a:lnTo>
                  <a:lnTo>
                    <a:pt x="159" y="333"/>
                  </a:lnTo>
                  <a:lnTo>
                    <a:pt x="169" y="336"/>
                  </a:lnTo>
                  <a:lnTo>
                    <a:pt x="153" y="337"/>
                  </a:lnTo>
                  <a:lnTo>
                    <a:pt x="150" y="343"/>
                  </a:lnTo>
                  <a:lnTo>
                    <a:pt x="182" y="334"/>
                  </a:lnTo>
                  <a:lnTo>
                    <a:pt x="213" y="326"/>
                  </a:lnTo>
                  <a:lnTo>
                    <a:pt x="205" y="330"/>
                  </a:lnTo>
                  <a:lnTo>
                    <a:pt x="150" y="347"/>
                  </a:lnTo>
                  <a:lnTo>
                    <a:pt x="157" y="349"/>
                  </a:lnTo>
                  <a:lnTo>
                    <a:pt x="152" y="350"/>
                  </a:lnTo>
                  <a:lnTo>
                    <a:pt x="179" y="347"/>
                  </a:lnTo>
                  <a:lnTo>
                    <a:pt x="154" y="355"/>
                  </a:lnTo>
                  <a:lnTo>
                    <a:pt x="156" y="356"/>
                  </a:lnTo>
                  <a:lnTo>
                    <a:pt x="159" y="359"/>
                  </a:lnTo>
                  <a:lnTo>
                    <a:pt x="170" y="359"/>
                  </a:lnTo>
                  <a:lnTo>
                    <a:pt x="194" y="356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="" xmlns:a16="http://schemas.microsoft.com/office/drawing/2014/main" id="{093E5B2D-1E9F-4B56-91D7-711922B5C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356" y="1585913"/>
              <a:ext cx="53975" cy="28575"/>
            </a:xfrm>
            <a:custGeom>
              <a:avLst/>
              <a:gdLst>
                <a:gd name="T0" fmla="*/ 64740011 w 45"/>
                <a:gd name="T1" fmla="*/ 25921608 h 21"/>
                <a:gd name="T2" fmla="*/ 15825469 w 45"/>
                <a:gd name="T3" fmla="*/ 0 h 21"/>
                <a:gd name="T4" fmla="*/ 1438134 w 45"/>
                <a:gd name="T5" fmla="*/ 9258299 h 21"/>
                <a:gd name="T6" fmla="*/ 1438134 w 45"/>
                <a:gd name="T7" fmla="*/ 12960804 h 21"/>
                <a:gd name="T8" fmla="*/ 0 w 45"/>
                <a:gd name="T9" fmla="*/ 20367169 h 21"/>
                <a:gd name="T10" fmla="*/ 5754935 w 45"/>
                <a:gd name="T11" fmla="*/ 29624111 h 21"/>
                <a:gd name="T12" fmla="*/ 18702936 w 45"/>
                <a:gd name="T13" fmla="*/ 33327974 h 21"/>
                <a:gd name="T14" fmla="*/ 10070537 w 45"/>
                <a:gd name="T15" fmla="*/ 38882407 h 21"/>
                <a:gd name="T16" fmla="*/ 64740011 w 45"/>
                <a:gd name="T17" fmla="*/ 25921608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5"/>
                <a:gd name="T28" fmla="*/ 0 h 21"/>
                <a:gd name="T29" fmla="*/ 45 w 45"/>
                <a:gd name="T30" fmla="*/ 21 h 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5" h="21">
                  <a:moveTo>
                    <a:pt x="45" y="14"/>
                  </a:moveTo>
                  <a:lnTo>
                    <a:pt x="11" y="0"/>
                  </a:lnTo>
                  <a:lnTo>
                    <a:pt x="1" y="5"/>
                  </a:lnTo>
                  <a:lnTo>
                    <a:pt x="1" y="7"/>
                  </a:lnTo>
                  <a:lnTo>
                    <a:pt x="0" y="11"/>
                  </a:lnTo>
                  <a:lnTo>
                    <a:pt x="4" y="16"/>
                  </a:lnTo>
                  <a:lnTo>
                    <a:pt x="13" y="18"/>
                  </a:lnTo>
                  <a:lnTo>
                    <a:pt x="7" y="21"/>
                  </a:lnTo>
                  <a:lnTo>
                    <a:pt x="45" y="1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="" xmlns:a16="http://schemas.microsoft.com/office/drawing/2014/main" id="{8FF9F726-6ECB-414C-AD1D-851631008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1131" y="1693863"/>
              <a:ext cx="239713" cy="95250"/>
            </a:xfrm>
            <a:custGeom>
              <a:avLst/>
              <a:gdLst>
                <a:gd name="T0" fmla="*/ 234861669 w 189"/>
                <a:gd name="T1" fmla="*/ 0 h 71"/>
                <a:gd name="T2" fmla="*/ 230035702 w 189"/>
                <a:gd name="T3" fmla="*/ 10798128 h 71"/>
                <a:gd name="T4" fmla="*/ 201079903 w 189"/>
                <a:gd name="T5" fmla="*/ 17996881 h 71"/>
                <a:gd name="T6" fmla="*/ 183385538 w 189"/>
                <a:gd name="T7" fmla="*/ 14397506 h 71"/>
                <a:gd name="T8" fmla="*/ 178559572 w 189"/>
                <a:gd name="T9" fmla="*/ 32395729 h 71"/>
                <a:gd name="T10" fmla="*/ 178559572 w 189"/>
                <a:gd name="T11" fmla="*/ 26995995 h 71"/>
                <a:gd name="T12" fmla="*/ 152821467 w 189"/>
                <a:gd name="T13" fmla="*/ 16197864 h 71"/>
                <a:gd name="T14" fmla="*/ 143169534 w 189"/>
                <a:gd name="T15" fmla="*/ 26995995 h 71"/>
                <a:gd name="T16" fmla="*/ 127083402 w 189"/>
                <a:gd name="T17" fmla="*/ 16197864 h 71"/>
                <a:gd name="T18" fmla="*/ 107779536 w 189"/>
                <a:gd name="T19" fmla="*/ 39594479 h 71"/>
                <a:gd name="T20" fmla="*/ 93301636 w 189"/>
                <a:gd name="T21" fmla="*/ 46793240 h 71"/>
                <a:gd name="T22" fmla="*/ 80431949 w 189"/>
                <a:gd name="T23" fmla="*/ 37795463 h 71"/>
                <a:gd name="T24" fmla="*/ 90083902 w 189"/>
                <a:gd name="T25" fmla="*/ 26995995 h 71"/>
                <a:gd name="T26" fmla="*/ 49867918 w 189"/>
                <a:gd name="T27" fmla="*/ 3599377 h 71"/>
                <a:gd name="T28" fmla="*/ 56302117 w 189"/>
                <a:gd name="T29" fmla="*/ 10798128 h 71"/>
                <a:gd name="T30" fmla="*/ 61128083 w 189"/>
                <a:gd name="T31" fmla="*/ 23396620 h 71"/>
                <a:gd name="T32" fmla="*/ 40215975 w 189"/>
                <a:gd name="T33" fmla="*/ 14397506 h 71"/>
                <a:gd name="T34" fmla="*/ 30564042 w 189"/>
                <a:gd name="T35" fmla="*/ 21597598 h 71"/>
                <a:gd name="T36" fmla="*/ 28955809 w 189"/>
                <a:gd name="T37" fmla="*/ 26995995 h 71"/>
                <a:gd name="T38" fmla="*/ 35390008 w 189"/>
                <a:gd name="T39" fmla="*/ 28796354 h 71"/>
                <a:gd name="T40" fmla="*/ 35390008 w 189"/>
                <a:gd name="T41" fmla="*/ 32395729 h 71"/>
                <a:gd name="T42" fmla="*/ 9651935 w 189"/>
                <a:gd name="T43" fmla="*/ 28796354 h 71"/>
                <a:gd name="T44" fmla="*/ 17695638 w 189"/>
                <a:gd name="T45" fmla="*/ 37795463 h 71"/>
                <a:gd name="T46" fmla="*/ 0 w 189"/>
                <a:gd name="T47" fmla="*/ 39594479 h 71"/>
                <a:gd name="T48" fmla="*/ 65954050 w 189"/>
                <a:gd name="T49" fmla="*/ 43193855 h 71"/>
                <a:gd name="T50" fmla="*/ 56302117 w 189"/>
                <a:gd name="T51" fmla="*/ 50392615 h 71"/>
                <a:gd name="T52" fmla="*/ 64345817 w 189"/>
                <a:gd name="T53" fmla="*/ 57592707 h 71"/>
                <a:gd name="T54" fmla="*/ 8043703 w 189"/>
                <a:gd name="T55" fmla="*/ 66590475 h 71"/>
                <a:gd name="T56" fmla="*/ 51476150 w 189"/>
                <a:gd name="T57" fmla="*/ 75589584 h 71"/>
                <a:gd name="T58" fmla="*/ 65954050 w 189"/>
                <a:gd name="T59" fmla="*/ 79188959 h 71"/>
                <a:gd name="T60" fmla="*/ 59519851 w 189"/>
                <a:gd name="T61" fmla="*/ 86387709 h 71"/>
                <a:gd name="T62" fmla="*/ 67563551 w 189"/>
                <a:gd name="T63" fmla="*/ 86387709 h 71"/>
                <a:gd name="T64" fmla="*/ 61128083 w 189"/>
                <a:gd name="T65" fmla="*/ 95386839 h 71"/>
                <a:gd name="T66" fmla="*/ 38607742 w 189"/>
                <a:gd name="T67" fmla="*/ 104385948 h 71"/>
                <a:gd name="T68" fmla="*/ 56302117 w 189"/>
                <a:gd name="T69" fmla="*/ 109784340 h 71"/>
                <a:gd name="T70" fmla="*/ 98127603 w 189"/>
                <a:gd name="T71" fmla="*/ 115184073 h 71"/>
                <a:gd name="T72" fmla="*/ 162473400 w 189"/>
                <a:gd name="T73" fmla="*/ 127782557 h 71"/>
                <a:gd name="T74" fmla="*/ 209123604 w 189"/>
                <a:gd name="T75" fmla="*/ 109784340 h 71"/>
                <a:gd name="T76" fmla="*/ 252557302 w 189"/>
                <a:gd name="T77" fmla="*/ 91787464 h 71"/>
                <a:gd name="T78" fmla="*/ 281511833 w 189"/>
                <a:gd name="T79" fmla="*/ 73790567 h 71"/>
                <a:gd name="T80" fmla="*/ 294381500 w 189"/>
                <a:gd name="T81" fmla="*/ 62991100 h 71"/>
                <a:gd name="T82" fmla="*/ 304033433 w 189"/>
                <a:gd name="T83" fmla="*/ 61192083 h 71"/>
                <a:gd name="T84" fmla="*/ 292773267 w 189"/>
                <a:gd name="T85" fmla="*/ 52192974 h 71"/>
                <a:gd name="T86" fmla="*/ 304033433 w 189"/>
                <a:gd name="T87" fmla="*/ 50392615 h 71"/>
                <a:gd name="T88" fmla="*/ 304033433 w 189"/>
                <a:gd name="T89" fmla="*/ 43193855 h 71"/>
                <a:gd name="T90" fmla="*/ 278295367 w 189"/>
                <a:gd name="T91" fmla="*/ 43193855 h 71"/>
                <a:gd name="T92" fmla="*/ 286337799 w 189"/>
                <a:gd name="T93" fmla="*/ 34194746 h 71"/>
                <a:gd name="T94" fmla="*/ 271861168 w 189"/>
                <a:gd name="T95" fmla="*/ 32395729 h 71"/>
                <a:gd name="T96" fmla="*/ 268643434 w 189"/>
                <a:gd name="T97" fmla="*/ 17996881 h 71"/>
                <a:gd name="T98" fmla="*/ 283121334 w 189"/>
                <a:gd name="T99" fmla="*/ 5399735 h 71"/>
                <a:gd name="T100" fmla="*/ 260599734 w 189"/>
                <a:gd name="T101" fmla="*/ 10798128 h 71"/>
                <a:gd name="T102" fmla="*/ 234861669 w 189"/>
                <a:gd name="T103" fmla="*/ 0 h 7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89"/>
                <a:gd name="T157" fmla="*/ 0 h 71"/>
                <a:gd name="T158" fmla="*/ 189 w 189"/>
                <a:gd name="T159" fmla="*/ 71 h 7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89" h="71">
                  <a:moveTo>
                    <a:pt x="146" y="0"/>
                  </a:moveTo>
                  <a:lnTo>
                    <a:pt x="143" y="6"/>
                  </a:lnTo>
                  <a:lnTo>
                    <a:pt x="125" y="10"/>
                  </a:lnTo>
                  <a:lnTo>
                    <a:pt x="114" y="8"/>
                  </a:lnTo>
                  <a:lnTo>
                    <a:pt x="111" y="18"/>
                  </a:lnTo>
                  <a:lnTo>
                    <a:pt x="111" y="15"/>
                  </a:lnTo>
                  <a:lnTo>
                    <a:pt x="95" y="9"/>
                  </a:lnTo>
                  <a:lnTo>
                    <a:pt x="89" y="15"/>
                  </a:lnTo>
                  <a:lnTo>
                    <a:pt x="79" y="9"/>
                  </a:lnTo>
                  <a:lnTo>
                    <a:pt x="67" y="22"/>
                  </a:lnTo>
                  <a:lnTo>
                    <a:pt x="58" y="26"/>
                  </a:lnTo>
                  <a:lnTo>
                    <a:pt x="50" y="21"/>
                  </a:lnTo>
                  <a:lnTo>
                    <a:pt x="56" y="15"/>
                  </a:lnTo>
                  <a:lnTo>
                    <a:pt x="31" y="2"/>
                  </a:lnTo>
                  <a:lnTo>
                    <a:pt x="35" y="6"/>
                  </a:lnTo>
                  <a:lnTo>
                    <a:pt x="38" y="13"/>
                  </a:lnTo>
                  <a:lnTo>
                    <a:pt x="25" y="8"/>
                  </a:lnTo>
                  <a:lnTo>
                    <a:pt x="19" y="12"/>
                  </a:lnTo>
                  <a:lnTo>
                    <a:pt x="18" y="15"/>
                  </a:lnTo>
                  <a:lnTo>
                    <a:pt x="22" y="16"/>
                  </a:lnTo>
                  <a:lnTo>
                    <a:pt x="22" y="18"/>
                  </a:lnTo>
                  <a:lnTo>
                    <a:pt x="6" y="16"/>
                  </a:lnTo>
                  <a:lnTo>
                    <a:pt x="11" y="21"/>
                  </a:lnTo>
                  <a:lnTo>
                    <a:pt x="0" y="22"/>
                  </a:lnTo>
                  <a:lnTo>
                    <a:pt x="41" y="24"/>
                  </a:lnTo>
                  <a:lnTo>
                    <a:pt x="35" y="28"/>
                  </a:lnTo>
                  <a:lnTo>
                    <a:pt x="40" y="32"/>
                  </a:lnTo>
                  <a:lnTo>
                    <a:pt x="5" y="37"/>
                  </a:lnTo>
                  <a:lnTo>
                    <a:pt x="32" y="42"/>
                  </a:lnTo>
                  <a:lnTo>
                    <a:pt x="41" y="44"/>
                  </a:lnTo>
                  <a:lnTo>
                    <a:pt x="37" y="48"/>
                  </a:lnTo>
                  <a:lnTo>
                    <a:pt x="42" y="48"/>
                  </a:lnTo>
                  <a:lnTo>
                    <a:pt x="38" y="53"/>
                  </a:lnTo>
                  <a:lnTo>
                    <a:pt x="24" y="58"/>
                  </a:lnTo>
                  <a:lnTo>
                    <a:pt x="35" y="61"/>
                  </a:lnTo>
                  <a:lnTo>
                    <a:pt x="61" y="64"/>
                  </a:lnTo>
                  <a:lnTo>
                    <a:pt x="101" y="71"/>
                  </a:lnTo>
                  <a:lnTo>
                    <a:pt x="130" y="61"/>
                  </a:lnTo>
                  <a:lnTo>
                    <a:pt x="157" y="51"/>
                  </a:lnTo>
                  <a:lnTo>
                    <a:pt x="175" y="41"/>
                  </a:lnTo>
                  <a:lnTo>
                    <a:pt x="183" y="35"/>
                  </a:lnTo>
                  <a:lnTo>
                    <a:pt x="189" y="34"/>
                  </a:lnTo>
                  <a:lnTo>
                    <a:pt x="182" y="29"/>
                  </a:lnTo>
                  <a:lnTo>
                    <a:pt x="189" y="28"/>
                  </a:lnTo>
                  <a:lnTo>
                    <a:pt x="189" y="24"/>
                  </a:lnTo>
                  <a:lnTo>
                    <a:pt x="173" y="24"/>
                  </a:lnTo>
                  <a:lnTo>
                    <a:pt x="178" y="19"/>
                  </a:lnTo>
                  <a:lnTo>
                    <a:pt x="169" y="18"/>
                  </a:lnTo>
                  <a:lnTo>
                    <a:pt x="167" y="10"/>
                  </a:lnTo>
                  <a:lnTo>
                    <a:pt x="176" y="3"/>
                  </a:lnTo>
                  <a:lnTo>
                    <a:pt x="162" y="6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="" xmlns:a16="http://schemas.microsoft.com/office/drawing/2014/main" id="{98C481C4-24DB-415A-9C9D-9CEBB016F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2119" y="2033588"/>
              <a:ext cx="104775" cy="117475"/>
            </a:xfrm>
            <a:custGeom>
              <a:avLst/>
              <a:gdLst>
                <a:gd name="T0" fmla="*/ 132262649 w 83"/>
                <a:gd name="T1" fmla="*/ 107767070 h 94"/>
                <a:gd name="T2" fmla="*/ 132262649 w 83"/>
                <a:gd name="T3" fmla="*/ 76529958 h 94"/>
                <a:gd name="T4" fmla="*/ 132262649 w 83"/>
                <a:gd name="T5" fmla="*/ 46855033 h 94"/>
                <a:gd name="T6" fmla="*/ 111546241 w 83"/>
                <a:gd name="T7" fmla="*/ 37484520 h 94"/>
                <a:gd name="T8" fmla="*/ 105172641 w 83"/>
                <a:gd name="T9" fmla="*/ 40607605 h 94"/>
                <a:gd name="T10" fmla="*/ 79675697 w 83"/>
                <a:gd name="T11" fmla="*/ 35922353 h 94"/>
                <a:gd name="T12" fmla="*/ 101985210 w 83"/>
                <a:gd name="T13" fmla="*/ 7809588 h 94"/>
                <a:gd name="T14" fmla="*/ 106765725 w 83"/>
                <a:gd name="T15" fmla="*/ 0 h 94"/>
                <a:gd name="T16" fmla="*/ 92424179 w 83"/>
                <a:gd name="T17" fmla="*/ 6247421 h 94"/>
                <a:gd name="T18" fmla="*/ 82863148 w 83"/>
                <a:gd name="T19" fmla="*/ 6247421 h 94"/>
                <a:gd name="T20" fmla="*/ 57367467 w 83"/>
                <a:gd name="T21" fmla="*/ 20304427 h 94"/>
                <a:gd name="T22" fmla="*/ 66928498 w 83"/>
                <a:gd name="T23" fmla="*/ 26550601 h 94"/>
                <a:gd name="T24" fmla="*/ 57367467 w 83"/>
                <a:gd name="T25" fmla="*/ 37484520 h 94"/>
                <a:gd name="T26" fmla="*/ 19122067 w 83"/>
                <a:gd name="T27" fmla="*/ 42169782 h 94"/>
                <a:gd name="T28" fmla="*/ 20716418 w 83"/>
                <a:gd name="T29" fmla="*/ 54664619 h 94"/>
                <a:gd name="T30" fmla="*/ 6373602 w 83"/>
                <a:gd name="T31" fmla="*/ 67159455 h 94"/>
                <a:gd name="T32" fmla="*/ 44619005 w 83"/>
                <a:gd name="T33" fmla="*/ 79653043 h 94"/>
                <a:gd name="T34" fmla="*/ 15934636 w 83"/>
                <a:gd name="T35" fmla="*/ 106204903 h 94"/>
                <a:gd name="T36" fmla="*/ 44619005 w 83"/>
                <a:gd name="T37" fmla="*/ 99957485 h 94"/>
                <a:gd name="T38" fmla="*/ 15934636 w 83"/>
                <a:gd name="T39" fmla="*/ 112452321 h 94"/>
                <a:gd name="T40" fmla="*/ 0 w 83"/>
                <a:gd name="T41" fmla="*/ 120261907 h 94"/>
                <a:gd name="T42" fmla="*/ 9561033 w 83"/>
                <a:gd name="T43" fmla="*/ 124947158 h 94"/>
                <a:gd name="T44" fmla="*/ 0 w 83"/>
                <a:gd name="T45" fmla="*/ 131194577 h 94"/>
                <a:gd name="T46" fmla="*/ 14341551 w 83"/>
                <a:gd name="T47" fmla="*/ 135879828 h 94"/>
                <a:gd name="T48" fmla="*/ 9561033 w 83"/>
                <a:gd name="T49" fmla="*/ 142127247 h 94"/>
                <a:gd name="T50" fmla="*/ 20716418 w 83"/>
                <a:gd name="T51" fmla="*/ 142127247 h 94"/>
                <a:gd name="T52" fmla="*/ 20716418 w 83"/>
                <a:gd name="T53" fmla="*/ 146812498 h 94"/>
                <a:gd name="T54" fmla="*/ 55773120 w 83"/>
                <a:gd name="T55" fmla="*/ 142127247 h 94"/>
                <a:gd name="T56" fmla="*/ 86050579 w 83"/>
                <a:gd name="T57" fmla="*/ 126508076 h 94"/>
                <a:gd name="T58" fmla="*/ 117921103 w 83"/>
                <a:gd name="T59" fmla="*/ 121822824 h 94"/>
                <a:gd name="T60" fmla="*/ 132262649 w 83"/>
                <a:gd name="T61" fmla="*/ 107767070 h 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83"/>
                <a:gd name="T94" fmla="*/ 0 h 94"/>
                <a:gd name="T95" fmla="*/ 83 w 83"/>
                <a:gd name="T96" fmla="*/ 94 h 9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83" h="94">
                  <a:moveTo>
                    <a:pt x="83" y="69"/>
                  </a:moveTo>
                  <a:lnTo>
                    <a:pt x="83" y="49"/>
                  </a:lnTo>
                  <a:lnTo>
                    <a:pt x="83" y="30"/>
                  </a:lnTo>
                  <a:lnTo>
                    <a:pt x="70" y="24"/>
                  </a:lnTo>
                  <a:lnTo>
                    <a:pt x="66" y="26"/>
                  </a:lnTo>
                  <a:lnTo>
                    <a:pt x="50" y="23"/>
                  </a:lnTo>
                  <a:lnTo>
                    <a:pt x="64" y="5"/>
                  </a:lnTo>
                  <a:lnTo>
                    <a:pt x="67" y="0"/>
                  </a:lnTo>
                  <a:lnTo>
                    <a:pt x="58" y="4"/>
                  </a:lnTo>
                  <a:lnTo>
                    <a:pt x="52" y="4"/>
                  </a:lnTo>
                  <a:lnTo>
                    <a:pt x="36" y="13"/>
                  </a:lnTo>
                  <a:lnTo>
                    <a:pt x="42" y="17"/>
                  </a:lnTo>
                  <a:lnTo>
                    <a:pt x="36" y="24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4" y="43"/>
                  </a:lnTo>
                  <a:lnTo>
                    <a:pt x="28" y="51"/>
                  </a:lnTo>
                  <a:lnTo>
                    <a:pt x="10" y="68"/>
                  </a:lnTo>
                  <a:lnTo>
                    <a:pt x="28" y="64"/>
                  </a:lnTo>
                  <a:lnTo>
                    <a:pt x="10" y="72"/>
                  </a:lnTo>
                  <a:lnTo>
                    <a:pt x="0" y="77"/>
                  </a:lnTo>
                  <a:lnTo>
                    <a:pt x="6" y="80"/>
                  </a:lnTo>
                  <a:lnTo>
                    <a:pt x="0" y="84"/>
                  </a:lnTo>
                  <a:lnTo>
                    <a:pt x="9" y="87"/>
                  </a:lnTo>
                  <a:lnTo>
                    <a:pt x="6" y="91"/>
                  </a:lnTo>
                  <a:lnTo>
                    <a:pt x="13" y="91"/>
                  </a:lnTo>
                  <a:lnTo>
                    <a:pt x="13" y="94"/>
                  </a:lnTo>
                  <a:lnTo>
                    <a:pt x="35" y="91"/>
                  </a:lnTo>
                  <a:lnTo>
                    <a:pt x="54" y="81"/>
                  </a:lnTo>
                  <a:lnTo>
                    <a:pt x="74" y="78"/>
                  </a:lnTo>
                  <a:lnTo>
                    <a:pt x="83" y="69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="" xmlns:a16="http://schemas.microsoft.com/office/drawing/2014/main" id="{7A78BF77-DE4C-42E7-A296-173DEACE7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831" y="1925638"/>
              <a:ext cx="190500" cy="269875"/>
            </a:xfrm>
            <a:custGeom>
              <a:avLst/>
              <a:gdLst>
                <a:gd name="T0" fmla="*/ 20967701 w 150"/>
                <a:gd name="T1" fmla="*/ 103713482 h 212"/>
                <a:gd name="T2" fmla="*/ 37096695 w 150"/>
                <a:gd name="T3" fmla="*/ 106954527 h 212"/>
                <a:gd name="T4" fmla="*/ 29032198 w 150"/>
                <a:gd name="T5" fmla="*/ 139364977 h 212"/>
                <a:gd name="T6" fmla="*/ 49999899 w 150"/>
                <a:gd name="T7" fmla="*/ 153949680 h 212"/>
                <a:gd name="T8" fmla="*/ 72580490 w 150"/>
                <a:gd name="T9" fmla="*/ 158811248 h 212"/>
                <a:gd name="T10" fmla="*/ 91935302 w 150"/>
                <a:gd name="T11" fmla="*/ 210666735 h 212"/>
                <a:gd name="T12" fmla="*/ 37096695 w 150"/>
                <a:gd name="T13" fmla="*/ 228492483 h 212"/>
                <a:gd name="T14" fmla="*/ 56451497 w 150"/>
                <a:gd name="T15" fmla="*/ 244697708 h 212"/>
                <a:gd name="T16" fmla="*/ 20967701 w 150"/>
                <a:gd name="T17" fmla="*/ 275487636 h 212"/>
                <a:gd name="T18" fmla="*/ 67741792 w 150"/>
                <a:gd name="T19" fmla="*/ 288451817 h 212"/>
                <a:gd name="T20" fmla="*/ 91935302 w 150"/>
                <a:gd name="T21" fmla="*/ 290072339 h 212"/>
                <a:gd name="T22" fmla="*/ 33870896 w 150"/>
                <a:gd name="T23" fmla="*/ 320862267 h 212"/>
                <a:gd name="T24" fmla="*/ 11290300 w 150"/>
                <a:gd name="T25" fmla="*/ 343549662 h 212"/>
                <a:gd name="T26" fmla="*/ 59677296 w 150"/>
                <a:gd name="T27" fmla="*/ 337067572 h 212"/>
                <a:gd name="T28" fmla="*/ 101612698 w 150"/>
                <a:gd name="T29" fmla="*/ 320862267 h 212"/>
                <a:gd name="T30" fmla="*/ 191935101 w 150"/>
                <a:gd name="T31" fmla="*/ 317621222 h 212"/>
                <a:gd name="T32" fmla="*/ 204838296 w 150"/>
                <a:gd name="T33" fmla="*/ 288451817 h 212"/>
                <a:gd name="T34" fmla="*/ 241934981 w 150"/>
                <a:gd name="T35" fmla="*/ 247938753 h 212"/>
                <a:gd name="T36" fmla="*/ 191935101 w 150"/>
                <a:gd name="T37" fmla="*/ 233354051 h 212"/>
                <a:gd name="T38" fmla="*/ 170967410 w 150"/>
                <a:gd name="T39" fmla="*/ 197702555 h 212"/>
                <a:gd name="T40" fmla="*/ 179031907 w 150"/>
                <a:gd name="T41" fmla="*/ 184738375 h 212"/>
                <a:gd name="T42" fmla="*/ 119354591 w 150"/>
                <a:gd name="T43" fmla="*/ 108575049 h 212"/>
                <a:gd name="T44" fmla="*/ 101612698 w 150"/>
                <a:gd name="T45" fmla="*/ 97231392 h 212"/>
                <a:gd name="T46" fmla="*/ 96774000 w 150"/>
                <a:gd name="T47" fmla="*/ 87508256 h 212"/>
                <a:gd name="T48" fmla="*/ 67741792 w 150"/>
                <a:gd name="T49" fmla="*/ 40513073 h 212"/>
                <a:gd name="T50" fmla="*/ 62903094 w 150"/>
                <a:gd name="T51" fmla="*/ 34030983 h 212"/>
                <a:gd name="T52" fmla="*/ 40322494 w 150"/>
                <a:gd name="T53" fmla="*/ 0 h 212"/>
                <a:gd name="T54" fmla="*/ 25806399 w 150"/>
                <a:gd name="T55" fmla="*/ 25928370 h 212"/>
                <a:gd name="T56" fmla="*/ 14516099 w 150"/>
                <a:gd name="T57" fmla="*/ 45374651 h 212"/>
                <a:gd name="T58" fmla="*/ 11290300 w 150"/>
                <a:gd name="T59" fmla="*/ 56718308 h 212"/>
                <a:gd name="T60" fmla="*/ 4838699 w 150"/>
                <a:gd name="T61" fmla="*/ 77785101 h 212"/>
                <a:gd name="T62" fmla="*/ 20967701 w 150"/>
                <a:gd name="T63" fmla="*/ 76164579 h 212"/>
                <a:gd name="T64" fmla="*/ 3225800 w 150"/>
                <a:gd name="T65" fmla="*/ 132882887 h 21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50"/>
                <a:gd name="T100" fmla="*/ 0 h 212"/>
                <a:gd name="T101" fmla="*/ 150 w 150"/>
                <a:gd name="T102" fmla="*/ 212 h 21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50" h="212">
                  <a:moveTo>
                    <a:pt x="2" y="82"/>
                  </a:moveTo>
                  <a:lnTo>
                    <a:pt x="13" y="64"/>
                  </a:lnTo>
                  <a:lnTo>
                    <a:pt x="19" y="64"/>
                  </a:lnTo>
                  <a:lnTo>
                    <a:pt x="23" y="66"/>
                  </a:lnTo>
                  <a:lnTo>
                    <a:pt x="22" y="73"/>
                  </a:lnTo>
                  <a:lnTo>
                    <a:pt x="18" y="86"/>
                  </a:lnTo>
                  <a:lnTo>
                    <a:pt x="21" y="98"/>
                  </a:lnTo>
                  <a:lnTo>
                    <a:pt x="31" y="95"/>
                  </a:lnTo>
                  <a:lnTo>
                    <a:pt x="53" y="90"/>
                  </a:lnTo>
                  <a:lnTo>
                    <a:pt x="45" y="98"/>
                  </a:lnTo>
                  <a:lnTo>
                    <a:pt x="55" y="109"/>
                  </a:lnTo>
                  <a:lnTo>
                    <a:pt x="57" y="130"/>
                  </a:lnTo>
                  <a:lnTo>
                    <a:pt x="51" y="131"/>
                  </a:lnTo>
                  <a:lnTo>
                    <a:pt x="23" y="141"/>
                  </a:lnTo>
                  <a:lnTo>
                    <a:pt x="28" y="143"/>
                  </a:lnTo>
                  <a:lnTo>
                    <a:pt x="35" y="151"/>
                  </a:lnTo>
                  <a:lnTo>
                    <a:pt x="16" y="164"/>
                  </a:lnTo>
                  <a:lnTo>
                    <a:pt x="13" y="170"/>
                  </a:lnTo>
                  <a:lnTo>
                    <a:pt x="34" y="173"/>
                  </a:lnTo>
                  <a:lnTo>
                    <a:pt x="42" y="178"/>
                  </a:lnTo>
                  <a:lnTo>
                    <a:pt x="66" y="172"/>
                  </a:lnTo>
                  <a:lnTo>
                    <a:pt x="57" y="179"/>
                  </a:lnTo>
                  <a:lnTo>
                    <a:pt x="39" y="183"/>
                  </a:lnTo>
                  <a:lnTo>
                    <a:pt x="21" y="198"/>
                  </a:lnTo>
                  <a:lnTo>
                    <a:pt x="0" y="211"/>
                  </a:lnTo>
                  <a:lnTo>
                    <a:pt x="7" y="212"/>
                  </a:lnTo>
                  <a:lnTo>
                    <a:pt x="12" y="211"/>
                  </a:lnTo>
                  <a:lnTo>
                    <a:pt x="37" y="208"/>
                  </a:lnTo>
                  <a:lnTo>
                    <a:pt x="45" y="202"/>
                  </a:lnTo>
                  <a:lnTo>
                    <a:pt x="63" y="198"/>
                  </a:lnTo>
                  <a:lnTo>
                    <a:pt x="86" y="195"/>
                  </a:lnTo>
                  <a:lnTo>
                    <a:pt x="119" y="196"/>
                  </a:lnTo>
                  <a:lnTo>
                    <a:pt x="143" y="182"/>
                  </a:lnTo>
                  <a:lnTo>
                    <a:pt x="127" y="178"/>
                  </a:lnTo>
                  <a:lnTo>
                    <a:pt x="132" y="170"/>
                  </a:lnTo>
                  <a:lnTo>
                    <a:pt x="150" y="153"/>
                  </a:lnTo>
                  <a:lnTo>
                    <a:pt x="143" y="143"/>
                  </a:lnTo>
                  <a:lnTo>
                    <a:pt x="119" y="144"/>
                  </a:lnTo>
                  <a:lnTo>
                    <a:pt x="122" y="137"/>
                  </a:lnTo>
                  <a:lnTo>
                    <a:pt x="106" y="122"/>
                  </a:lnTo>
                  <a:lnTo>
                    <a:pt x="112" y="124"/>
                  </a:lnTo>
                  <a:lnTo>
                    <a:pt x="111" y="114"/>
                  </a:lnTo>
                  <a:lnTo>
                    <a:pt x="96" y="99"/>
                  </a:lnTo>
                  <a:lnTo>
                    <a:pt x="74" y="67"/>
                  </a:lnTo>
                  <a:lnTo>
                    <a:pt x="47" y="64"/>
                  </a:lnTo>
                  <a:lnTo>
                    <a:pt x="63" y="60"/>
                  </a:lnTo>
                  <a:lnTo>
                    <a:pt x="54" y="56"/>
                  </a:lnTo>
                  <a:lnTo>
                    <a:pt x="60" y="54"/>
                  </a:lnTo>
                  <a:lnTo>
                    <a:pt x="80" y="26"/>
                  </a:lnTo>
                  <a:lnTo>
                    <a:pt x="42" y="25"/>
                  </a:lnTo>
                  <a:lnTo>
                    <a:pt x="35" y="24"/>
                  </a:lnTo>
                  <a:lnTo>
                    <a:pt x="39" y="21"/>
                  </a:lnTo>
                  <a:lnTo>
                    <a:pt x="55" y="3"/>
                  </a:lnTo>
                  <a:lnTo>
                    <a:pt x="25" y="0"/>
                  </a:lnTo>
                  <a:lnTo>
                    <a:pt x="19" y="9"/>
                  </a:lnTo>
                  <a:lnTo>
                    <a:pt x="16" y="16"/>
                  </a:lnTo>
                  <a:lnTo>
                    <a:pt x="10" y="19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7" y="35"/>
                  </a:lnTo>
                  <a:lnTo>
                    <a:pt x="0" y="45"/>
                  </a:lnTo>
                  <a:lnTo>
                    <a:pt x="3" y="48"/>
                  </a:lnTo>
                  <a:lnTo>
                    <a:pt x="0" y="50"/>
                  </a:lnTo>
                  <a:lnTo>
                    <a:pt x="13" y="47"/>
                  </a:lnTo>
                  <a:lnTo>
                    <a:pt x="13" y="50"/>
                  </a:lnTo>
                  <a:lnTo>
                    <a:pt x="2" y="8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="" xmlns:a16="http://schemas.microsoft.com/office/drawing/2014/main" id="{AD35A871-F2B6-4404-BB39-5B4C2A5F0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7206" y="2038350"/>
              <a:ext cx="57150" cy="31750"/>
            </a:xfrm>
            <a:custGeom>
              <a:avLst/>
              <a:gdLst>
                <a:gd name="T0" fmla="*/ 72580495 w 45"/>
                <a:gd name="T1" fmla="*/ 23973442 h 29"/>
                <a:gd name="T2" fmla="*/ 69354696 w 45"/>
                <a:gd name="T3" fmla="*/ 17979262 h 29"/>
                <a:gd name="T4" fmla="*/ 48387003 w 45"/>
                <a:gd name="T5" fmla="*/ 0 h 29"/>
                <a:gd name="T6" fmla="*/ 22580602 w 45"/>
                <a:gd name="T7" fmla="*/ 4794251 h 29"/>
                <a:gd name="T8" fmla="*/ 0 w 45"/>
                <a:gd name="T9" fmla="*/ 26370019 h 29"/>
                <a:gd name="T10" fmla="*/ 25806401 w 45"/>
                <a:gd name="T11" fmla="*/ 29966527 h 29"/>
                <a:gd name="T12" fmla="*/ 32257999 w 45"/>
                <a:gd name="T13" fmla="*/ 27568855 h 29"/>
                <a:gd name="T14" fmla="*/ 53225702 w 45"/>
                <a:gd name="T15" fmla="*/ 34760775 h 29"/>
                <a:gd name="T16" fmla="*/ 72580495 w 45"/>
                <a:gd name="T17" fmla="*/ 23973442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5"/>
                <a:gd name="T28" fmla="*/ 0 h 29"/>
                <a:gd name="T29" fmla="*/ 45 w 45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5" h="29">
                  <a:moveTo>
                    <a:pt x="45" y="20"/>
                  </a:moveTo>
                  <a:lnTo>
                    <a:pt x="43" y="15"/>
                  </a:lnTo>
                  <a:lnTo>
                    <a:pt x="30" y="0"/>
                  </a:lnTo>
                  <a:lnTo>
                    <a:pt x="14" y="4"/>
                  </a:lnTo>
                  <a:lnTo>
                    <a:pt x="0" y="22"/>
                  </a:lnTo>
                  <a:lnTo>
                    <a:pt x="16" y="25"/>
                  </a:lnTo>
                  <a:lnTo>
                    <a:pt x="20" y="23"/>
                  </a:lnTo>
                  <a:lnTo>
                    <a:pt x="33" y="29"/>
                  </a:lnTo>
                  <a:lnTo>
                    <a:pt x="45" y="2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="" xmlns:a16="http://schemas.microsoft.com/office/drawing/2014/main" id="{5DC8E29F-C2D0-42E4-8A1D-F512E5615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3719" y="1963738"/>
              <a:ext cx="23812" cy="11112"/>
            </a:xfrm>
            <a:custGeom>
              <a:avLst/>
              <a:gdLst>
                <a:gd name="T0" fmla="*/ 17010100 w 20"/>
                <a:gd name="T1" fmla="*/ 2040567 h 11"/>
                <a:gd name="T2" fmla="*/ 8505645 w 20"/>
                <a:gd name="T3" fmla="*/ 0 h 11"/>
                <a:gd name="T4" fmla="*/ 0 w 20"/>
                <a:gd name="T5" fmla="*/ 5102429 h 11"/>
                <a:gd name="T6" fmla="*/ 25515748 w 20"/>
                <a:gd name="T7" fmla="*/ 11225140 h 11"/>
                <a:gd name="T8" fmla="*/ 28350566 w 20"/>
                <a:gd name="T9" fmla="*/ 8163278 h 11"/>
                <a:gd name="T10" fmla="*/ 17010100 w 20"/>
                <a:gd name="T11" fmla="*/ 2040567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"/>
                <a:gd name="T19" fmla="*/ 0 h 11"/>
                <a:gd name="T20" fmla="*/ 20 w 20"/>
                <a:gd name="T21" fmla="*/ 11 h 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" h="11">
                  <a:moveTo>
                    <a:pt x="12" y="2"/>
                  </a:moveTo>
                  <a:lnTo>
                    <a:pt x="6" y="0"/>
                  </a:lnTo>
                  <a:lnTo>
                    <a:pt x="0" y="5"/>
                  </a:lnTo>
                  <a:lnTo>
                    <a:pt x="18" y="11"/>
                  </a:lnTo>
                  <a:lnTo>
                    <a:pt x="20" y="8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="" xmlns:a16="http://schemas.microsoft.com/office/drawing/2014/main" id="{2E5D19FC-B503-4382-822B-3B8643F3F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5781" y="1938338"/>
              <a:ext cx="17463" cy="14287"/>
            </a:xfrm>
            <a:custGeom>
              <a:avLst/>
              <a:gdLst>
                <a:gd name="T0" fmla="*/ 19059773 w 16"/>
                <a:gd name="T1" fmla="*/ 4081796 h 10"/>
                <a:gd name="T2" fmla="*/ 19059773 w 16"/>
                <a:gd name="T3" fmla="*/ 0 h 10"/>
                <a:gd name="T4" fmla="*/ 3573366 w 16"/>
                <a:gd name="T5" fmla="*/ 4081796 h 10"/>
                <a:gd name="T6" fmla="*/ 0 w 16"/>
                <a:gd name="T7" fmla="*/ 20411835 h 10"/>
                <a:gd name="T8" fmla="*/ 19059773 w 16"/>
                <a:gd name="T9" fmla="*/ 408179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10"/>
                <a:gd name="T17" fmla="*/ 16 w 16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10">
                  <a:moveTo>
                    <a:pt x="16" y="2"/>
                  </a:moveTo>
                  <a:lnTo>
                    <a:pt x="16" y="0"/>
                  </a:lnTo>
                  <a:lnTo>
                    <a:pt x="3" y="2"/>
                  </a:lnTo>
                  <a:lnTo>
                    <a:pt x="0" y="10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="" xmlns:a16="http://schemas.microsoft.com/office/drawing/2014/main" id="{60EB0389-E682-4D8B-8A56-17EB5DB63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7544" y="1878013"/>
              <a:ext cx="11112" cy="6350"/>
            </a:xfrm>
            <a:custGeom>
              <a:avLst/>
              <a:gdLst>
                <a:gd name="T0" fmla="*/ 4573205 w 9"/>
                <a:gd name="T1" fmla="*/ 0 h 12"/>
                <a:gd name="T2" fmla="*/ 3048392 w 9"/>
                <a:gd name="T3" fmla="*/ 1400175 h 12"/>
                <a:gd name="T4" fmla="*/ 0 w 9"/>
                <a:gd name="T5" fmla="*/ 2239963 h 12"/>
                <a:gd name="T6" fmla="*/ 4573205 w 9"/>
                <a:gd name="T7" fmla="*/ 3360208 h 12"/>
                <a:gd name="T8" fmla="*/ 13719615 w 9"/>
                <a:gd name="T9" fmla="*/ 0 h 12"/>
                <a:gd name="T10" fmla="*/ 4573205 w 9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12"/>
                <a:gd name="T20" fmla="*/ 9 w 9"/>
                <a:gd name="T21" fmla="*/ 12 h 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12">
                  <a:moveTo>
                    <a:pt x="3" y="0"/>
                  </a:moveTo>
                  <a:lnTo>
                    <a:pt x="2" y="5"/>
                  </a:lnTo>
                  <a:lnTo>
                    <a:pt x="0" y="8"/>
                  </a:lnTo>
                  <a:lnTo>
                    <a:pt x="3" y="12"/>
                  </a:lnTo>
                  <a:lnTo>
                    <a:pt x="9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="" xmlns:a16="http://schemas.microsoft.com/office/drawing/2014/main" id="{0ABFF5DC-B6A4-45CA-9A8C-CEE3EF3D4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3244" y="1997075"/>
              <a:ext cx="14287" cy="4763"/>
            </a:xfrm>
            <a:custGeom>
              <a:avLst/>
              <a:gdLst>
                <a:gd name="T0" fmla="*/ 0 w 10"/>
                <a:gd name="T1" fmla="*/ 4537234 h 5"/>
                <a:gd name="T2" fmla="*/ 20411835 w 10"/>
                <a:gd name="T3" fmla="*/ 907828 h 5"/>
                <a:gd name="T4" fmla="*/ 0 w 10"/>
                <a:gd name="T5" fmla="*/ 0 h 5"/>
                <a:gd name="T6" fmla="*/ 0 w 10"/>
                <a:gd name="T7" fmla="*/ 4537234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5"/>
                <a:gd name="T14" fmla="*/ 10 w 10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5">
                  <a:moveTo>
                    <a:pt x="0" y="5"/>
                  </a:moveTo>
                  <a:lnTo>
                    <a:pt x="10" y="1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="" xmlns:a16="http://schemas.microsoft.com/office/drawing/2014/main" id="{C865D3AA-3526-4F8C-B8D9-1701D792B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2931" y="2089150"/>
              <a:ext cx="7938" cy="11113"/>
            </a:xfrm>
            <a:custGeom>
              <a:avLst/>
              <a:gdLst>
                <a:gd name="T0" fmla="*/ 10501973 w 6"/>
                <a:gd name="T1" fmla="*/ 12602142 h 7"/>
                <a:gd name="T2" fmla="*/ 0 w 6"/>
                <a:gd name="T3" fmla="*/ 0 h 7"/>
                <a:gd name="T4" fmla="*/ 0 w 6"/>
                <a:gd name="T5" fmla="*/ 17642683 h 7"/>
                <a:gd name="T6" fmla="*/ 10501973 w 6"/>
                <a:gd name="T7" fmla="*/ 12602142 h 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"/>
                <a:gd name="T13" fmla="*/ 0 h 7"/>
                <a:gd name="T14" fmla="*/ 6 w 6"/>
                <a:gd name="T15" fmla="*/ 7 h 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" h="7">
                  <a:moveTo>
                    <a:pt x="6" y="5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="" xmlns:a16="http://schemas.microsoft.com/office/drawing/2014/main" id="{64733E6B-07D7-4065-8D97-32E95F112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0569" y="2441575"/>
              <a:ext cx="7937" cy="3175"/>
            </a:xfrm>
            <a:custGeom>
              <a:avLst/>
              <a:gdLst>
                <a:gd name="T0" fmla="*/ 10499327 w 6"/>
                <a:gd name="T1" fmla="*/ 0 h 3"/>
                <a:gd name="T2" fmla="*/ 0 w 6"/>
                <a:gd name="T3" fmla="*/ 0 h 3"/>
                <a:gd name="T4" fmla="*/ 0 w 6"/>
                <a:gd name="T5" fmla="*/ 3360208 h 3"/>
                <a:gd name="T6" fmla="*/ 6999112 w 6"/>
                <a:gd name="T7" fmla="*/ 3360208 h 3"/>
                <a:gd name="T8" fmla="*/ 10499327 w 6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"/>
                <a:gd name="T17" fmla="*/ 6 w 6"/>
                <a:gd name="T18" fmla="*/ 3 h 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">
                  <a:moveTo>
                    <a:pt x="6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4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="" xmlns:a16="http://schemas.microsoft.com/office/drawing/2014/main" id="{3EBA9768-3AC8-44C7-A95C-2F6049D79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619" y="2597150"/>
              <a:ext cx="19050" cy="6350"/>
            </a:xfrm>
            <a:custGeom>
              <a:avLst/>
              <a:gdLst>
                <a:gd name="T0" fmla="*/ 2834878 w 16"/>
                <a:gd name="T1" fmla="*/ 8064499 h 5"/>
                <a:gd name="T2" fmla="*/ 0 w 16"/>
                <a:gd name="T3" fmla="*/ 0 h 5"/>
                <a:gd name="T4" fmla="*/ 22681405 w 16"/>
                <a:gd name="T5" fmla="*/ 3225800 h 5"/>
                <a:gd name="T6" fmla="*/ 2834878 w 16"/>
                <a:gd name="T7" fmla="*/ 8064499 h 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5"/>
                <a:gd name="T14" fmla="*/ 16 w 16"/>
                <a:gd name="T15" fmla="*/ 5 h 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5">
                  <a:moveTo>
                    <a:pt x="2" y="5"/>
                  </a:moveTo>
                  <a:lnTo>
                    <a:pt x="0" y="0"/>
                  </a:lnTo>
                  <a:lnTo>
                    <a:pt x="16" y="2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="" xmlns:a16="http://schemas.microsoft.com/office/drawing/2014/main" id="{DF12B3AB-EFFC-426C-B0ED-832D60D1C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006" y="2574925"/>
              <a:ext cx="14288" cy="4763"/>
            </a:xfrm>
            <a:custGeom>
              <a:avLst/>
              <a:gdLst>
                <a:gd name="T0" fmla="*/ 6123837 w 10"/>
                <a:gd name="T1" fmla="*/ 0 h 4"/>
                <a:gd name="T2" fmla="*/ 0 w 10"/>
                <a:gd name="T3" fmla="*/ 4253358 h 4"/>
                <a:gd name="T4" fmla="*/ 20414692 w 10"/>
                <a:gd name="T5" fmla="*/ 5671542 h 4"/>
                <a:gd name="T6" fmla="*/ 6123837 w 10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"/>
                <a:gd name="T13" fmla="*/ 0 h 4"/>
                <a:gd name="T14" fmla="*/ 10 w 10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" h="4">
                  <a:moveTo>
                    <a:pt x="3" y="0"/>
                  </a:moveTo>
                  <a:lnTo>
                    <a:pt x="0" y="3"/>
                  </a:lnTo>
                  <a:lnTo>
                    <a:pt x="10" y="4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="" xmlns:a16="http://schemas.microsoft.com/office/drawing/2014/main" id="{7A30324F-87C3-4AEA-8A87-08F8BBB9C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931" y="2562225"/>
              <a:ext cx="6350" cy="11113"/>
            </a:xfrm>
            <a:custGeom>
              <a:avLst/>
              <a:gdLst>
                <a:gd name="T0" fmla="*/ 5760357 w 7"/>
                <a:gd name="T1" fmla="*/ 41166258 h 3"/>
                <a:gd name="T2" fmla="*/ 0 w 7"/>
                <a:gd name="T3" fmla="*/ 41166258 h 3"/>
                <a:gd name="T4" fmla="*/ 822779 w 7"/>
                <a:gd name="T5" fmla="*/ 0 h 3"/>
                <a:gd name="T6" fmla="*/ 5760357 w 7"/>
                <a:gd name="T7" fmla="*/ 41166258 h 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"/>
                <a:gd name="T13" fmla="*/ 0 h 3"/>
                <a:gd name="T14" fmla="*/ 7 w 7"/>
                <a:gd name="T15" fmla="*/ 3 h 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" h="3">
                  <a:moveTo>
                    <a:pt x="7" y="3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="" xmlns:a16="http://schemas.microsoft.com/office/drawing/2014/main" id="{A04AC68F-5949-4341-BB87-2191CBB81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544" y="2781300"/>
              <a:ext cx="9525" cy="3175"/>
            </a:xfrm>
            <a:custGeom>
              <a:avLst/>
              <a:gdLst>
                <a:gd name="T0" fmla="*/ 18145126 w 5"/>
                <a:gd name="T1" fmla="*/ 0 h 3"/>
                <a:gd name="T2" fmla="*/ 7258049 w 5"/>
                <a:gd name="T3" fmla="*/ 3360208 h 3"/>
                <a:gd name="T4" fmla="*/ 0 w 5"/>
                <a:gd name="T5" fmla="*/ 3360208 h 3"/>
                <a:gd name="T6" fmla="*/ 7258049 w 5"/>
                <a:gd name="T7" fmla="*/ 3360208 h 3"/>
                <a:gd name="T8" fmla="*/ 10887075 w 5"/>
                <a:gd name="T9" fmla="*/ 2240492 h 3"/>
                <a:gd name="T10" fmla="*/ 18145126 w 5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3"/>
                <a:gd name="T20" fmla="*/ 5 w 5"/>
                <a:gd name="T21" fmla="*/ 3 h 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3">
                  <a:moveTo>
                    <a:pt x="5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="" xmlns:a16="http://schemas.microsoft.com/office/drawing/2014/main" id="{C4AC4671-9BCB-46FC-B969-C7A632A0C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2119" y="2460625"/>
              <a:ext cx="93662" cy="163513"/>
            </a:xfrm>
            <a:custGeom>
              <a:avLst/>
              <a:gdLst>
                <a:gd name="T0" fmla="*/ 55687992 w 71"/>
                <a:gd name="T1" fmla="*/ 0 h 131"/>
                <a:gd name="T2" fmla="*/ 33064001 w 71"/>
                <a:gd name="T3" fmla="*/ 3115484 h 131"/>
                <a:gd name="T4" fmla="*/ 34805322 w 71"/>
                <a:gd name="T5" fmla="*/ 49855235 h 131"/>
                <a:gd name="T6" fmla="*/ 20882665 w 71"/>
                <a:gd name="T7" fmla="*/ 79457315 h 131"/>
                <a:gd name="T8" fmla="*/ 6961329 w 71"/>
                <a:gd name="T9" fmla="*/ 109058166 h 131"/>
                <a:gd name="T10" fmla="*/ 0 w 71"/>
                <a:gd name="T11" fmla="*/ 135544764 h 131"/>
                <a:gd name="T12" fmla="*/ 17402661 w 71"/>
                <a:gd name="T13" fmla="*/ 144892461 h 131"/>
                <a:gd name="T14" fmla="*/ 26103994 w 71"/>
                <a:gd name="T15" fmla="*/ 148007943 h 131"/>
                <a:gd name="T16" fmla="*/ 22622672 w 71"/>
                <a:gd name="T17" fmla="*/ 204095412 h 131"/>
                <a:gd name="T18" fmla="*/ 76570651 w 71"/>
                <a:gd name="T19" fmla="*/ 197863198 h 131"/>
                <a:gd name="T20" fmla="*/ 76570651 w 71"/>
                <a:gd name="T21" fmla="*/ 188515501 h 131"/>
                <a:gd name="T22" fmla="*/ 88752004 w 71"/>
                <a:gd name="T23" fmla="*/ 163587854 h 131"/>
                <a:gd name="T24" fmla="*/ 87012002 w 71"/>
                <a:gd name="T25" fmla="*/ 154240157 h 131"/>
                <a:gd name="T26" fmla="*/ 90493325 w 71"/>
                <a:gd name="T27" fmla="*/ 130870291 h 131"/>
                <a:gd name="T28" fmla="*/ 76570651 w 71"/>
                <a:gd name="T29" fmla="*/ 99710470 h 131"/>
                <a:gd name="T30" fmla="*/ 88752004 w 71"/>
                <a:gd name="T31" fmla="*/ 98152728 h 131"/>
                <a:gd name="T32" fmla="*/ 104414658 w 71"/>
                <a:gd name="T33" fmla="*/ 48297493 h 131"/>
                <a:gd name="T34" fmla="*/ 123557315 w 71"/>
                <a:gd name="T35" fmla="*/ 28043100 h 131"/>
                <a:gd name="T36" fmla="*/ 116595989 w 71"/>
                <a:gd name="T37" fmla="*/ 7789958 h 131"/>
                <a:gd name="T38" fmla="*/ 67869323 w 71"/>
                <a:gd name="T39" fmla="*/ 7789958 h 131"/>
                <a:gd name="T40" fmla="*/ 55687992 w 71"/>
                <a:gd name="T41" fmla="*/ 0 h 1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71"/>
                <a:gd name="T64" fmla="*/ 0 h 131"/>
                <a:gd name="T65" fmla="*/ 71 w 71"/>
                <a:gd name="T66" fmla="*/ 131 h 1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71" h="131">
                  <a:moveTo>
                    <a:pt x="32" y="0"/>
                  </a:moveTo>
                  <a:lnTo>
                    <a:pt x="19" y="2"/>
                  </a:lnTo>
                  <a:lnTo>
                    <a:pt x="20" y="32"/>
                  </a:lnTo>
                  <a:lnTo>
                    <a:pt x="12" y="51"/>
                  </a:lnTo>
                  <a:lnTo>
                    <a:pt x="4" y="70"/>
                  </a:lnTo>
                  <a:lnTo>
                    <a:pt x="0" y="87"/>
                  </a:lnTo>
                  <a:lnTo>
                    <a:pt x="10" y="93"/>
                  </a:lnTo>
                  <a:lnTo>
                    <a:pt x="15" y="95"/>
                  </a:lnTo>
                  <a:lnTo>
                    <a:pt x="13" y="131"/>
                  </a:lnTo>
                  <a:lnTo>
                    <a:pt x="44" y="127"/>
                  </a:lnTo>
                  <a:lnTo>
                    <a:pt x="44" y="121"/>
                  </a:lnTo>
                  <a:lnTo>
                    <a:pt x="51" y="105"/>
                  </a:lnTo>
                  <a:lnTo>
                    <a:pt x="50" y="99"/>
                  </a:lnTo>
                  <a:lnTo>
                    <a:pt x="52" y="84"/>
                  </a:lnTo>
                  <a:lnTo>
                    <a:pt x="44" y="64"/>
                  </a:lnTo>
                  <a:lnTo>
                    <a:pt x="51" y="63"/>
                  </a:lnTo>
                  <a:lnTo>
                    <a:pt x="60" y="31"/>
                  </a:lnTo>
                  <a:lnTo>
                    <a:pt x="71" y="18"/>
                  </a:lnTo>
                  <a:lnTo>
                    <a:pt x="67" y="5"/>
                  </a:lnTo>
                  <a:lnTo>
                    <a:pt x="39" y="5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="" xmlns:a16="http://schemas.microsoft.com/office/drawing/2014/main" id="{396D323D-769C-4EE4-9697-D660E4485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169" y="2400300"/>
              <a:ext cx="327025" cy="252413"/>
            </a:xfrm>
            <a:custGeom>
              <a:avLst/>
              <a:gdLst>
                <a:gd name="T0" fmla="*/ 83546015 w 258"/>
                <a:gd name="T1" fmla="*/ 78801540 h 197"/>
                <a:gd name="T2" fmla="*/ 38559788 w 258"/>
                <a:gd name="T3" fmla="*/ 78801540 h 197"/>
                <a:gd name="T4" fmla="*/ 27312922 w 258"/>
                <a:gd name="T5" fmla="*/ 70592355 h 197"/>
                <a:gd name="T6" fmla="*/ 6426421 w 258"/>
                <a:gd name="T7" fmla="*/ 73876285 h 197"/>
                <a:gd name="T8" fmla="*/ 6426421 w 258"/>
                <a:gd name="T9" fmla="*/ 60743126 h 197"/>
                <a:gd name="T10" fmla="*/ 4820449 w 258"/>
                <a:gd name="T11" fmla="*/ 52533940 h 197"/>
                <a:gd name="T12" fmla="*/ 1607239 w 258"/>
                <a:gd name="T13" fmla="*/ 47608685 h 197"/>
                <a:gd name="T14" fmla="*/ 0 w 258"/>
                <a:gd name="T15" fmla="*/ 39400770 h 197"/>
                <a:gd name="T16" fmla="*/ 0 w 258"/>
                <a:gd name="T17" fmla="*/ 21342355 h 197"/>
                <a:gd name="T18" fmla="*/ 51412635 w 258"/>
                <a:gd name="T19" fmla="*/ 0 h 197"/>
                <a:gd name="T20" fmla="*/ 93185643 w 258"/>
                <a:gd name="T21" fmla="*/ 4925256 h 197"/>
                <a:gd name="T22" fmla="*/ 130139450 w 258"/>
                <a:gd name="T23" fmla="*/ 6566582 h 197"/>
                <a:gd name="T24" fmla="*/ 170305239 w 258"/>
                <a:gd name="T25" fmla="*/ 8207907 h 197"/>
                <a:gd name="T26" fmla="*/ 207259046 w 258"/>
                <a:gd name="T27" fmla="*/ 11491840 h 197"/>
                <a:gd name="T28" fmla="*/ 244211586 w 258"/>
                <a:gd name="T29" fmla="*/ 13133165 h 197"/>
                <a:gd name="T30" fmla="*/ 263490842 w 258"/>
                <a:gd name="T31" fmla="*/ 26267611 h 197"/>
                <a:gd name="T32" fmla="*/ 356677791 w 258"/>
                <a:gd name="T33" fmla="*/ 47608685 h 197"/>
                <a:gd name="T34" fmla="*/ 356677791 w 258"/>
                <a:gd name="T35" fmla="*/ 52533940 h 197"/>
                <a:gd name="T36" fmla="*/ 363104210 w 258"/>
                <a:gd name="T37" fmla="*/ 52533940 h 197"/>
                <a:gd name="T38" fmla="*/ 414516825 w 258"/>
                <a:gd name="T39" fmla="*/ 54175264 h 197"/>
                <a:gd name="T40" fmla="*/ 404877197 w 258"/>
                <a:gd name="T41" fmla="*/ 82084190 h 197"/>
                <a:gd name="T42" fmla="*/ 371136599 w 258"/>
                <a:gd name="T43" fmla="*/ 105067880 h 197"/>
                <a:gd name="T44" fmla="*/ 332576821 w 258"/>
                <a:gd name="T45" fmla="*/ 123126295 h 197"/>
                <a:gd name="T46" fmla="*/ 311690248 w 258"/>
                <a:gd name="T47" fmla="*/ 154319150 h 197"/>
                <a:gd name="T48" fmla="*/ 294018231 w 258"/>
                <a:gd name="T49" fmla="*/ 185510765 h 197"/>
                <a:gd name="T50" fmla="*/ 306871068 w 258"/>
                <a:gd name="T51" fmla="*/ 216703621 h 197"/>
                <a:gd name="T52" fmla="*/ 279558155 w 258"/>
                <a:gd name="T53" fmla="*/ 252820450 h 197"/>
                <a:gd name="T54" fmla="*/ 269917260 w 258"/>
                <a:gd name="T55" fmla="*/ 261028355 h 197"/>
                <a:gd name="T56" fmla="*/ 242604348 w 258"/>
                <a:gd name="T57" fmla="*/ 279086769 h 197"/>
                <a:gd name="T58" fmla="*/ 226538302 w 258"/>
                <a:gd name="T59" fmla="*/ 295503860 h 197"/>
                <a:gd name="T60" fmla="*/ 183158076 w 258"/>
                <a:gd name="T61" fmla="*/ 300429115 h 197"/>
                <a:gd name="T62" fmla="*/ 144598258 w 258"/>
                <a:gd name="T63" fmla="*/ 306995695 h 197"/>
                <a:gd name="T64" fmla="*/ 115679375 w 258"/>
                <a:gd name="T65" fmla="*/ 323412785 h 197"/>
                <a:gd name="T66" fmla="*/ 93185643 w 258"/>
                <a:gd name="T67" fmla="*/ 321771460 h 197"/>
                <a:gd name="T68" fmla="*/ 85153253 w 258"/>
                <a:gd name="T69" fmla="*/ 292221210 h 197"/>
                <a:gd name="T70" fmla="*/ 57839054 w 258"/>
                <a:gd name="T71" fmla="*/ 279086769 h 197"/>
                <a:gd name="T72" fmla="*/ 46593455 w 258"/>
                <a:gd name="T73" fmla="*/ 279086769 h 197"/>
                <a:gd name="T74" fmla="*/ 46593455 w 258"/>
                <a:gd name="T75" fmla="*/ 269237540 h 197"/>
                <a:gd name="T76" fmla="*/ 57839054 w 258"/>
                <a:gd name="T77" fmla="*/ 242969940 h 197"/>
                <a:gd name="T78" fmla="*/ 56233083 w 258"/>
                <a:gd name="T79" fmla="*/ 233119429 h 197"/>
                <a:gd name="T80" fmla="*/ 59446292 w 258"/>
                <a:gd name="T81" fmla="*/ 208494435 h 197"/>
                <a:gd name="T82" fmla="*/ 46593455 w 258"/>
                <a:gd name="T83" fmla="*/ 175660254 h 197"/>
                <a:gd name="T84" fmla="*/ 57839054 w 258"/>
                <a:gd name="T85" fmla="*/ 174018930 h 197"/>
                <a:gd name="T86" fmla="*/ 72299129 w 258"/>
                <a:gd name="T87" fmla="*/ 121484970 h 197"/>
                <a:gd name="T88" fmla="*/ 89972433 w 258"/>
                <a:gd name="T89" fmla="*/ 100142625 h 197"/>
                <a:gd name="T90" fmla="*/ 83546015 w 258"/>
                <a:gd name="T91" fmla="*/ 78801540 h 19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58"/>
                <a:gd name="T139" fmla="*/ 0 h 197"/>
                <a:gd name="T140" fmla="*/ 258 w 258"/>
                <a:gd name="T141" fmla="*/ 197 h 19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58" h="197">
                  <a:moveTo>
                    <a:pt x="52" y="48"/>
                  </a:moveTo>
                  <a:lnTo>
                    <a:pt x="24" y="48"/>
                  </a:lnTo>
                  <a:lnTo>
                    <a:pt x="17" y="43"/>
                  </a:lnTo>
                  <a:lnTo>
                    <a:pt x="4" y="45"/>
                  </a:lnTo>
                  <a:lnTo>
                    <a:pt x="4" y="37"/>
                  </a:lnTo>
                  <a:lnTo>
                    <a:pt x="3" y="32"/>
                  </a:lnTo>
                  <a:lnTo>
                    <a:pt x="1" y="29"/>
                  </a:lnTo>
                  <a:lnTo>
                    <a:pt x="0" y="24"/>
                  </a:lnTo>
                  <a:lnTo>
                    <a:pt x="0" y="13"/>
                  </a:lnTo>
                  <a:lnTo>
                    <a:pt x="32" y="0"/>
                  </a:lnTo>
                  <a:lnTo>
                    <a:pt x="58" y="3"/>
                  </a:lnTo>
                  <a:lnTo>
                    <a:pt x="81" y="4"/>
                  </a:lnTo>
                  <a:lnTo>
                    <a:pt x="106" y="5"/>
                  </a:lnTo>
                  <a:lnTo>
                    <a:pt x="129" y="7"/>
                  </a:lnTo>
                  <a:lnTo>
                    <a:pt x="152" y="8"/>
                  </a:lnTo>
                  <a:lnTo>
                    <a:pt x="164" y="16"/>
                  </a:lnTo>
                  <a:lnTo>
                    <a:pt x="222" y="29"/>
                  </a:lnTo>
                  <a:lnTo>
                    <a:pt x="222" y="32"/>
                  </a:lnTo>
                  <a:lnTo>
                    <a:pt x="226" y="32"/>
                  </a:lnTo>
                  <a:lnTo>
                    <a:pt x="258" y="33"/>
                  </a:lnTo>
                  <a:lnTo>
                    <a:pt x="252" y="50"/>
                  </a:lnTo>
                  <a:lnTo>
                    <a:pt x="231" y="64"/>
                  </a:lnTo>
                  <a:lnTo>
                    <a:pt x="207" y="75"/>
                  </a:lnTo>
                  <a:lnTo>
                    <a:pt x="194" y="94"/>
                  </a:lnTo>
                  <a:lnTo>
                    <a:pt x="183" y="113"/>
                  </a:lnTo>
                  <a:lnTo>
                    <a:pt x="191" y="132"/>
                  </a:lnTo>
                  <a:lnTo>
                    <a:pt x="174" y="154"/>
                  </a:lnTo>
                  <a:lnTo>
                    <a:pt x="168" y="159"/>
                  </a:lnTo>
                  <a:lnTo>
                    <a:pt x="151" y="170"/>
                  </a:lnTo>
                  <a:lnTo>
                    <a:pt x="141" y="180"/>
                  </a:lnTo>
                  <a:lnTo>
                    <a:pt x="114" y="183"/>
                  </a:lnTo>
                  <a:lnTo>
                    <a:pt x="90" y="187"/>
                  </a:lnTo>
                  <a:lnTo>
                    <a:pt x="72" y="197"/>
                  </a:lnTo>
                  <a:lnTo>
                    <a:pt x="58" y="196"/>
                  </a:lnTo>
                  <a:lnTo>
                    <a:pt x="53" y="178"/>
                  </a:lnTo>
                  <a:lnTo>
                    <a:pt x="36" y="170"/>
                  </a:lnTo>
                  <a:lnTo>
                    <a:pt x="29" y="170"/>
                  </a:lnTo>
                  <a:lnTo>
                    <a:pt x="29" y="164"/>
                  </a:lnTo>
                  <a:lnTo>
                    <a:pt x="36" y="148"/>
                  </a:lnTo>
                  <a:lnTo>
                    <a:pt x="35" y="142"/>
                  </a:lnTo>
                  <a:lnTo>
                    <a:pt x="37" y="127"/>
                  </a:lnTo>
                  <a:lnTo>
                    <a:pt x="29" y="107"/>
                  </a:lnTo>
                  <a:lnTo>
                    <a:pt x="36" y="106"/>
                  </a:lnTo>
                  <a:lnTo>
                    <a:pt x="45" y="74"/>
                  </a:lnTo>
                  <a:lnTo>
                    <a:pt x="56" y="61"/>
                  </a:lnTo>
                  <a:lnTo>
                    <a:pt x="52" y="48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="" xmlns:a16="http://schemas.microsoft.com/office/drawing/2014/main" id="{6BA809DF-2473-4612-9314-91F0FC07E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7556" y="2533650"/>
              <a:ext cx="28575" cy="17463"/>
            </a:xfrm>
            <a:custGeom>
              <a:avLst/>
              <a:gdLst>
                <a:gd name="T0" fmla="*/ 37115026 w 22"/>
                <a:gd name="T1" fmla="*/ 6353622 h 12"/>
                <a:gd name="T2" fmla="*/ 20244087 w 22"/>
                <a:gd name="T3" fmla="*/ 25413034 h 12"/>
                <a:gd name="T4" fmla="*/ 0 w 22"/>
                <a:gd name="T5" fmla="*/ 10588398 h 12"/>
                <a:gd name="T6" fmla="*/ 25305762 w 22"/>
                <a:gd name="T7" fmla="*/ 0 h 12"/>
                <a:gd name="T8" fmla="*/ 37115026 w 22"/>
                <a:gd name="T9" fmla="*/ 635362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2"/>
                <a:gd name="T17" fmla="*/ 22 w 22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2">
                  <a:moveTo>
                    <a:pt x="22" y="3"/>
                  </a:moveTo>
                  <a:lnTo>
                    <a:pt x="12" y="12"/>
                  </a:lnTo>
                  <a:lnTo>
                    <a:pt x="0" y="5"/>
                  </a:lnTo>
                  <a:lnTo>
                    <a:pt x="15" y="0"/>
                  </a:lnTo>
                  <a:lnTo>
                    <a:pt x="22" y="3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grpSp>
          <p:nvGrpSpPr>
            <p:cNvPr id="508" name="Group 507">
              <a:extLst>
                <a:ext uri="{FF2B5EF4-FFF2-40B4-BE49-F238E27FC236}">
                  <a16:creationId xmlns="" xmlns:a16="http://schemas.microsoft.com/office/drawing/2014/main" id="{5529A0F1-53BF-40EA-8BF3-1816DC2B8A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4819" y="1552575"/>
              <a:ext cx="2295525" cy="1463675"/>
              <a:chOff x="366713" y="2127250"/>
              <a:chExt cx="2295525" cy="1463675"/>
            </a:xfrm>
            <a:grpFill/>
          </p:grpSpPr>
          <p:sp>
            <p:nvSpPr>
              <p:cNvPr id="512" name="Freeform 511">
                <a:extLst>
                  <a:ext uri="{FF2B5EF4-FFF2-40B4-BE49-F238E27FC236}">
                    <a16:creationId xmlns="" xmlns:a16="http://schemas.microsoft.com/office/drawing/2014/main" id="{522DFB37-2FDC-4D58-9667-F84262C74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3625" y="2798763"/>
                <a:ext cx="1598613" cy="792162"/>
              </a:xfrm>
              <a:custGeom>
                <a:avLst/>
                <a:gdLst>
                  <a:gd name="T0" fmla="*/ 1996324308 w 1267"/>
                  <a:gd name="T1" fmla="*/ 85106577 h 631"/>
                  <a:gd name="T2" fmla="*/ 1888070365 w 1267"/>
                  <a:gd name="T3" fmla="*/ 162332927 h 631"/>
                  <a:gd name="T4" fmla="*/ 1669971438 w 1267"/>
                  <a:gd name="T5" fmla="*/ 234831454 h 631"/>
                  <a:gd name="T6" fmla="*/ 1512366173 w 1267"/>
                  <a:gd name="T7" fmla="*/ 288417238 h 631"/>
                  <a:gd name="T8" fmla="*/ 1490078968 w 1267"/>
                  <a:gd name="T9" fmla="*/ 234831454 h 631"/>
                  <a:gd name="T10" fmla="*/ 1470975108 w 1267"/>
                  <a:gd name="T11" fmla="*/ 133964499 h 631"/>
                  <a:gd name="T12" fmla="*/ 1354762171 w 1267"/>
                  <a:gd name="T13" fmla="*/ 45705615 h 631"/>
                  <a:gd name="T14" fmla="*/ 1170093736 w 1267"/>
                  <a:gd name="T15" fmla="*/ 23640575 h 631"/>
                  <a:gd name="T16" fmla="*/ 991793570 w 1267"/>
                  <a:gd name="T17" fmla="*/ 14184846 h 631"/>
                  <a:gd name="T18" fmla="*/ 711608676 w 1267"/>
                  <a:gd name="T19" fmla="*/ 15760382 h 631"/>
                  <a:gd name="T20" fmla="*/ 434606970 w 1267"/>
                  <a:gd name="T21" fmla="*/ 15760382 h 631"/>
                  <a:gd name="T22" fmla="*/ 238795169 w 1267"/>
                  <a:gd name="T23" fmla="*/ 80378696 h 631"/>
                  <a:gd name="T24" fmla="*/ 216506702 w 1267"/>
                  <a:gd name="T25" fmla="*/ 80378696 h 631"/>
                  <a:gd name="T26" fmla="*/ 175115637 w 1267"/>
                  <a:gd name="T27" fmla="*/ 94562301 h 631"/>
                  <a:gd name="T28" fmla="*/ 154420696 w 1267"/>
                  <a:gd name="T29" fmla="*/ 124507520 h 631"/>
                  <a:gd name="T30" fmla="*/ 62087248 w 1267"/>
                  <a:gd name="T31" fmla="*/ 256895228 h 631"/>
                  <a:gd name="T32" fmla="*/ 0 w 1267"/>
                  <a:gd name="T33" fmla="*/ 408196935 h 631"/>
                  <a:gd name="T34" fmla="*/ 20694911 w 1267"/>
                  <a:gd name="T35" fmla="*/ 464933790 h 631"/>
                  <a:gd name="T36" fmla="*/ 20694911 w 1267"/>
                  <a:gd name="T37" fmla="*/ 505911523 h 631"/>
                  <a:gd name="T38" fmla="*/ 41391085 w 1267"/>
                  <a:gd name="T39" fmla="*/ 611506300 h 631"/>
                  <a:gd name="T40" fmla="*/ 195811801 w 1267"/>
                  <a:gd name="T41" fmla="*/ 687157271 h 631"/>
                  <a:gd name="T42" fmla="*/ 358191532 w 1267"/>
                  <a:gd name="T43" fmla="*/ 740741800 h 631"/>
                  <a:gd name="T44" fmla="*/ 517389100 w 1267"/>
                  <a:gd name="T45" fmla="*/ 803784564 h 631"/>
                  <a:gd name="T46" fmla="*/ 652705898 w 1267"/>
                  <a:gd name="T47" fmla="*/ 849490159 h 631"/>
                  <a:gd name="T48" fmla="*/ 745039484 w 1267"/>
                  <a:gd name="T49" fmla="*/ 917259529 h 631"/>
                  <a:gd name="T50" fmla="*/ 765734386 w 1267"/>
                  <a:gd name="T51" fmla="*/ 879434122 h 631"/>
                  <a:gd name="T52" fmla="*/ 802349801 w 1267"/>
                  <a:gd name="T53" fmla="*/ 858945883 h 631"/>
                  <a:gd name="T54" fmla="*/ 872397286 w 1267"/>
                  <a:gd name="T55" fmla="*/ 816392614 h 631"/>
                  <a:gd name="T56" fmla="*/ 959955066 w 1267"/>
                  <a:gd name="T57" fmla="*/ 808512426 h 631"/>
                  <a:gd name="T58" fmla="*/ 1030001289 w 1267"/>
                  <a:gd name="T59" fmla="*/ 813240288 h 631"/>
                  <a:gd name="T60" fmla="*/ 1058656448 w 1267"/>
                  <a:gd name="T61" fmla="*/ 799055446 h 631"/>
                  <a:gd name="T62" fmla="*/ 1108007769 w 1267"/>
                  <a:gd name="T63" fmla="*/ 783295069 h 631"/>
                  <a:gd name="T64" fmla="*/ 1143030881 w 1267"/>
                  <a:gd name="T65" fmla="*/ 781719534 h 631"/>
                  <a:gd name="T66" fmla="*/ 1200341198 w 1267"/>
                  <a:gd name="T67" fmla="*/ 795904375 h 631"/>
                  <a:gd name="T68" fmla="*/ 1287898977 w 1267"/>
                  <a:gd name="T69" fmla="*/ 846337833 h 631"/>
                  <a:gd name="T70" fmla="*/ 1281531024 w 1267"/>
                  <a:gd name="T71" fmla="*/ 907803805 h 631"/>
                  <a:gd name="T72" fmla="*/ 1300634884 w 1267"/>
                  <a:gd name="T73" fmla="*/ 942476886 h 631"/>
                  <a:gd name="T74" fmla="*/ 1367498077 w 1267"/>
                  <a:gd name="T75" fmla="*/ 923564182 h 631"/>
                  <a:gd name="T76" fmla="*/ 1354762171 w 1267"/>
                  <a:gd name="T77" fmla="*/ 817968150 h 631"/>
                  <a:gd name="T78" fmla="*/ 1378641680 w 1267"/>
                  <a:gd name="T79" fmla="*/ 720253561 h 631"/>
                  <a:gd name="T80" fmla="*/ 1455055856 w 1267"/>
                  <a:gd name="T81" fmla="*/ 660364379 h 631"/>
                  <a:gd name="T82" fmla="*/ 1548981589 w 1267"/>
                  <a:gd name="T83" fmla="*/ 581561082 h 631"/>
                  <a:gd name="T84" fmla="*/ 1603108560 w 1267"/>
                  <a:gd name="T85" fmla="*/ 550040328 h 631"/>
                  <a:gd name="T86" fmla="*/ 1587188046 w 1267"/>
                  <a:gd name="T87" fmla="*/ 543736930 h 631"/>
                  <a:gd name="T88" fmla="*/ 1598332911 w 1267"/>
                  <a:gd name="T89" fmla="*/ 505911523 h 631"/>
                  <a:gd name="T90" fmla="*/ 1603108560 w 1267"/>
                  <a:gd name="T91" fmla="*/ 493302217 h 631"/>
                  <a:gd name="T92" fmla="*/ 1596740607 w 1267"/>
                  <a:gd name="T93" fmla="*/ 430260709 h 631"/>
                  <a:gd name="T94" fmla="*/ 1619027812 w 1267"/>
                  <a:gd name="T95" fmla="*/ 412924797 h 631"/>
                  <a:gd name="T96" fmla="*/ 1628579111 w 1267"/>
                  <a:gd name="T97" fmla="*/ 455478066 h 631"/>
                  <a:gd name="T98" fmla="*/ 1655643228 w 1267"/>
                  <a:gd name="T99" fmla="*/ 449173413 h 631"/>
                  <a:gd name="T100" fmla="*/ 1668379134 w 1267"/>
                  <a:gd name="T101" fmla="*/ 427108383 h 631"/>
                  <a:gd name="T102" fmla="*/ 1727281755 w 1267"/>
                  <a:gd name="T103" fmla="*/ 346730962 h 631"/>
                  <a:gd name="T104" fmla="*/ 1829167744 w 1267"/>
                  <a:gd name="T105" fmla="*/ 313633339 h 631"/>
                  <a:gd name="T106" fmla="*/ 1873742155 w 1267"/>
                  <a:gd name="T107" fmla="*/ 307328686 h 631"/>
                  <a:gd name="T108" fmla="*/ 1908765267 w 1267"/>
                  <a:gd name="T109" fmla="*/ 220646612 h 631"/>
                  <a:gd name="T110" fmla="*/ 1970852495 w 1267"/>
                  <a:gd name="T111" fmla="*/ 204886235 h 631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267"/>
                  <a:gd name="T169" fmla="*/ 0 h 631"/>
                  <a:gd name="T170" fmla="*/ 1267 w 1267"/>
                  <a:gd name="T171" fmla="*/ 631 h 631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267" h="631">
                    <a:moveTo>
                      <a:pt x="1264" y="117"/>
                    </a:moveTo>
                    <a:lnTo>
                      <a:pt x="1263" y="108"/>
                    </a:lnTo>
                    <a:lnTo>
                      <a:pt x="1257" y="90"/>
                    </a:lnTo>
                    <a:lnTo>
                      <a:pt x="1267" y="60"/>
                    </a:lnTo>
                    <a:lnTo>
                      <a:pt x="1254" y="54"/>
                    </a:lnTo>
                    <a:lnTo>
                      <a:pt x="1244" y="54"/>
                    </a:lnTo>
                    <a:lnTo>
                      <a:pt x="1241" y="48"/>
                    </a:lnTo>
                    <a:lnTo>
                      <a:pt x="1223" y="69"/>
                    </a:lnTo>
                    <a:lnTo>
                      <a:pt x="1206" y="88"/>
                    </a:lnTo>
                    <a:lnTo>
                      <a:pt x="1186" y="103"/>
                    </a:lnTo>
                    <a:lnTo>
                      <a:pt x="1171" y="112"/>
                    </a:lnTo>
                    <a:lnTo>
                      <a:pt x="1130" y="114"/>
                    </a:lnTo>
                    <a:lnTo>
                      <a:pt x="1090" y="117"/>
                    </a:lnTo>
                    <a:lnTo>
                      <a:pt x="1069" y="133"/>
                    </a:lnTo>
                    <a:lnTo>
                      <a:pt x="1049" y="149"/>
                    </a:lnTo>
                    <a:lnTo>
                      <a:pt x="1023" y="150"/>
                    </a:lnTo>
                    <a:lnTo>
                      <a:pt x="997" y="153"/>
                    </a:lnTo>
                    <a:lnTo>
                      <a:pt x="995" y="169"/>
                    </a:lnTo>
                    <a:lnTo>
                      <a:pt x="973" y="176"/>
                    </a:lnTo>
                    <a:lnTo>
                      <a:pt x="950" y="183"/>
                    </a:lnTo>
                    <a:lnTo>
                      <a:pt x="928" y="191"/>
                    </a:lnTo>
                    <a:lnTo>
                      <a:pt x="905" y="198"/>
                    </a:lnTo>
                    <a:lnTo>
                      <a:pt x="899" y="189"/>
                    </a:lnTo>
                    <a:lnTo>
                      <a:pt x="924" y="165"/>
                    </a:lnTo>
                    <a:lnTo>
                      <a:pt x="936" y="149"/>
                    </a:lnTo>
                    <a:lnTo>
                      <a:pt x="940" y="127"/>
                    </a:lnTo>
                    <a:lnTo>
                      <a:pt x="944" y="103"/>
                    </a:lnTo>
                    <a:lnTo>
                      <a:pt x="928" y="90"/>
                    </a:lnTo>
                    <a:lnTo>
                      <a:pt x="931" y="83"/>
                    </a:lnTo>
                    <a:lnTo>
                      <a:pt x="924" y="85"/>
                    </a:lnTo>
                    <a:lnTo>
                      <a:pt x="921" y="74"/>
                    </a:lnTo>
                    <a:lnTo>
                      <a:pt x="904" y="63"/>
                    </a:lnTo>
                    <a:lnTo>
                      <a:pt x="886" y="51"/>
                    </a:lnTo>
                    <a:lnTo>
                      <a:pt x="869" y="40"/>
                    </a:lnTo>
                    <a:lnTo>
                      <a:pt x="851" y="29"/>
                    </a:lnTo>
                    <a:lnTo>
                      <a:pt x="824" y="35"/>
                    </a:lnTo>
                    <a:lnTo>
                      <a:pt x="806" y="29"/>
                    </a:lnTo>
                    <a:lnTo>
                      <a:pt x="787" y="32"/>
                    </a:lnTo>
                    <a:lnTo>
                      <a:pt x="758" y="19"/>
                    </a:lnTo>
                    <a:lnTo>
                      <a:pt x="735" y="15"/>
                    </a:lnTo>
                    <a:lnTo>
                      <a:pt x="738" y="0"/>
                    </a:lnTo>
                    <a:lnTo>
                      <a:pt x="728" y="9"/>
                    </a:lnTo>
                    <a:lnTo>
                      <a:pt x="693" y="9"/>
                    </a:lnTo>
                    <a:lnTo>
                      <a:pt x="658" y="9"/>
                    </a:lnTo>
                    <a:lnTo>
                      <a:pt x="623" y="9"/>
                    </a:lnTo>
                    <a:lnTo>
                      <a:pt x="588" y="9"/>
                    </a:lnTo>
                    <a:lnTo>
                      <a:pt x="554" y="9"/>
                    </a:lnTo>
                    <a:lnTo>
                      <a:pt x="519" y="9"/>
                    </a:lnTo>
                    <a:lnTo>
                      <a:pt x="484" y="9"/>
                    </a:lnTo>
                    <a:lnTo>
                      <a:pt x="447" y="10"/>
                    </a:lnTo>
                    <a:lnTo>
                      <a:pt x="413" y="10"/>
                    </a:lnTo>
                    <a:lnTo>
                      <a:pt x="378" y="10"/>
                    </a:lnTo>
                    <a:lnTo>
                      <a:pt x="343" y="10"/>
                    </a:lnTo>
                    <a:lnTo>
                      <a:pt x="308" y="10"/>
                    </a:lnTo>
                    <a:lnTo>
                      <a:pt x="273" y="10"/>
                    </a:lnTo>
                    <a:lnTo>
                      <a:pt x="238" y="10"/>
                    </a:lnTo>
                    <a:lnTo>
                      <a:pt x="202" y="10"/>
                    </a:lnTo>
                    <a:lnTo>
                      <a:pt x="167" y="10"/>
                    </a:lnTo>
                    <a:lnTo>
                      <a:pt x="160" y="31"/>
                    </a:lnTo>
                    <a:lnTo>
                      <a:pt x="150" y="51"/>
                    </a:lnTo>
                    <a:lnTo>
                      <a:pt x="134" y="60"/>
                    </a:lnTo>
                    <a:lnTo>
                      <a:pt x="136" y="53"/>
                    </a:lnTo>
                    <a:lnTo>
                      <a:pt x="138" y="56"/>
                    </a:lnTo>
                    <a:lnTo>
                      <a:pt x="155" y="38"/>
                    </a:lnTo>
                    <a:lnTo>
                      <a:pt x="136" y="51"/>
                    </a:lnTo>
                    <a:lnTo>
                      <a:pt x="134" y="53"/>
                    </a:lnTo>
                    <a:lnTo>
                      <a:pt x="147" y="41"/>
                    </a:lnTo>
                    <a:lnTo>
                      <a:pt x="152" y="32"/>
                    </a:lnTo>
                    <a:lnTo>
                      <a:pt x="120" y="25"/>
                    </a:lnTo>
                    <a:lnTo>
                      <a:pt x="110" y="60"/>
                    </a:lnTo>
                    <a:lnTo>
                      <a:pt x="107" y="64"/>
                    </a:lnTo>
                    <a:lnTo>
                      <a:pt x="106" y="69"/>
                    </a:lnTo>
                    <a:lnTo>
                      <a:pt x="105" y="73"/>
                    </a:lnTo>
                    <a:lnTo>
                      <a:pt x="103" y="70"/>
                    </a:lnTo>
                    <a:lnTo>
                      <a:pt x="97" y="79"/>
                    </a:lnTo>
                    <a:lnTo>
                      <a:pt x="112" y="82"/>
                    </a:lnTo>
                    <a:lnTo>
                      <a:pt x="100" y="82"/>
                    </a:lnTo>
                    <a:lnTo>
                      <a:pt x="90" y="95"/>
                    </a:lnTo>
                    <a:lnTo>
                      <a:pt x="64" y="130"/>
                    </a:lnTo>
                    <a:lnTo>
                      <a:pt x="39" y="163"/>
                    </a:lnTo>
                    <a:lnTo>
                      <a:pt x="32" y="185"/>
                    </a:lnTo>
                    <a:lnTo>
                      <a:pt x="23" y="205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0" y="259"/>
                    </a:lnTo>
                    <a:lnTo>
                      <a:pt x="3" y="276"/>
                    </a:lnTo>
                    <a:lnTo>
                      <a:pt x="7" y="292"/>
                    </a:lnTo>
                    <a:lnTo>
                      <a:pt x="4" y="289"/>
                    </a:lnTo>
                    <a:lnTo>
                      <a:pt x="3" y="294"/>
                    </a:lnTo>
                    <a:lnTo>
                      <a:pt x="13" y="295"/>
                    </a:lnTo>
                    <a:lnTo>
                      <a:pt x="19" y="294"/>
                    </a:lnTo>
                    <a:lnTo>
                      <a:pt x="14" y="307"/>
                    </a:lnTo>
                    <a:lnTo>
                      <a:pt x="10" y="304"/>
                    </a:lnTo>
                    <a:lnTo>
                      <a:pt x="7" y="307"/>
                    </a:lnTo>
                    <a:lnTo>
                      <a:pt x="13" y="321"/>
                    </a:lnTo>
                    <a:lnTo>
                      <a:pt x="7" y="332"/>
                    </a:lnTo>
                    <a:lnTo>
                      <a:pt x="12" y="348"/>
                    </a:lnTo>
                    <a:lnTo>
                      <a:pt x="17" y="362"/>
                    </a:lnTo>
                    <a:lnTo>
                      <a:pt x="13" y="385"/>
                    </a:lnTo>
                    <a:lnTo>
                      <a:pt x="26" y="388"/>
                    </a:lnTo>
                    <a:lnTo>
                      <a:pt x="48" y="398"/>
                    </a:lnTo>
                    <a:lnTo>
                      <a:pt x="70" y="417"/>
                    </a:lnTo>
                    <a:lnTo>
                      <a:pt x="71" y="439"/>
                    </a:lnTo>
                    <a:lnTo>
                      <a:pt x="97" y="438"/>
                    </a:lnTo>
                    <a:lnTo>
                      <a:pt x="123" y="436"/>
                    </a:lnTo>
                    <a:lnTo>
                      <a:pt x="141" y="444"/>
                    </a:lnTo>
                    <a:lnTo>
                      <a:pt x="160" y="452"/>
                    </a:lnTo>
                    <a:lnTo>
                      <a:pt x="177" y="461"/>
                    </a:lnTo>
                    <a:lnTo>
                      <a:pt x="195" y="470"/>
                    </a:lnTo>
                    <a:lnTo>
                      <a:pt x="225" y="470"/>
                    </a:lnTo>
                    <a:lnTo>
                      <a:pt x="257" y="470"/>
                    </a:lnTo>
                    <a:lnTo>
                      <a:pt x="261" y="458"/>
                    </a:lnTo>
                    <a:lnTo>
                      <a:pt x="299" y="458"/>
                    </a:lnTo>
                    <a:lnTo>
                      <a:pt x="318" y="484"/>
                    </a:lnTo>
                    <a:lnTo>
                      <a:pt x="325" y="510"/>
                    </a:lnTo>
                    <a:lnTo>
                      <a:pt x="338" y="521"/>
                    </a:lnTo>
                    <a:lnTo>
                      <a:pt x="353" y="532"/>
                    </a:lnTo>
                    <a:lnTo>
                      <a:pt x="368" y="512"/>
                    </a:lnTo>
                    <a:lnTo>
                      <a:pt x="399" y="515"/>
                    </a:lnTo>
                    <a:lnTo>
                      <a:pt x="410" y="539"/>
                    </a:lnTo>
                    <a:lnTo>
                      <a:pt x="420" y="564"/>
                    </a:lnTo>
                    <a:lnTo>
                      <a:pt x="427" y="595"/>
                    </a:lnTo>
                    <a:lnTo>
                      <a:pt x="442" y="606"/>
                    </a:lnTo>
                    <a:lnTo>
                      <a:pt x="469" y="612"/>
                    </a:lnTo>
                    <a:lnTo>
                      <a:pt x="468" y="582"/>
                    </a:lnTo>
                    <a:lnTo>
                      <a:pt x="465" y="577"/>
                    </a:lnTo>
                    <a:lnTo>
                      <a:pt x="463" y="571"/>
                    </a:lnTo>
                    <a:lnTo>
                      <a:pt x="471" y="576"/>
                    </a:lnTo>
                    <a:lnTo>
                      <a:pt x="475" y="563"/>
                    </a:lnTo>
                    <a:lnTo>
                      <a:pt x="481" y="558"/>
                    </a:lnTo>
                    <a:lnTo>
                      <a:pt x="492" y="550"/>
                    </a:lnTo>
                    <a:lnTo>
                      <a:pt x="498" y="544"/>
                    </a:lnTo>
                    <a:lnTo>
                      <a:pt x="500" y="541"/>
                    </a:lnTo>
                    <a:lnTo>
                      <a:pt x="511" y="541"/>
                    </a:lnTo>
                    <a:lnTo>
                      <a:pt x="504" y="545"/>
                    </a:lnTo>
                    <a:lnTo>
                      <a:pt x="517" y="539"/>
                    </a:lnTo>
                    <a:lnTo>
                      <a:pt x="513" y="539"/>
                    </a:lnTo>
                    <a:lnTo>
                      <a:pt x="539" y="521"/>
                    </a:lnTo>
                    <a:lnTo>
                      <a:pt x="542" y="513"/>
                    </a:lnTo>
                    <a:lnTo>
                      <a:pt x="548" y="518"/>
                    </a:lnTo>
                    <a:lnTo>
                      <a:pt x="545" y="519"/>
                    </a:lnTo>
                    <a:lnTo>
                      <a:pt x="564" y="510"/>
                    </a:lnTo>
                    <a:lnTo>
                      <a:pt x="567" y="510"/>
                    </a:lnTo>
                    <a:lnTo>
                      <a:pt x="584" y="512"/>
                    </a:lnTo>
                    <a:lnTo>
                      <a:pt x="603" y="513"/>
                    </a:lnTo>
                    <a:lnTo>
                      <a:pt x="615" y="512"/>
                    </a:lnTo>
                    <a:lnTo>
                      <a:pt x="622" y="522"/>
                    </a:lnTo>
                    <a:lnTo>
                      <a:pt x="635" y="525"/>
                    </a:lnTo>
                    <a:lnTo>
                      <a:pt x="647" y="526"/>
                    </a:lnTo>
                    <a:lnTo>
                      <a:pt x="647" y="516"/>
                    </a:lnTo>
                    <a:lnTo>
                      <a:pt x="664" y="528"/>
                    </a:lnTo>
                    <a:lnTo>
                      <a:pt x="660" y="534"/>
                    </a:lnTo>
                    <a:lnTo>
                      <a:pt x="667" y="525"/>
                    </a:lnTo>
                    <a:lnTo>
                      <a:pt x="657" y="513"/>
                    </a:lnTo>
                    <a:lnTo>
                      <a:pt x="665" y="507"/>
                    </a:lnTo>
                    <a:lnTo>
                      <a:pt x="661" y="506"/>
                    </a:lnTo>
                    <a:lnTo>
                      <a:pt x="660" y="503"/>
                    </a:lnTo>
                    <a:lnTo>
                      <a:pt x="645" y="500"/>
                    </a:lnTo>
                    <a:lnTo>
                      <a:pt x="660" y="499"/>
                    </a:lnTo>
                    <a:lnTo>
                      <a:pt x="696" y="497"/>
                    </a:lnTo>
                    <a:lnTo>
                      <a:pt x="702" y="486"/>
                    </a:lnTo>
                    <a:lnTo>
                      <a:pt x="700" y="499"/>
                    </a:lnTo>
                    <a:lnTo>
                      <a:pt x="712" y="497"/>
                    </a:lnTo>
                    <a:lnTo>
                      <a:pt x="722" y="491"/>
                    </a:lnTo>
                    <a:lnTo>
                      <a:pt x="718" y="496"/>
                    </a:lnTo>
                    <a:lnTo>
                      <a:pt x="740" y="494"/>
                    </a:lnTo>
                    <a:lnTo>
                      <a:pt x="732" y="494"/>
                    </a:lnTo>
                    <a:lnTo>
                      <a:pt x="747" y="499"/>
                    </a:lnTo>
                    <a:lnTo>
                      <a:pt x="751" y="499"/>
                    </a:lnTo>
                    <a:lnTo>
                      <a:pt x="754" y="505"/>
                    </a:lnTo>
                    <a:lnTo>
                      <a:pt x="750" y="502"/>
                    </a:lnTo>
                    <a:lnTo>
                      <a:pt x="754" y="513"/>
                    </a:lnTo>
                    <a:lnTo>
                      <a:pt x="786" y="503"/>
                    </a:lnTo>
                    <a:lnTo>
                      <a:pt x="798" y="519"/>
                    </a:lnTo>
                    <a:lnTo>
                      <a:pt x="809" y="537"/>
                    </a:lnTo>
                    <a:lnTo>
                      <a:pt x="803" y="567"/>
                    </a:lnTo>
                    <a:lnTo>
                      <a:pt x="802" y="563"/>
                    </a:lnTo>
                    <a:lnTo>
                      <a:pt x="805" y="566"/>
                    </a:lnTo>
                    <a:lnTo>
                      <a:pt x="809" y="560"/>
                    </a:lnTo>
                    <a:lnTo>
                      <a:pt x="805" y="576"/>
                    </a:lnTo>
                    <a:lnTo>
                      <a:pt x="812" y="586"/>
                    </a:lnTo>
                    <a:lnTo>
                      <a:pt x="814" y="587"/>
                    </a:lnTo>
                    <a:lnTo>
                      <a:pt x="815" y="596"/>
                    </a:lnTo>
                    <a:lnTo>
                      <a:pt x="819" y="592"/>
                    </a:lnTo>
                    <a:lnTo>
                      <a:pt x="817" y="598"/>
                    </a:lnTo>
                    <a:lnTo>
                      <a:pt x="819" y="614"/>
                    </a:lnTo>
                    <a:lnTo>
                      <a:pt x="830" y="631"/>
                    </a:lnTo>
                    <a:lnTo>
                      <a:pt x="844" y="628"/>
                    </a:lnTo>
                    <a:lnTo>
                      <a:pt x="851" y="606"/>
                    </a:lnTo>
                    <a:lnTo>
                      <a:pt x="859" y="586"/>
                    </a:lnTo>
                    <a:lnTo>
                      <a:pt x="856" y="563"/>
                    </a:lnTo>
                    <a:lnTo>
                      <a:pt x="851" y="541"/>
                    </a:lnTo>
                    <a:lnTo>
                      <a:pt x="856" y="561"/>
                    </a:lnTo>
                    <a:lnTo>
                      <a:pt x="853" y="541"/>
                    </a:lnTo>
                    <a:lnTo>
                      <a:pt x="851" y="519"/>
                    </a:lnTo>
                    <a:lnTo>
                      <a:pt x="850" y="497"/>
                    </a:lnTo>
                    <a:lnTo>
                      <a:pt x="849" y="477"/>
                    </a:lnTo>
                    <a:lnTo>
                      <a:pt x="856" y="473"/>
                    </a:lnTo>
                    <a:lnTo>
                      <a:pt x="856" y="468"/>
                    </a:lnTo>
                    <a:lnTo>
                      <a:pt x="866" y="457"/>
                    </a:lnTo>
                    <a:lnTo>
                      <a:pt x="873" y="445"/>
                    </a:lnTo>
                    <a:lnTo>
                      <a:pt x="875" y="442"/>
                    </a:lnTo>
                    <a:lnTo>
                      <a:pt x="880" y="441"/>
                    </a:lnTo>
                    <a:lnTo>
                      <a:pt x="912" y="419"/>
                    </a:lnTo>
                    <a:lnTo>
                      <a:pt x="914" y="419"/>
                    </a:lnTo>
                    <a:lnTo>
                      <a:pt x="937" y="403"/>
                    </a:lnTo>
                    <a:lnTo>
                      <a:pt x="946" y="400"/>
                    </a:lnTo>
                    <a:lnTo>
                      <a:pt x="962" y="384"/>
                    </a:lnTo>
                    <a:lnTo>
                      <a:pt x="989" y="375"/>
                    </a:lnTo>
                    <a:lnTo>
                      <a:pt x="973" y="369"/>
                    </a:lnTo>
                    <a:lnTo>
                      <a:pt x="984" y="371"/>
                    </a:lnTo>
                    <a:lnTo>
                      <a:pt x="987" y="366"/>
                    </a:lnTo>
                    <a:lnTo>
                      <a:pt x="976" y="359"/>
                    </a:lnTo>
                    <a:lnTo>
                      <a:pt x="1000" y="361"/>
                    </a:lnTo>
                    <a:lnTo>
                      <a:pt x="1007" y="349"/>
                    </a:lnTo>
                    <a:lnTo>
                      <a:pt x="1000" y="353"/>
                    </a:lnTo>
                    <a:lnTo>
                      <a:pt x="994" y="348"/>
                    </a:lnTo>
                    <a:lnTo>
                      <a:pt x="987" y="343"/>
                    </a:lnTo>
                    <a:lnTo>
                      <a:pt x="988" y="343"/>
                    </a:lnTo>
                    <a:lnTo>
                      <a:pt x="997" y="345"/>
                    </a:lnTo>
                    <a:lnTo>
                      <a:pt x="1004" y="343"/>
                    </a:lnTo>
                    <a:lnTo>
                      <a:pt x="1008" y="346"/>
                    </a:lnTo>
                    <a:lnTo>
                      <a:pt x="1010" y="329"/>
                    </a:lnTo>
                    <a:lnTo>
                      <a:pt x="1011" y="353"/>
                    </a:lnTo>
                    <a:lnTo>
                      <a:pt x="1004" y="321"/>
                    </a:lnTo>
                    <a:lnTo>
                      <a:pt x="997" y="320"/>
                    </a:lnTo>
                    <a:lnTo>
                      <a:pt x="989" y="313"/>
                    </a:lnTo>
                    <a:lnTo>
                      <a:pt x="1004" y="319"/>
                    </a:lnTo>
                    <a:lnTo>
                      <a:pt x="998" y="307"/>
                    </a:lnTo>
                    <a:lnTo>
                      <a:pt x="1007" y="313"/>
                    </a:lnTo>
                    <a:lnTo>
                      <a:pt x="997" y="292"/>
                    </a:lnTo>
                    <a:lnTo>
                      <a:pt x="1010" y="301"/>
                    </a:lnTo>
                    <a:lnTo>
                      <a:pt x="998" y="285"/>
                    </a:lnTo>
                    <a:lnTo>
                      <a:pt x="992" y="285"/>
                    </a:lnTo>
                    <a:lnTo>
                      <a:pt x="1003" y="273"/>
                    </a:lnTo>
                    <a:lnTo>
                      <a:pt x="998" y="284"/>
                    </a:lnTo>
                    <a:lnTo>
                      <a:pt x="1013" y="291"/>
                    </a:lnTo>
                    <a:lnTo>
                      <a:pt x="1008" y="276"/>
                    </a:lnTo>
                    <a:lnTo>
                      <a:pt x="1013" y="285"/>
                    </a:lnTo>
                    <a:lnTo>
                      <a:pt x="1017" y="262"/>
                    </a:lnTo>
                    <a:lnTo>
                      <a:pt x="1030" y="256"/>
                    </a:lnTo>
                    <a:lnTo>
                      <a:pt x="1021" y="271"/>
                    </a:lnTo>
                    <a:lnTo>
                      <a:pt x="1020" y="278"/>
                    </a:lnTo>
                    <a:lnTo>
                      <a:pt x="1016" y="285"/>
                    </a:lnTo>
                    <a:lnTo>
                      <a:pt x="1023" y="289"/>
                    </a:lnTo>
                    <a:lnTo>
                      <a:pt x="1020" y="297"/>
                    </a:lnTo>
                    <a:lnTo>
                      <a:pt x="1021" y="301"/>
                    </a:lnTo>
                    <a:lnTo>
                      <a:pt x="1017" y="305"/>
                    </a:lnTo>
                    <a:lnTo>
                      <a:pt x="1013" y="314"/>
                    </a:lnTo>
                    <a:lnTo>
                      <a:pt x="1040" y="285"/>
                    </a:lnTo>
                    <a:lnTo>
                      <a:pt x="1037" y="256"/>
                    </a:lnTo>
                    <a:lnTo>
                      <a:pt x="1050" y="244"/>
                    </a:lnTo>
                    <a:lnTo>
                      <a:pt x="1039" y="253"/>
                    </a:lnTo>
                    <a:lnTo>
                      <a:pt x="1048" y="263"/>
                    </a:lnTo>
                    <a:lnTo>
                      <a:pt x="1048" y="271"/>
                    </a:lnTo>
                    <a:lnTo>
                      <a:pt x="1074" y="244"/>
                    </a:lnTo>
                    <a:lnTo>
                      <a:pt x="1072" y="249"/>
                    </a:lnTo>
                    <a:lnTo>
                      <a:pt x="1078" y="231"/>
                    </a:lnTo>
                    <a:lnTo>
                      <a:pt x="1088" y="212"/>
                    </a:lnTo>
                    <a:lnTo>
                      <a:pt x="1085" y="220"/>
                    </a:lnTo>
                    <a:lnTo>
                      <a:pt x="1093" y="215"/>
                    </a:lnTo>
                    <a:lnTo>
                      <a:pt x="1116" y="211"/>
                    </a:lnTo>
                    <a:lnTo>
                      <a:pt x="1141" y="207"/>
                    </a:lnTo>
                    <a:lnTo>
                      <a:pt x="1145" y="198"/>
                    </a:lnTo>
                    <a:lnTo>
                      <a:pt x="1149" y="199"/>
                    </a:lnTo>
                    <a:lnTo>
                      <a:pt x="1158" y="205"/>
                    </a:lnTo>
                    <a:lnTo>
                      <a:pt x="1164" y="205"/>
                    </a:lnTo>
                    <a:lnTo>
                      <a:pt x="1177" y="199"/>
                    </a:lnTo>
                    <a:lnTo>
                      <a:pt x="1175" y="189"/>
                    </a:lnTo>
                    <a:lnTo>
                      <a:pt x="1177" y="195"/>
                    </a:lnTo>
                    <a:lnTo>
                      <a:pt x="1164" y="191"/>
                    </a:lnTo>
                    <a:lnTo>
                      <a:pt x="1167" y="176"/>
                    </a:lnTo>
                    <a:lnTo>
                      <a:pt x="1167" y="172"/>
                    </a:lnTo>
                    <a:lnTo>
                      <a:pt x="1193" y="144"/>
                    </a:lnTo>
                    <a:lnTo>
                      <a:pt x="1199" y="140"/>
                    </a:lnTo>
                    <a:lnTo>
                      <a:pt x="1203" y="143"/>
                    </a:lnTo>
                    <a:lnTo>
                      <a:pt x="1222" y="125"/>
                    </a:lnTo>
                    <a:lnTo>
                      <a:pt x="1223" y="128"/>
                    </a:lnTo>
                    <a:lnTo>
                      <a:pt x="1228" y="127"/>
                    </a:lnTo>
                    <a:lnTo>
                      <a:pt x="1238" y="130"/>
                    </a:lnTo>
                    <a:lnTo>
                      <a:pt x="1264" y="117"/>
                    </a:lnTo>
                    <a:close/>
                  </a:path>
                </a:pathLst>
              </a:custGeom>
              <a:grpFill/>
              <a:ln w="3175">
                <a:noFill/>
                <a:round/>
                <a:headEnd/>
                <a:tailEnd/>
              </a:ln>
            </p:spPr>
            <p:txBody>
              <a:bodyPr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fr-CH" dirty="0"/>
              </a:p>
            </p:txBody>
          </p:sp>
          <p:grpSp>
            <p:nvGrpSpPr>
              <p:cNvPr id="513" name="Group 512">
                <a:extLst>
                  <a:ext uri="{FF2B5EF4-FFF2-40B4-BE49-F238E27FC236}">
                    <a16:creationId xmlns="" xmlns:a16="http://schemas.microsoft.com/office/drawing/2014/main" id="{ADE9A6C9-EAA1-42DD-86AD-FA6938C289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713" y="2127250"/>
                <a:ext cx="1071562" cy="506413"/>
                <a:chOff x="366713" y="2127250"/>
                <a:chExt cx="1071562" cy="506413"/>
              </a:xfrm>
              <a:grpFill/>
            </p:grpSpPr>
            <p:sp>
              <p:nvSpPr>
                <p:cNvPr id="514" name="Freeform 513">
                  <a:extLst>
                    <a:ext uri="{FF2B5EF4-FFF2-40B4-BE49-F238E27FC236}">
                      <a16:creationId xmlns="" xmlns:a16="http://schemas.microsoft.com/office/drawing/2014/main" id="{87B87EE6-10F9-4C2B-BB28-76FFF9C99E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1800" y="2201863"/>
                  <a:ext cx="252413" cy="133350"/>
                </a:xfrm>
                <a:custGeom>
                  <a:avLst/>
                  <a:gdLst>
                    <a:gd name="T0" fmla="*/ 320162406 w 199"/>
                    <a:gd name="T1" fmla="*/ 99095112 h 108"/>
                    <a:gd name="T2" fmla="*/ 310509831 w 199"/>
                    <a:gd name="T3" fmla="*/ 86898529 h 108"/>
                    <a:gd name="T4" fmla="*/ 294420093 w 199"/>
                    <a:gd name="T5" fmla="*/ 68604871 h 108"/>
                    <a:gd name="T6" fmla="*/ 276723284 w 199"/>
                    <a:gd name="T7" fmla="*/ 67079989 h 108"/>
                    <a:gd name="T8" fmla="*/ 276723284 w 199"/>
                    <a:gd name="T9" fmla="*/ 71653399 h 108"/>
                    <a:gd name="T10" fmla="*/ 268679049 w 199"/>
                    <a:gd name="T11" fmla="*/ 67079989 h 108"/>
                    <a:gd name="T12" fmla="*/ 239720057 w 199"/>
                    <a:gd name="T13" fmla="*/ 68604871 h 108"/>
                    <a:gd name="T14" fmla="*/ 218804031 w 199"/>
                    <a:gd name="T15" fmla="*/ 82325119 h 108"/>
                    <a:gd name="T16" fmla="*/ 217195691 w 199"/>
                    <a:gd name="T17" fmla="*/ 91471939 h 108"/>
                    <a:gd name="T18" fmla="*/ 202715561 w 199"/>
                    <a:gd name="T19" fmla="*/ 91471939 h 108"/>
                    <a:gd name="T20" fmla="*/ 213977744 w 199"/>
                    <a:gd name="T21" fmla="*/ 74701927 h 108"/>
                    <a:gd name="T22" fmla="*/ 238110449 w 199"/>
                    <a:gd name="T23" fmla="*/ 54883407 h 108"/>
                    <a:gd name="T24" fmla="*/ 238110449 w 199"/>
                    <a:gd name="T25" fmla="*/ 35064876 h 108"/>
                    <a:gd name="T26" fmla="*/ 212369404 w 199"/>
                    <a:gd name="T27" fmla="*/ 13721469 h 108"/>
                    <a:gd name="T28" fmla="*/ 212369404 w 199"/>
                    <a:gd name="T29" fmla="*/ 22868293 h 108"/>
                    <a:gd name="T30" fmla="*/ 196280934 w 199"/>
                    <a:gd name="T31" fmla="*/ 0 h 108"/>
                    <a:gd name="T32" fmla="*/ 146405877 w 199"/>
                    <a:gd name="T33" fmla="*/ 33539995 h 108"/>
                    <a:gd name="T34" fmla="*/ 98140467 w 199"/>
                    <a:gd name="T35" fmla="*/ 64030226 h 108"/>
                    <a:gd name="T36" fmla="*/ 48265430 w 199"/>
                    <a:gd name="T37" fmla="*/ 96045349 h 108"/>
                    <a:gd name="T38" fmla="*/ 0 w 199"/>
                    <a:gd name="T39" fmla="*/ 126536806 h 108"/>
                    <a:gd name="T40" fmla="*/ 22524375 w 199"/>
                    <a:gd name="T41" fmla="*/ 108241932 h 108"/>
                    <a:gd name="T42" fmla="*/ 43439142 w 199"/>
                    <a:gd name="T43" fmla="*/ 97570230 h 108"/>
                    <a:gd name="T44" fmla="*/ 57919273 w 199"/>
                    <a:gd name="T45" fmla="*/ 96045349 h 108"/>
                    <a:gd name="T46" fmla="*/ 72398134 w 199"/>
                    <a:gd name="T47" fmla="*/ 88423411 h 108"/>
                    <a:gd name="T48" fmla="*/ 72398134 w 199"/>
                    <a:gd name="T49" fmla="*/ 96045349 h 108"/>
                    <a:gd name="T50" fmla="*/ 80442369 w 199"/>
                    <a:gd name="T51" fmla="*/ 92996821 h 108"/>
                    <a:gd name="T52" fmla="*/ 53091717 w 199"/>
                    <a:gd name="T53" fmla="*/ 106718285 h 108"/>
                    <a:gd name="T54" fmla="*/ 48265430 w 199"/>
                    <a:gd name="T55" fmla="*/ 120438514 h 108"/>
                    <a:gd name="T56" fmla="*/ 109402650 w 199"/>
                    <a:gd name="T57" fmla="*/ 120438514 h 108"/>
                    <a:gd name="T58" fmla="*/ 90096232 w 199"/>
                    <a:gd name="T59" fmla="*/ 144831680 h 108"/>
                    <a:gd name="T60" fmla="*/ 115837277 w 199"/>
                    <a:gd name="T61" fmla="*/ 152453618 h 108"/>
                    <a:gd name="T62" fmla="*/ 135143694 w 199"/>
                    <a:gd name="T63" fmla="*/ 155503381 h 108"/>
                    <a:gd name="T64" fmla="*/ 127099459 w 199"/>
                    <a:gd name="T65" fmla="*/ 164650239 h 108"/>
                    <a:gd name="T66" fmla="*/ 149623824 w 199"/>
                    <a:gd name="T67" fmla="*/ 157027028 h 108"/>
                    <a:gd name="T68" fmla="*/ 162494347 w 199"/>
                    <a:gd name="T69" fmla="*/ 152453618 h 108"/>
                    <a:gd name="T70" fmla="*/ 160886007 w 199"/>
                    <a:gd name="T71" fmla="*/ 146355326 h 108"/>
                    <a:gd name="T72" fmla="*/ 202715561 w 199"/>
                    <a:gd name="T73" fmla="*/ 128061687 h 108"/>
                    <a:gd name="T74" fmla="*/ 213977744 w 199"/>
                    <a:gd name="T75" fmla="*/ 121963396 h 108"/>
                    <a:gd name="T76" fmla="*/ 218804031 w 199"/>
                    <a:gd name="T77" fmla="*/ 112815341 h 108"/>
                    <a:gd name="T78" fmla="*/ 222021979 w 199"/>
                    <a:gd name="T79" fmla="*/ 120438514 h 108"/>
                    <a:gd name="T80" fmla="*/ 244546344 w 199"/>
                    <a:gd name="T81" fmla="*/ 117389986 h 108"/>
                    <a:gd name="T82" fmla="*/ 254198918 w 199"/>
                    <a:gd name="T83" fmla="*/ 111291695 h 108"/>
                    <a:gd name="T84" fmla="*/ 279941231 w 199"/>
                    <a:gd name="T85" fmla="*/ 111291695 h 108"/>
                    <a:gd name="T86" fmla="*/ 320162406 w 199"/>
                    <a:gd name="T87" fmla="*/ 99095112 h 10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99"/>
                    <a:gd name="T133" fmla="*/ 0 h 108"/>
                    <a:gd name="T134" fmla="*/ 199 w 199"/>
                    <a:gd name="T135" fmla="*/ 108 h 10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99" h="108">
                      <a:moveTo>
                        <a:pt x="199" y="65"/>
                      </a:moveTo>
                      <a:lnTo>
                        <a:pt x="193" y="57"/>
                      </a:lnTo>
                      <a:lnTo>
                        <a:pt x="183" y="45"/>
                      </a:lnTo>
                      <a:lnTo>
                        <a:pt x="172" y="44"/>
                      </a:lnTo>
                      <a:lnTo>
                        <a:pt x="172" y="47"/>
                      </a:lnTo>
                      <a:lnTo>
                        <a:pt x="167" y="44"/>
                      </a:lnTo>
                      <a:lnTo>
                        <a:pt x="149" y="45"/>
                      </a:lnTo>
                      <a:lnTo>
                        <a:pt x="136" y="54"/>
                      </a:lnTo>
                      <a:lnTo>
                        <a:pt x="135" y="60"/>
                      </a:lnTo>
                      <a:lnTo>
                        <a:pt x="126" y="60"/>
                      </a:lnTo>
                      <a:lnTo>
                        <a:pt x="133" y="49"/>
                      </a:lnTo>
                      <a:lnTo>
                        <a:pt x="148" y="36"/>
                      </a:lnTo>
                      <a:lnTo>
                        <a:pt x="148" y="23"/>
                      </a:lnTo>
                      <a:lnTo>
                        <a:pt x="132" y="9"/>
                      </a:lnTo>
                      <a:lnTo>
                        <a:pt x="132" y="15"/>
                      </a:lnTo>
                      <a:lnTo>
                        <a:pt x="122" y="0"/>
                      </a:lnTo>
                      <a:lnTo>
                        <a:pt x="91" y="22"/>
                      </a:lnTo>
                      <a:lnTo>
                        <a:pt x="61" y="42"/>
                      </a:lnTo>
                      <a:lnTo>
                        <a:pt x="30" y="63"/>
                      </a:lnTo>
                      <a:lnTo>
                        <a:pt x="0" y="83"/>
                      </a:lnTo>
                      <a:lnTo>
                        <a:pt x="14" y="71"/>
                      </a:lnTo>
                      <a:lnTo>
                        <a:pt x="27" y="64"/>
                      </a:lnTo>
                      <a:lnTo>
                        <a:pt x="36" y="63"/>
                      </a:lnTo>
                      <a:lnTo>
                        <a:pt x="45" y="58"/>
                      </a:lnTo>
                      <a:lnTo>
                        <a:pt x="45" y="63"/>
                      </a:lnTo>
                      <a:lnTo>
                        <a:pt x="50" y="61"/>
                      </a:lnTo>
                      <a:lnTo>
                        <a:pt x="33" y="70"/>
                      </a:lnTo>
                      <a:lnTo>
                        <a:pt x="30" y="79"/>
                      </a:lnTo>
                      <a:lnTo>
                        <a:pt x="68" y="79"/>
                      </a:lnTo>
                      <a:lnTo>
                        <a:pt x="56" y="95"/>
                      </a:lnTo>
                      <a:lnTo>
                        <a:pt x="72" y="100"/>
                      </a:lnTo>
                      <a:lnTo>
                        <a:pt x="84" y="102"/>
                      </a:lnTo>
                      <a:lnTo>
                        <a:pt x="79" y="108"/>
                      </a:lnTo>
                      <a:lnTo>
                        <a:pt x="93" y="103"/>
                      </a:lnTo>
                      <a:lnTo>
                        <a:pt x="101" y="100"/>
                      </a:lnTo>
                      <a:lnTo>
                        <a:pt x="100" y="96"/>
                      </a:lnTo>
                      <a:lnTo>
                        <a:pt x="126" y="84"/>
                      </a:lnTo>
                      <a:lnTo>
                        <a:pt x="133" y="80"/>
                      </a:lnTo>
                      <a:lnTo>
                        <a:pt x="136" y="74"/>
                      </a:lnTo>
                      <a:lnTo>
                        <a:pt x="138" y="79"/>
                      </a:lnTo>
                      <a:lnTo>
                        <a:pt x="152" y="77"/>
                      </a:lnTo>
                      <a:lnTo>
                        <a:pt x="158" y="73"/>
                      </a:lnTo>
                      <a:lnTo>
                        <a:pt x="174" y="73"/>
                      </a:lnTo>
                      <a:lnTo>
                        <a:pt x="199" y="65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15" name="Freeform 514">
                  <a:extLst>
                    <a:ext uri="{FF2B5EF4-FFF2-40B4-BE49-F238E27FC236}">
                      <a16:creationId xmlns="" xmlns:a16="http://schemas.microsoft.com/office/drawing/2014/main" id="{7B115ACB-78DB-4A2D-B198-C6D1F672A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7863" y="2127250"/>
                  <a:ext cx="61912" cy="14288"/>
                </a:xfrm>
                <a:custGeom>
                  <a:avLst/>
                  <a:gdLst>
                    <a:gd name="T0" fmla="*/ 68995969 w 50"/>
                    <a:gd name="T1" fmla="*/ 12079955 h 13"/>
                    <a:gd name="T2" fmla="*/ 0 w 50"/>
                    <a:gd name="T3" fmla="*/ 15703611 h 13"/>
                    <a:gd name="T4" fmla="*/ 38330955 w 50"/>
                    <a:gd name="T5" fmla="*/ 0 h 13"/>
                    <a:gd name="T6" fmla="*/ 76661911 w 50"/>
                    <a:gd name="T7" fmla="*/ 8456298 h 13"/>
                    <a:gd name="T8" fmla="*/ 68995969 w 50"/>
                    <a:gd name="T9" fmla="*/ 12079955 h 1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0"/>
                    <a:gd name="T16" fmla="*/ 0 h 13"/>
                    <a:gd name="T17" fmla="*/ 50 w 50"/>
                    <a:gd name="T18" fmla="*/ 13 h 1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0" h="13">
                      <a:moveTo>
                        <a:pt x="45" y="10"/>
                      </a:moveTo>
                      <a:lnTo>
                        <a:pt x="0" y="13"/>
                      </a:lnTo>
                      <a:lnTo>
                        <a:pt x="25" y="0"/>
                      </a:lnTo>
                      <a:lnTo>
                        <a:pt x="50" y="7"/>
                      </a:lnTo>
                      <a:lnTo>
                        <a:pt x="45" y="10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16" name="Freeform 515">
                  <a:extLst>
                    <a:ext uri="{FF2B5EF4-FFF2-40B4-BE49-F238E27FC236}">
                      <a16:creationId xmlns="" xmlns:a16="http://schemas.microsoft.com/office/drawing/2014/main" id="{EB71D5DB-4F3F-42EB-A78A-2514F6CAD7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688" y="2138363"/>
                  <a:ext cx="1017587" cy="484187"/>
                </a:xfrm>
                <a:custGeom>
                  <a:avLst/>
                  <a:gdLst>
                    <a:gd name="T0" fmla="*/ 1032876058 w 806"/>
                    <a:gd name="T1" fmla="*/ 531427291 h 385"/>
                    <a:gd name="T2" fmla="*/ 996215162 w 806"/>
                    <a:gd name="T3" fmla="*/ 430203314 h 385"/>
                    <a:gd name="T4" fmla="*/ 937239322 w 806"/>
                    <a:gd name="T5" fmla="*/ 404897320 h 385"/>
                    <a:gd name="T6" fmla="*/ 988244908 w 806"/>
                    <a:gd name="T7" fmla="*/ 309999135 h 385"/>
                    <a:gd name="T8" fmla="*/ 1182706230 w 806"/>
                    <a:gd name="T9" fmla="*/ 137602168 h 385"/>
                    <a:gd name="T10" fmla="*/ 1165172428 w 806"/>
                    <a:gd name="T11" fmla="*/ 34796066 h 385"/>
                    <a:gd name="T12" fmla="*/ 1000996304 w 806"/>
                    <a:gd name="T13" fmla="*/ 14235098 h 385"/>
                    <a:gd name="T14" fmla="*/ 965929964 w 806"/>
                    <a:gd name="T15" fmla="*/ 3162936 h 385"/>
                    <a:gd name="T16" fmla="*/ 828851189 w 806"/>
                    <a:gd name="T17" fmla="*/ 20560968 h 385"/>
                    <a:gd name="T18" fmla="*/ 757123952 w 806"/>
                    <a:gd name="T19" fmla="*/ 34796066 h 385"/>
                    <a:gd name="T20" fmla="*/ 537159680 w 806"/>
                    <a:gd name="T21" fmla="*/ 101224016 h 385"/>
                    <a:gd name="T22" fmla="*/ 583382861 w 806"/>
                    <a:gd name="T23" fmla="*/ 167653233 h 385"/>
                    <a:gd name="T24" fmla="*/ 562662473 w 806"/>
                    <a:gd name="T25" fmla="*/ 172398264 h 385"/>
                    <a:gd name="T26" fmla="*/ 518031322 w 806"/>
                    <a:gd name="T27" fmla="*/ 166071136 h 385"/>
                    <a:gd name="T28" fmla="*/ 363418746 w 806"/>
                    <a:gd name="T29" fmla="*/ 216683125 h 385"/>
                    <a:gd name="T30" fmla="*/ 513250180 w 806"/>
                    <a:gd name="T31" fmla="*/ 226173187 h 385"/>
                    <a:gd name="T32" fmla="*/ 420801293 w 806"/>
                    <a:gd name="T33" fmla="*/ 278367271 h 385"/>
                    <a:gd name="T34" fmla="*/ 301254978 w 806"/>
                    <a:gd name="T35" fmla="*/ 309999135 h 385"/>
                    <a:gd name="T36" fmla="*/ 224746599 w 806"/>
                    <a:gd name="T37" fmla="*/ 340050239 h 385"/>
                    <a:gd name="T38" fmla="*/ 251842685 w 806"/>
                    <a:gd name="T39" fmla="*/ 352703236 h 385"/>
                    <a:gd name="T40" fmla="*/ 242279138 w 806"/>
                    <a:gd name="T41" fmla="*/ 378009230 h 385"/>
                    <a:gd name="T42" fmla="*/ 188085702 w 806"/>
                    <a:gd name="T43" fmla="*/ 390662227 h 385"/>
                    <a:gd name="T44" fmla="*/ 255030534 w 806"/>
                    <a:gd name="T45" fmla="*/ 409642351 h 385"/>
                    <a:gd name="T46" fmla="*/ 204024948 w 806"/>
                    <a:gd name="T47" fmla="*/ 461836436 h 385"/>
                    <a:gd name="T48" fmla="*/ 321976628 w 806"/>
                    <a:gd name="T49" fmla="*/ 446019246 h 385"/>
                    <a:gd name="T50" fmla="*/ 369794444 w 806"/>
                    <a:gd name="T51" fmla="*/ 449183439 h 385"/>
                    <a:gd name="T52" fmla="*/ 288503581 w 806"/>
                    <a:gd name="T53" fmla="*/ 501376266 h 385"/>
                    <a:gd name="T54" fmla="*/ 132297672 w 806"/>
                    <a:gd name="T55" fmla="*/ 570968378 h 385"/>
                    <a:gd name="T56" fmla="*/ 86073228 w 806"/>
                    <a:gd name="T57" fmla="*/ 567805443 h 385"/>
                    <a:gd name="T58" fmla="*/ 30285208 w 806"/>
                    <a:gd name="T59" fmla="*/ 596274372 h 385"/>
                    <a:gd name="T60" fmla="*/ 78102955 w 806"/>
                    <a:gd name="T61" fmla="*/ 583621375 h 385"/>
                    <a:gd name="T62" fmla="*/ 188085702 w 806"/>
                    <a:gd name="T63" fmla="*/ 563060412 h 385"/>
                    <a:gd name="T64" fmla="*/ 390516095 w 806"/>
                    <a:gd name="T65" fmla="*/ 485560334 h 385"/>
                    <a:gd name="T66" fmla="*/ 530782719 w 806"/>
                    <a:gd name="T67" fmla="*/ 411223190 h 385"/>
                    <a:gd name="T68" fmla="*/ 691771151 w 806"/>
                    <a:gd name="T69" fmla="*/ 352703236 h 385"/>
                    <a:gd name="T70" fmla="*/ 604104511 w 806"/>
                    <a:gd name="T71" fmla="*/ 381172165 h 385"/>
                    <a:gd name="T72" fmla="*/ 556286774 w 806"/>
                    <a:gd name="T73" fmla="*/ 436530442 h 385"/>
                    <a:gd name="T74" fmla="*/ 608886916 w 806"/>
                    <a:gd name="T75" fmla="*/ 420713252 h 385"/>
                    <a:gd name="T76" fmla="*/ 653516804 w 806"/>
                    <a:gd name="T77" fmla="*/ 411223190 h 385"/>
                    <a:gd name="T78" fmla="*/ 686990009 w 806"/>
                    <a:gd name="T79" fmla="*/ 381172165 h 385"/>
                    <a:gd name="T80" fmla="*/ 726838754 w 806"/>
                    <a:gd name="T81" fmla="*/ 370101264 h 385"/>
                    <a:gd name="T82" fmla="*/ 757123952 w 806"/>
                    <a:gd name="T83" fmla="*/ 378009230 h 385"/>
                    <a:gd name="T84" fmla="*/ 766687500 w 806"/>
                    <a:gd name="T85" fmla="*/ 395407258 h 385"/>
                    <a:gd name="T86" fmla="*/ 833632331 w 806"/>
                    <a:gd name="T87" fmla="*/ 404897320 h 385"/>
                    <a:gd name="T88" fmla="*/ 935644766 w 806"/>
                    <a:gd name="T89" fmla="*/ 415968221 h 385"/>
                    <a:gd name="T90" fmla="*/ 929269068 w 806"/>
                    <a:gd name="T91" fmla="*/ 450764277 h 385"/>
                    <a:gd name="T92" fmla="*/ 972305662 w 806"/>
                    <a:gd name="T93" fmla="*/ 452346374 h 385"/>
                    <a:gd name="T94" fmla="*/ 981869210 w 806"/>
                    <a:gd name="T95" fmla="*/ 469744402 h 385"/>
                    <a:gd name="T96" fmla="*/ 1018530106 w 806"/>
                    <a:gd name="T97" fmla="*/ 477652368 h 385"/>
                    <a:gd name="T98" fmla="*/ 1037657200 w 806"/>
                    <a:gd name="T99" fmla="*/ 490305365 h 385"/>
                    <a:gd name="T100" fmla="*/ 1018530106 w 806"/>
                    <a:gd name="T101" fmla="*/ 512448424 h 385"/>
                    <a:gd name="T102" fmla="*/ 1028093653 w 806"/>
                    <a:gd name="T103" fmla="*/ 556733285 h 385"/>
                    <a:gd name="T104" fmla="*/ 1039251756 w 806"/>
                    <a:gd name="T105" fmla="*/ 561478316 h 385"/>
                    <a:gd name="T106" fmla="*/ 1012154407 w 806"/>
                    <a:gd name="T107" fmla="*/ 599437307 h 385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806"/>
                    <a:gd name="T163" fmla="*/ 0 h 385"/>
                    <a:gd name="T164" fmla="*/ 806 w 806"/>
                    <a:gd name="T165" fmla="*/ 385 h 385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806" h="385">
                      <a:moveTo>
                        <a:pt x="654" y="374"/>
                      </a:moveTo>
                      <a:lnTo>
                        <a:pt x="667" y="359"/>
                      </a:lnTo>
                      <a:lnTo>
                        <a:pt x="658" y="348"/>
                      </a:lnTo>
                      <a:lnTo>
                        <a:pt x="648" y="336"/>
                      </a:lnTo>
                      <a:lnTo>
                        <a:pt x="652" y="313"/>
                      </a:lnTo>
                      <a:lnTo>
                        <a:pt x="657" y="289"/>
                      </a:lnTo>
                      <a:lnTo>
                        <a:pt x="651" y="263"/>
                      </a:lnTo>
                      <a:lnTo>
                        <a:pt x="625" y="272"/>
                      </a:lnTo>
                      <a:lnTo>
                        <a:pt x="610" y="279"/>
                      </a:lnTo>
                      <a:lnTo>
                        <a:pt x="593" y="285"/>
                      </a:lnTo>
                      <a:lnTo>
                        <a:pt x="594" y="260"/>
                      </a:lnTo>
                      <a:lnTo>
                        <a:pt x="588" y="256"/>
                      </a:lnTo>
                      <a:lnTo>
                        <a:pt x="597" y="250"/>
                      </a:lnTo>
                      <a:lnTo>
                        <a:pt x="561" y="252"/>
                      </a:lnTo>
                      <a:lnTo>
                        <a:pt x="590" y="224"/>
                      </a:lnTo>
                      <a:lnTo>
                        <a:pt x="620" y="196"/>
                      </a:lnTo>
                      <a:lnTo>
                        <a:pt x="649" y="169"/>
                      </a:lnTo>
                      <a:lnTo>
                        <a:pt x="680" y="141"/>
                      </a:lnTo>
                      <a:lnTo>
                        <a:pt x="712" y="115"/>
                      </a:lnTo>
                      <a:lnTo>
                        <a:pt x="742" y="87"/>
                      </a:lnTo>
                      <a:lnTo>
                        <a:pt x="774" y="61"/>
                      </a:lnTo>
                      <a:lnTo>
                        <a:pt x="806" y="35"/>
                      </a:lnTo>
                      <a:lnTo>
                        <a:pt x="767" y="25"/>
                      </a:lnTo>
                      <a:lnTo>
                        <a:pt x="731" y="22"/>
                      </a:lnTo>
                      <a:lnTo>
                        <a:pt x="694" y="19"/>
                      </a:lnTo>
                      <a:lnTo>
                        <a:pt x="648" y="15"/>
                      </a:lnTo>
                      <a:lnTo>
                        <a:pt x="645" y="12"/>
                      </a:lnTo>
                      <a:lnTo>
                        <a:pt x="628" y="9"/>
                      </a:lnTo>
                      <a:lnTo>
                        <a:pt x="617" y="7"/>
                      </a:lnTo>
                      <a:lnTo>
                        <a:pt x="612" y="6"/>
                      </a:lnTo>
                      <a:lnTo>
                        <a:pt x="594" y="7"/>
                      </a:lnTo>
                      <a:lnTo>
                        <a:pt x="606" y="2"/>
                      </a:lnTo>
                      <a:lnTo>
                        <a:pt x="594" y="0"/>
                      </a:lnTo>
                      <a:lnTo>
                        <a:pt x="546" y="10"/>
                      </a:lnTo>
                      <a:lnTo>
                        <a:pt x="537" y="9"/>
                      </a:lnTo>
                      <a:lnTo>
                        <a:pt x="520" y="13"/>
                      </a:lnTo>
                      <a:lnTo>
                        <a:pt x="519" y="18"/>
                      </a:lnTo>
                      <a:lnTo>
                        <a:pt x="508" y="23"/>
                      </a:lnTo>
                      <a:lnTo>
                        <a:pt x="514" y="15"/>
                      </a:lnTo>
                      <a:lnTo>
                        <a:pt x="475" y="22"/>
                      </a:lnTo>
                      <a:lnTo>
                        <a:pt x="433" y="37"/>
                      </a:lnTo>
                      <a:lnTo>
                        <a:pt x="392" y="51"/>
                      </a:lnTo>
                      <a:lnTo>
                        <a:pt x="357" y="53"/>
                      </a:lnTo>
                      <a:lnTo>
                        <a:pt x="337" y="64"/>
                      </a:lnTo>
                      <a:lnTo>
                        <a:pt x="351" y="87"/>
                      </a:lnTo>
                      <a:lnTo>
                        <a:pt x="344" y="92"/>
                      </a:lnTo>
                      <a:lnTo>
                        <a:pt x="373" y="98"/>
                      </a:lnTo>
                      <a:lnTo>
                        <a:pt x="366" y="106"/>
                      </a:lnTo>
                      <a:lnTo>
                        <a:pt x="388" y="106"/>
                      </a:lnTo>
                      <a:lnTo>
                        <a:pt x="359" y="106"/>
                      </a:lnTo>
                      <a:lnTo>
                        <a:pt x="357" y="98"/>
                      </a:lnTo>
                      <a:lnTo>
                        <a:pt x="353" y="109"/>
                      </a:lnTo>
                      <a:lnTo>
                        <a:pt x="362" y="115"/>
                      </a:lnTo>
                      <a:lnTo>
                        <a:pt x="347" y="116"/>
                      </a:lnTo>
                      <a:lnTo>
                        <a:pt x="308" y="114"/>
                      </a:lnTo>
                      <a:lnTo>
                        <a:pt x="325" y="105"/>
                      </a:lnTo>
                      <a:lnTo>
                        <a:pt x="279" y="112"/>
                      </a:lnTo>
                      <a:lnTo>
                        <a:pt x="221" y="127"/>
                      </a:lnTo>
                      <a:lnTo>
                        <a:pt x="241" y="134"/>
                      </a:lnTo>
                      <a:lnTo>
                        <a:pt x="228" y="137"/>
                      </a:lnTo>
                      <a:lnTo>
                        <a:pt x="224" y="150"/>
                      </a:lnTo>
                      <a:lnTo>
                        <a:pt x="273" y="151"/>
                      </a:lnTo>
                      <a:lnTo>
                        <a:pt x="280" y="154"/>
                      </a:lnTo>
                      <a:lnTo>
                        <a:pt x="322" y="143"/>
                      </a:lnTo>
                      <a:lnTo>
                        <a:pt x="312" y="151"/>
                      </a:lnTo>
                      <a:lnTo>
                        <a:pt x="305" y="154"/>
                      </a:lnTo>
                      <a:lnTo>
                        <a:pt x="296" y="169"/>
                      </a:lnTo>
                      <a:lnTo>
                        <a:pt x="264" y="176"/>
                      </a:lnTo>
                      <a:lnTo>
                        <a:pt x="219" y="188"/>
                      </a:lnTo>
                      <a:lnTo>
                        <a:pt x="227" y="182"/>
                      </a:lnTo>
                      <a:lnTo>
                        <a:pt x="211" y="186"/>
                      </a:lnTo>
                      <a:lnTo>
                        <a:pt x="189" y="196"/>
                      </a:lnTo>
                      <a:lnTo>
                        <a:pt x="192" y="196"/>
                      </a:lnTo>
                      <a:lnTo>
                        <a:pt x="183" y="201"/>
                      </a:lnTo>
                      <a:lnTo>
                        <a:pt x="151" y="214"/>
                      </a:lnTo>
                      <a:lnTo>
                        <a:pt x="141" y="215"/>
                      </a:lnTo>
                      <a:lnTo>
                        <a:pt x="144" y="218"/>
                      </a:lnTo>
                      <a:lnTo>
                        <a:pt x="132" y="223"/>
                      </a:lnTo>
                      <a:lnTo>
                        <a:pt x="135" y="230"/>
                      </a:lnTo>
                      <a:lnTo>
                        <a:pt x="158" y="223"/>
                      </a:lnTo>
                      <a:lnTo>
                        <a:pt x="138" y="233"/>
                      </a:lnTo>
                      <a:lnTo>
                        <a:pt x="138" y="234"/>
                      </a:lnTo>
                      <a:lnTo>
                        <a:pt x="160" y="237"/>
                      </a:lnTo>
                      <a:lnTo>
                        <a:pt x="152" y="239"/>
                      </a:lnTo>
                      <a:lnTo>
                        <a:pt x="157" y="243"/>
                      </a:lnTo>
                      <a:lnTo>
                        <a:pt x="142" y="243"/>
                      </a:lnTo>
                      <a:lnTo>
                        <a:pt x="134" y="239"/>
                      </a:lnTo>
                      <a:lnTo>
                        <a:pt x="118" y="247"/>
                      </a:lnTo>
                      <a:lnTo>
                        <a:pt x="126" y="263"/>
                      </a:lnTo>
                      <a:lnTo>
                        <a:pt x="160" y="255"/>
                      </a:lnTo>
                      <a:lnTo>
                        <a:pt x="180" y="243"/>
                      </a:lnTo>
                      <a:lnTo>
                        <a:pt x="160" y="259"/>
                      </a:lnTo>
                      <a:lnTo>
                        <a:pt x="147" y="273"/>
                      </a:lnTo>
                      <a:lnTo>
                        <a:pt x="139" y="281"/>
                      </a:lnTo>
                      <a:lnTo>
                        <a:pt x="141" y="282"/>
                      </a:lnTo>
                      <a:lnTo>
                        <a:pt x="128" y="292"/>
                      </a:lnTo>
                      <a:lnTo>
                        <a:pt x="167" y="285"/>
                      </a:lnTo>
                      <a:lnTo>
                        <a:pt x="177" y="286"/>
                      </a:lnTo>
                      <a:lnTo>
                        <a:pt x="177" y="298"/>
                      </a:lnTo>
                      <a:lnTo>
                        <a:pt x="202" y="282"/>
                      </a:lnTo>
                      <a:lnTo>
                        <a:pt x="208" y="284"/>
                      </a:lnTo>
                      <a:lnTo>
                        <a:pt x="195" y="288"/>
                      </a:lnTo>
                      <a:lnTo>
                        <a:pt x="196" y="292"/>
                      </a:lnTo>
                      <a:lnTo>
                        <a:pt x="232" y="284"/>
                      </a:lnTo>
                      <a:lnTo>
                        <a:pt x="199" y="302"/>
                      </a:lnTo>
                      <a:lnTo>
                        <a:pt x="205" y="302"/>
                      </a:lnTo>
                      <a:lnTo>
                        <a:pt x="200" y="302"/>
                      </a:lnTo>
                      <a:lnTo>
                        <a:pt x="181" y="317"/>
                      </a:lnTo>
                      <a:lnTo>
                        <a:pt x="171" y="320"/>
                      </a:lnTo>
                      <a:lnTo>
                        <a:pt x="138" y="337"/>
                      </a:lnTo>
                      <a:lnTo>
                        <a:pt x="87" y="352"/>
                      </a:lnTo>
                      <a:lnTo>
                        <a:pt x="83" y="361"/>
                      </a:lnTo>
                      <a:lnTo>
                        <a:pt x="74" y="361"/>
                      </a:lnTo>
                      <a:lnTo>
                        <a:pt x="70" y="363"/>
                      </a:lnTo>
                      <a:lnTo>
                        <a:pt x="71" y="359"/>
                      </a:lnTo>
                      <a:lnTo>
                        <a:pt x="54" y="359"/>
                      </a:lnTo>
                      <a:lnTo>
                        <a:pt x="0" y="382"/>
                      </a:lnTo>
                      <a:lnTo>
                        <a:pt x="3" y="379"/>
                      </a:lnTo>
                      <a:lnTo>
                        <a:pt x="7" y="382"/>
                      </a:lnTo>
                      <a:lnTo>
                        <a:pt x="19" y="377"/>
                      </a:lnTo>
                      <a:lnTo>
                        <a:pt x="22" y="379"/>
                      </a:lnTo>
                      <a:lnTo>
                        <a:pt x="45" y="368"/>
                      </a:lnTo>
                      <a:lnTo>
                        <a:pt x="57" y="368"/>
                      </a:lnTo>
                      <a:lnTo>
                        <a:pt x="49" y="369"/>
                      </a:lnTo>
                      <a:lnTo>
                        <a:pt x="74" y="365"/>
                      </a:lnTo>
                      <a:lnTo>
                        <a:pt x="90" y="363"/>
                      </a:lnTo>
                      <a:lnTo>
                        <a:pt x="94" y="362"/>
                      </a:lnTo>
                      <a:lnTo>
                        <a:pt x="118" y="356"/>
                      </a:lnTo>
                      <a:lnTo>
                        <a:pt x="125" y="355"/>
                      </a:lnTo>
                      <a:lnTo>
                        <a:pt x="129" y="349"/>
                      </a:lnTo>
                      <a:lnTo>
                        <a:pt x="192" y="327"/>
                      </a:lnTo>
                      <a:lnTo>
                        <a:pt x="245" y="307"/>
                      </a:lnTo>
                      <a:lnTo>
                        <a:pt x="293" y="286"/>
                      </a:lnTo>
                      <a:lnTo>
                        <a:pt x="283" y="281"/>
                      </a:lnTo>
                      <a:lnTo>
                        <a:pt x="325" y="263"/>
                      </a:lnTo>
                      <a:lnTo>
                        <a:pt x="333" y="260"/>
                      </a:lnTo>
                      <a:lnTo>
                        <a:pt x="340" y="253"/>
                      </a:lnTo>
                      <a:lnTo>
                        <a:pt x="375" y="239"/>
                      </a:lnTo>
                      <a:lnTo>
                        <a:pt x="411" y="228"/>
                      </a:lnTo>
                      <a:lnTo>
                        <a:pt x="434" y="223"/>
                      </a:lnTo>
                      <a:lnTo>
                        <a:pt x="420" y="230"/>
                      </a:lnTo>
                      <a:lnTo>
                        <a:pt x="423" y="237"/>
                      </a:lnTo>
                      <a:lnTo>
                        <a:pt x="415" y="236"/>
                      </a:lnTo>
                      <a:lnTo>
                        <a:pt x="379" y="241"/>
                      </a:lnTo>
                      <a:lnTo>
                        <a:pt x="346" y="266"/>
                      </a:lnTo>
                      <a:lnTo>
                        <a:pt x="362" y="263"/>
                      </a:lnTo>
                      <a:lnTo>
                        <a:pt x="336" y="275"/>
                      </a:lnTo>
                      <a:lnTo>
                        <a:pt x="349" y="276"/>
                      </a:lnTo>
                      <a:lnTo>
                        <a:pt x="375" y="266"/>
                      </a:lnTo>
                      <a:lnTo>
                        <a:pt x="366" y="270"/>
                      </a:lnTo>
                      <a:lnTo>
                        <a:pt x="376" y="266"/>
                      </a:lnTo>
                      <a:lnTo>
                        <a:pt x="382" y="266"/>
                      </a:lnTo>
                      <a:lnTo>
                        <a:pt x="385" y="262"/>
                      </a:lnTo>
                      <a:lnTo>
                        <a:pt x="386" y="265"/>
                      </a:lnTo>
                      <a:lnTo>
                        <a:pt x="398" y="257"/>
                      </a:lnTo>
                      <a:lnTo>
                        <a:pt x="410" y="260"/>
                      </a:lnTo>
                      <a:lnTo>
                        <a:pt x="433" y="249"/>
                      </a:lnTo>
                      <a:lnTo>
                        <a:pt x="429" y="247"/>
                      </a:lnTo>
                      <a:lnTo>
                        <a:pt x="436" y="243"/>
                      </a:lnTo>
                      <a:lnTo>
                        <a:pt x="431" y="241"/>
                      </a:lnTo>
                      <a:lnTo>
                        <a:pt x="443" y="237"/>
                      </a:lnTo>
                      <a:lnTo>
                        <a:pt x="462" y="228"/>
                      </a:lnTo>
                      <a:lnTo>
                        <a:pt x="447" y="236"/>
                      </a:lnTo>
                      <a:lnTo>
                        <a:pt x="456" y="234"/>
                      </a:lnTo>
                      <a:lnTo>
                        <a:pt x="456" y="237"/>
                      </a:lnTo>
                      <a:lnTo>
                        <a:pt x="484" y="231"/>
                      </a:lnTo>
                      <a:lnTo>
                        <a:pt x="476" y="233"/>
                      </a:lnTo>
                      <a:lnTo>
                        <a:pt x="475" y="239"/>
                      </a:lnTo>
                      <a:lnTo>
                        <a:pt x="471" y="240"/>
                      </a:lnTo>
                      <a:lnTo>
                        <a:pt x="479" y="241"/>
                      </a:lnTo>
                      <a:lnTo>
                        <a:pt x="474" y="247"/>
                      </a:lnTo>
                      <a:lnTo>
                        <a:pt x="481" y="250"/>
                      </a:lnTo>
                      <a:lnTo>
                        <a:pt x="500" y="243"/>
                      </a:lnTo>
                      <a:lnTo>
                        <a:pt x="492" y="249"/>
                      </a:lnTo>
                      <a:lnTo>
                        <a:pt x="497" y="255"/>
                      </a:lnTo>
                      <a:lnTo>
                        <a:pt x="523" y="256"/>
                      </a:lnTo>
                      <a:lnTo>
                        <a:pt x="548" y="257"/>
                      </a:lnTo>
                      <a:lnTo>
                        <a:pt x="549" y="265"/>
                      </a:lnTo>
                      <a:lnTo>
                        <a:pt x="575" y="260"/>
                      </a:lnTo>
                      <a:lnTo>
                        <a:pt x="587" y="263"/>
                      </a:lnTo>
                      <a:lnTo>
                        <a:pt x="577" y="266"/>
                      </a:lnTo>
                      <a:lnTo>
                        <a:pt x="581" y="260"/>
                      </a:lnTo>
                      <a:lnTo>
                        <a:pt x="569" y="268"/>
                      </a:lnTo>
                      <a:lnTo>
                        <a:pt x="583" y="285"/>
                      </a:lnTo>
                      <a:lnTo>
                        <a:pt x="596" y="301"/>
                      </a:lnTo>
                      <a:lnTo>
                        <a:pt x="606" y="300"/>
                      </a:lnTo>
                      <a:lnTo>
                        <a:pt x="601" y="285"/>
                      </a:lnTo>
                      <a:lnTo>
                        <a:pt x="610" y="286"/>
                      </a:lnTo>
                      <a:lnTo>
                        <a:pt x="619" y="285"/>
                      </a:lnTo>
                      <a:lnTo>
                        <a:pt x="622" y="285"/>
                      </a:lnTo>
                      <a:lnTo>
                        <a:pt x="615" y="294"/>
                      </a:lnTo>
                      <a:lnTo>
                        <a:pt x="616" y="297"/>
                      </a:lnTo>
                      <a:lnTo>
                        <a:pt x="617" y="301"/>
                      </a:lnTo>
                      <a:lnTo>
                        <a:pt x="638" y="278"/>
                      </a:lnTo>
                      <a:lnTo>
                        <a:pt x="635" y="292"/>
                      </a:lnTo>
                      <a:lnTo>
                        <a:pt x="639" y="302"/>
                      </a:lnTo>
                      <a:lnTo>
                        <a:pt x="644" y="301"/>
                      </a:lnTo>
                      <a:lnTo>
                        <a:pt x="645" y="305"/>
                      </a:lnTo>
                      <a:lnTo>
                        <a:pt x="639" y="308"/>
                      </a:lnTo>
                      <a:lnTo>
                        <a:pt x="651" y="310"/>
                      </a:lnTo>
                      <a:lnTo>
                        <a:pt x="644" y="310"/>
                      </a:lnTo>
                      <a:lnTo>
                        <a:pt x="644" y="317"/>
                      </a:lnTo>
                      <a:lnTo>
                        <a:pt x="638" y="316"/>
                      </a:lnTo>
                      <a:lnTo>
                        <a:pt x="639" y="324"/>
                      </a:lnTo>
                      <a:lnTo>
                        <a:pt x="632" y="326"/>
                      </a:lnTo>
                      <a:lnTo>
                        <a:pt x="633" y="329"/>
                      </a:lnTo>
                      <a:lnTo>
                        <a:pt x="636" y="339"/>
                      </a:lnTo>
                      <a:lnTo>
                        <a:pt x="645" y="352"/>
                      </a:lnTo>
                      <a:lnTo>
                        <a:pt x="638" y="352"/>
                      </a:lnTo>
                      <a:lnTo>
                        <a:pt x="617" y="366"/>
                      </a:lnTo>
                      <a:lnTo>
                        <a:pt x="626" y="363"/>
                      </a:lnTo>
                      <a:lnTo>
                        <a:pt x="652" y="355"/>
                      </a:lnTo>
                      <a:lnTo>
                        <a:pt x="636" y="374"/>
                      </a:lnTo>
                      <a:lnTo>
                        <a:pt x="630" y="377"/>
                      </a:lnTo>
                      <a:lnTo>
                        <a:pt x="645" y="372"/>
                      </a:lnTo>
                      <a:lnTo>
                        <a:pt x="635" y="379"/>
                      </a:lnTo>
                      <a:lnTo>
                        <a:pt x="630" y="385"/>
                      </a:lnTo>
                      <a:lnTo>
                        <a:pt x="654" y="374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17" name="Freeform 516">
                  <a:extLst>
                    <a:ext uri="{FF2B5EF4-FFF2-40B4-BE49-F238E27FC236}">
                      <a16:creationId xmlns="" xmlns:a16="http://schemas.microsoft.com/office/drawing/2014/main" id="{2C453395-AFA1-4C70-9D2B-75CA3BF070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025" y="2522538"/>
                  <a:ext cx="73025" cy="39687"/>
                </a:xfrm>
                <a:custGeom>
                  <a:avLst/>
                  <a:gdLst>
                    <a:gd name="T0" fmla="*/ 91942267 w 58"/>
                    <a:gd name="T1" fmla="*/ 15381190 h 32"/>
                    <a:gd name="T2" fmla="*/ 82431373 w 58"/>
                    <a:gd name="T3" fmla="*/ 13843320 h 32"/>
                    <a:gd name="T4" fmla="*/ 87186830 w 58"/>
                    <a:gd name="T5" fmla="*/ 4614853 h 32"/>
                    <a:gd name="T6" fmla="*/ 82431373 w 58"/>
                    <a:gd name="T7" fmla="*/ 4614853 h 32"/>
                    <a:gd name="T8" fmla="*/ 72919240 w 58"/>
                    <a:gd name="T9" fmla="*/ 0 h 32"/>
                    <a:gd name="T10" fmla="*/ 66578657 w 58"/>
                    <a:gd name="T11" fmla="*/ 9228466 h 32"/>
                    <a:gd name="T12" fmla="*/ 57067783 w 58"/>
                    <a:gd name="T13" fmla="*/ 9228466 h 32"/>
                    <a:gd name="T14" fmla="*/ 42800213 w 58"/>
                    <a:gd name="T15" fmla="*/ 10767579 h 32"/>
                    <a:gd name="T16" fmla="*/ 28533892 w 58"/>
                    <a:gd name="T17" fmla="*/ 26148769 h 32"/>
                    <a:gd name="T18" fmla="*/ 26948746 w 58"/>
                    <a:gd name="T19" fmla="*/ 13843320 h 32"/>
                    <a:gd name="T20" fmla="*/ 1585146 w 58"/>
                    <a:gd name="T21" fmla="*/ 29224510 h 32"/>
                    <a:gd name="T22" fmla="*/ 1585146 w 58"/>
                    <a:gd name="T23" fmla="*/ 39992084 h 32"/>
                    <a:gd name="T24" fmla="*/ 6340585 w 58"/>
                    <a:gd name="T25" fmla="*/ 33839362 h 32"/>
                    <a:gd name="T26" fmla="*/ 15852721 w 58"/>
                    <a:gd name="T27" fmla="*/ 35377233 h 32"/>
                    <a:gd name="T28" fmla="*/ 0 w 58"/>
                    <a:gd name="T29" fmla="*/ 49220557 h 32"/>
                    <a:gd name="T30" fmla="*/ 17437867 w 58"/>
                    <a:gd name="T31" fmla="*/ 35377233 h 32"/>
                    <a:gd name="T32" fmla="*/ 57067783 w 58"/>
                    <a:gd name="T33" fmla="*/ 24610899 h 32"/>
                    <a:gd name="T34" fmla="*/ 66578657 w 58"/>
                    <a:gd name="T35" fmla="*/ 19996042 h 32"/>
                    <a:gd name="T36" fmla="*/ 91942267 w 58"/>
                    <a:gd name="T37" fmla="*/ 15381190 h 3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58"/>
                    <a:gd name="T58" fmla="*/ 0 h 32"/>
                    <a:gd name="T59" fmla="*/ 58 w 58"/>
                    <a:gd name="T60" fmla="*/ 32 h 32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58" h="32">
                      <a:moveTo>
                        <a:pt x="58" y="10"/>
                      </a:moveTo>
                      <a:lnTo>
                        <a:pt x="52" y="9"/>
                      </a:lnTo>
                      <a:lnTo>
                        <a:pt x="55" y="3"/>
                      </a:lnTo>
                      <a:lnTo>
                        <a:pt x="52" y="3"/>
                      </a:lnTo>
                      <a:lnTo>
                        <a:pt x="46" y="0"/>
                      </a:lnTo>
                      <a:lnTo>
                        <a:pt x="42" y="6"/>
                      </a:lnTo>
                      <a:lnTo>
                        <a:pt x="36" y="6"/>
                      </a:lnTo>
                      <a:lnTo>
                        <a:pt x="27" y="7"/>
                      </a:lnTo>
                      <a:lnTo>
                        <a:pt x="18" y="17"/>
                      </a:lnTo>
                      <a:lnTo>
                        <a:pt x="17" y="9"/>
                      </a:lnTo>
                      <a:lnTo>
                        <a:pt x="1" y="19"/>
                      </a:lnTo>
                      <a:lnTo>
                        <a:pt x="1" y="26"/>
                      </a:lnTo>
                      <a:lnTo>
                        <a:pt x="4" y="22"/>
                      </a:lnTo>
                      <a:lnTo>
                        <a:pt x="10" y="23"/>
                      </a:lnTo>
                      <a:lnTo>
                        <a:pt x="0" y="32"/>
                      </a:lnTo>
                      <a:lnTo>
                        <a:pt x="11" y="23"/>
                      </a:lnTo>
                      <a:lnTo>
                        <a:pt x="36" y="16"/>
                      </a:lnTo>
                      <a:lnTo>
                        <a:pt x="42" y="13"/>
                      </a:lnTo>
                      <a:lnTo>
                        <a:pt x="58" y="10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18" name="Freeform 517">
                  <a:extLst>
                    <a:ext uri="{FF2B5EF4-FFF2-40B4-BE49-F238E27FC236}">
                      <a16:creationId xmlns="" xmlns:a16="http://schemas.microsoft.com/office/drawing/2014/main" id="{BDBBD833-689E-424D-B646-9861D52C7F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813" y="2351088"/>
                  <a:ext cx="65087" cy="23812"/>
                </a:xfrm>
                <a:custGeom>
                  <a:avLst/>
                  <a:gdLst>
                    <a:gd name="T0" fmla="*/ 86455454 w 49"/>
                    <a:gd name="T1" fmla="*/ 17719102 h 16"/>
                    <a:gd name="T2" fmla="*/ 44110397 w 49"/>
                    <a:gd name="T3" fmla="*/ 35438204 h 16"/>
                    <a:gd name="T4" fmla="*/ 24701183 w 49"/>
                    <a:gd name="T5" fmla="*/ 11074066 h 16"/>
                    <a:gd name="T6" fmla="*/ 33523790 w 49"/>
                    <a:gd name="T7" fmla="*/ 22148132 h 16"/>
                    <a:gd name="T8" fmla="*/ 0 w 49"/>
                    <a:gd name="T9" fmla="*/ 17719102 h 16"/>
                    <a:gd name="T10" fmla="*/ 10586599 w 49"/>
                    <a:gd name="T11" fmla="*/ 0 h 16"/>
                    <a:gd name="T12" fmla="*/ 45874387 w 49"/>
                    <a:gd name="T13" fmla="*/ 0 h 16"/>
                    <a:gd name="T14" fmla="*/ 86455454 w 49"/>
                    <a:gd name="T15" fmla="*/ 17719102 h 1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9"/>
                    <a:gd name="T25" fmla="*/ 0 h 16"/>
                    <a:gd name="T26" fmla="*/ 49 w 49"/>
                    <a:gd name="T27" fmla="*/ 16 h 1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9" h="16">
                      <a:moveTo>
                        <a:pt x="49" y="8"/>
                      </a:moveTo>
                      <a:lnTo>
                        <a:pt x="25" y="16"/>
                      </a:lnTo>
                      <a:lnTo>
                        <a:pt x="14" y="5"/>
                      </a:lnTo>
                      <a:lnTo>
                        <a:pt x="19" y="10"/>
                      </a:lnTo>
                      <a:lnTo>
                        <a:pt x="0" y="8"/>
                      </a:lnTo>
                      <a:lnTo>
                        <a:pt x="6" y="0"/>
                      </a:lnTo>
                      <a:lnTo>
                        <a:pt x="26" y="0"/>
                      </a:lnTo>
                      <a:lnTo>
                        <a:pt x="49" y="8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19" name="Freeform 518">
                  <a:extLst>
                    <a:ext uri="{FF2B5EF4-FFF2-40B4-BE49-F238E27FC236}">
                      <a16:creationId xmlns="" xmlns:a16="http://schemas.microsoft.com/office/drawing/2014/main" id="{7E55B4A3-CCFF-472F-AA8A-64FF67DFA7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6813" y="2576513"/>
                  <a:ext cx="28575" cy="49212"/>
                </a:xfrm>
                <a:custGeom>
                  <a:avLst/>
                  <a:gdLst>
                    <a:gd name="T0" fmla="*/ 19596738 w 25"/>
                    <a:gd name="T1" fmla="*/ 51865847 h 41"/>
                    <a:gd name="T2" fmla="*/ 13064490 w 25"/>
                    <a:gd name="T3" fmla="*/ 59068800 h 41"/>
                    <a:gd name="T4" fmla="*/ 11758042 w 25"/>
                    <a:gd name="T5" fmla="*/ 43221342 h 41"/>
                    <a:gd name="T6" fmla="*/ 0 w 25"/>
                    <a:gd name="T7" fmla="*/ 37458729 h 41"/>
                    <a:gd name="T8" fmla="*/ 11758042 w 25"/>
                    <a:gd name="T9" fmla="*/ 33136477 h 41"/>
                    <a:gd name="T10" fmla="*/ 16983836 w 25"/>
                    <a:gd name="T11" fmla="*/ 23051622 h 41"/>
                    <a:gd name="T12" fmla="*/ 7838694 w 25"/>
                    <a:gd name="T13" fmla="*/ 27373874 h 41"/>
                    <a:gd name="T14" fmla="*/ 19596738 w 25"/>
                    <a:gd name="T15" fmla="*/ 14407112 h 41"/>
                    <a:gd name="T16" fmla="*/ 16983836 w 25"/>
                    <a:gd name="T17" fmla="*/ 4322254 h 41"/>
                    <a:gd name="T18" fmla="*/ 28741878 w 25"/>
                    <a:gd name="T19" fmla="*/ 0 h 41"/>
                    <a:gd name="T20" fmla="*/ 32661224 w 25"/>
                    <a:gd name="T21" fmla="*/ 27373874 h 41"/>
                    <a:gd name="T22" fmla="*/ 27435430 w 25"/>
                    <a:gd name="T23" fmla="*/ 24491972 h 41"/>
                    <a:gd name="T24" fmla="*/ 24822532 w 25"/>
                    <a:gd name="T25" fmla="*/ 31694926 h 41"/>
                    <a:gd name="T26" fmla="*/ 19596738 w 25"/>
                    <a:gd name="T27" fmla="*/ 51865847 h 4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5"/>
                    <a:gd name="T43" fmla="*/ 0 h 41"/>
                    <a:gd name="T44" fmla="*/ 25 w 25"/>
                    <a:gd name="T45" fmla="*/ 41 h 4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5" h="41">
                      <a:moveTo>
                        <a:pt x="15" y="36"/>
                      </a:moveTo>
                      <a:lnTo>
                        <a:pt x="10" y="41"/>
                      </a:lnTo>
                      <a:lnTo>
                        <a:pt x="9" y="30"/>
                      </a:lnTo>
                      <a:lnTo>
                        <a:pt x="0" y="26"/>
                      </a:lnTo>
                      <a:lnTo>
                        <a:pt x="9" y="23"/>
                      </a:lnTo>
                      <a:lnTo>
                        <a:pt x="13" y="16"/>
                      </a:lnTo>
                      <a:lnTo>
                        <a:pt x="6" y="19"/>
                      </a:lnTo>
                      <a:lnTo>
                        <a:pt x="15" y="10"/>
                      </a:lnTo>
                      <a:lnTo>
                        <a:pt x="13" y="3"/>
                      </a:lnTo>
                      <a:lnTo>
                        <a:pt x="22" y="0"/>
                      </a:lnTo>
                      <a:lnTo>
                        <a:pt x="25" y="19"/>
                      </a:lnTo>
                      <a:lnTo>
                        <a:pt x="21" y="17"/>
                      </a:lnTo>
                      <a:lnTo>
                        <a:pt x="19" y="22"/>
                      </a:lnTo>
                      <a:lnTo>
                        <a:pt x="15" y="36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0" name="Freeform 519">
                  <a:extLst>
                    <a:ext uri="{FF2B5EF4-FFF2-40B4-BE49-F238E27FC236}">
                      <a16:creationId xmlns="" xmlns:a16="http://schemas.microsoft.com/office/drawing/2014/main" id="{DD4BABE7-9140-4B79-97E0-244B73F2BC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5863" y="2516188"/>
                  <a:ext cx="34925" cy="38100"/>
                </a:xfrm>
                <a:custGeom>
                  <a:avLst/>
                  <a:gdLst>
                    <a:gd name="T0" fmla="*/ 40155988 w 27"/>
                    <a:gd name="T1" fmla="*/ 24168923 h 31"/>
                    <a:gd name="T2" fmla="*/ 31790806 w 27"/>
                    <a:gd name="T3" fmla="*/ 28700364 h 31"/>
                    <a:gd name="T4" fmla="*/ 0 w 27"/>
                    <a:gd name="T5" fmla="*/ 46826137 h 31"/>
                    <a:gd name="T6" fmla="*/ 10038997 w 27"/>
                    <a:gd name="T7" fmla="*/ 34742285 h 31"/>
                    <a:gd name="T8" fmla="*/ 33463325 w 27"/>
                    <a:gd name="T9" fmla="*/ 0 h 31"/>
                    <a:gd name="T10" fmla="*/ 45176142 w 27"/>
                    <a:gd name="T11" fmla="*/ 1510481 h 31"/>
                    <a:gd name="T12" fmla="*/ 40155988 w 27"/>
                    <a:gd name="T13" fmla="*/ 24168923 h 3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7"/>
                    <a:gd name="T22" fmla="*/ 0 h 31"/>
                    <a:gd name="T23" fmla="*/ 27 w 27"/>
                    <a:gd name="T24" fmla="*/ 31 h 31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7" h="31">
                      <a:moveTo>
                        <a:pt x="24" y="16"/>
                      </a:moveTo>
                      <a:lnTo>
                        <a:pt x="19" y="19"/>
                      </a:lnTo>
                      <a:lnTo>
                        <a:pt x="0" y="31"/>
                      </a:lnTo>
                      <a:lnTo>
                        <a:pt x="6" y="23"/>
                      </a:lnTo>
                      <a:lnTo>
                        <a:pt x="20" y="0"/>
                      </a:lnTo>
                      <a:lnTo>
                        <a:pt x="27" y="1"/>
                      </a:lnTo>
                      <a:lnTo>
                        <a:pt x="24" y="16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1" name="Freeform 520">
                  <a:extLst>
                    <a:ext uri="{FF2B5EF4-FFF2-40B4-BE49-F238E27FC236}">
                      <a16:creationId xmlns="" xmlns:a16="http://schemas.microsoft.com/office/drawing/2014/main" id="{FD4CEA9A-3BDA-4596-AEEA-A68331212F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713" y="2616200"/>
                  <a:ext cx="52387" cy="17463"/>
                </a:xfrm>
                <a:custGeom>
                  <a:avLst/>
                  <a:gdLst>
                    <a:gd name="T0" fmla="*/ 70369167 w 39"/>
                    <a:gd name="T1" fmla="*/ 14908746 h 15"/>
                    <a:gd name="T2" fmla="*/ 54130547 w 39"/>
                    <a:gd name="T3" fmla="*/ 0 h 15"/>
                    <a:gd name="T4" fmla="*/ 0 w 39"/>
                    <a:gd name="T5" fmla="*/ 16263874 h 15"/>
                    <a:gd name="T6" fmla="*/ 18043962 w 39"/>
                    <a:gd name="T7" fmla="*/ 20330429 h 15"/>
                    <a:gd name="T8" fmla="*/ 70369167 w 39"/>
                    <a:gd name="T9" fmla="*/ 14908746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15"/>
                    <a:gd name="T17" fmla="*/ 39 w 39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15">
                      <a:moveTo>
                        <a:pt x="39" y="11"/>
                      </a:moveTo>
                      <a:lnTo>
                        <a:pt x="30" y="0"/>
                      </a:lnTo>
                      <a:lnTo>
                        <a:pt x="0" y="12"/>
                      </a:lnTo>
                      <a:lnTo>
                        <a:pt x="10" y="15"/>
                      </a:lnTo>
                      <a:lnTo>
                        <a:pt x="39" y="11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2" name="Freeform 521">
                  <a:extLst>
                    <a:ext uri="{FF2B5EF4-FFF2-40B4-BE49-F238E27FC236}">
                      <a16:creationId xmlns="" xmlns:a16="http://schemas.microsoft.com/office/drawing/2014/main" id="{6CC53B93-94C8-45D1-A89C-8F30ABFD8A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9588" y="2452688"/>
                  <a:ext cx="33337" cy="12700"/>
                </a:xfrm>
                <a:custGeom>
                  <a:avLst/>
                  <a:gdLst>
                    <a:gd name="T0" fmla="*/ 38322614 w 29"/>
                    <a:gd name="T1" fmla="*/ 10080626 h 12"/>
                    <a:gd name="T2" fmla="*/ 23786527 w 29"/>
                    <a:gd name="T3" fmla="*/ 13440833 h 12"/>
                    <a:gd name="T4" fmla="*/ 0 w 29"/>
                    <a:gd name="T5" fmla="*/ 6720417 h 12"/>
                    <a:gd name="T6" fmla="*/ 38322614 w 29"/>
                    <a:gd name="T7" fmla="*/ 0 h 12"/>
                    <a:gd name="T8" fmla="*/ 38322614 w 29"/>
                    <a:gd name="T9" fmla="*/ 10080626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"/>
                    <a:gd name="T16" fmla="*/ 0 h 12"/>
                    <a:gd name="T17" fmla="*/ 29 w 29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" h="12">
                      <a:moveTo>
                        <a:pt x="29" y="9"/>
                      </a:moveTo>
                      <a:lnTo>
                        <a:pt x="18" y="12"/>
                      </a:lnTo>
                      <a:lnTo>
                        <a:pt x="0" y="6"/>
                      </a:lnTo>
                      <a:lnTo>
                        <a:pt x="29" y="0"/>
                      </a:lnTo>
                      <a:lnTo>
                        <a:pt x="29" y="9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3" name="Freeform 522">
                  <a:extLst>
                    <a:ext uri="{FF2B5EF4-FFF2-40B4-BE49-F238E27FC236}">
                      <a16:creationId xmlns="" xmlns:a16="http://schemas.microsoft.com/office/drawing/2014/main" id="{B4AD0DF8-9BC2-4469-9774-0F62658C84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3638" y="2516188"/>
                  <a:ext cx="31750" cy="23812"/>
                </a:xfrm>
                <a:custGeom>
                  <a:avLst/>
                  <a:gdLst>
                    <a:gd name="T0" fmla="*/ 30421204 w 27"/>
                    <a:gd name="T1" fmla="*/ 26932562 h 20"/>
                    <a:gd name="T2" fmla="*/ 26273715 w 27"/>
                    <a:gd name="T3" fmla="*/ 18428104 h 20"/>
                    <a:gd name="T4" fmla="*/ 17976379 w 27"/>
                    <a:gd name="T5" fmla="*/ 9922461 h 20"/>
                    <a:gd name="T6" fmla="*/ 37335647 w 27"/>
                    <a:gd name="T7" fmla="*/ 17010100 h 20"/>
                    <a:gd name="T8" fmla="*/ 34569870 w 27"/>
                    <a:gd name="T9" fmla="*/ 9922461 h 20"/>
                    <a:gd name="T10" fmla="*/ 24890826 w 27"/>
                    <a:gd name="T11" fmla="*/ 9922461 h 20"/>
                    <a:gd name="T12" fmla="*/ 30421204 w 27"/>
                    <a:gd name="T13" fmla="*/ 0 h 20"/>
                    <a:gd name="T14" fmla="*/ 12444825 w 27"/>
                    <a:gd name="T15" fmla="*/ 5669637 h 20"/>
                    <a:gd name="T16" fmla="*/ 11061937 w 27"/>
                    <a:gd name="T17" fmla="*/ 14175283 h 20"/>
                    <a:gd name="T18" fmla="*/ 0 w 27"/>
                    <a:gd name="T19" fmla="*/ 14175283 h 20"/>
                    <a:gd name="T20" fmla="*/ 8297333 w 27"/>
                    <a:gd name="T21" fmla="*/ 28350566 h 20"/>
                    <a:gd name="T22" fmla="*/ 15210602 w 27"/>
                    <a:gd name="T23" fmla="*/ 17010100 h 20"/>
                    <a:gd name="T24" fmla="*/ 30421204 w 27"/>
                    <a:gd name="T25" fmla="*/ 26932562 h 2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7"/>
                    <a:gd name="T40" fmla="*/ 0 h 20"/>
                    <a:gd name="T41" fmla="*/ 27 w 27"/>
                    <a:gd name="T42" fmla="*/ 20 h 2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7" h="20">
                      <a:moveTo>
                        <a:pt x="22" y="19"/>
                      </a:moveTo>
                      <a:lnTo>
                        <a:pt x="19" y="13"/>
                      </a:lnTo>
                      <a:lnTo>
                        <a:pt x="13" y="7"/>
                      </a:lnTo>
                      <a:lnTo>
                        <a:pt x="27" y="12"/>
                      </a:lnTo>
                      <a:lnTo>
                        <a:pt x="25" y="7"/>
                      </a:lnTo>
                      <a:lnTo>
                        <a:pt x="18" y="7"/>
                      </a:lnTo>
                      <a:lnTo>
                        <a:pt x="22" y="0"/>
                      </a:lnTo>
                      <a:lnTo>
                        <a:pt x="9" y="4"/>
                      </a:lnTo>
                      <a:lnTo>
                        <a:pt x="8" y="10"/>
                      </a:lnTo>
                      <a:lnTo>
                        <a:pt x="0" y="10"/>
                      </a:lnTo>
                      <a:lnTo>
                        <a:pt x="6" y="20"/>
                      </a:lnTo>
                      <a:lnTo>
                        <a:pt x="11" y="12"/>
                      </a:lnTo>
                      <a:lnTo>
                        <a:pt x="22" y="19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4" name="Freeform 523">
                  <a:extLst>
                    <a:ext uri="{FF2B5EF4-FFF2-40B4-BE49-F238E27FC236}">
                      <a16:creationId xmlns="" xmlns:a16="http://schemas.microsoft.com/office/drawing/2014/main" id="{E264FD6F-0B90-49D4-9C68-48FCDF24EC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8875" y="2538413"/>
                  <a:ext cx="25400" cy="38100"/>
                </a:xfrm>
                <a:custGeom>
                  <a:avLst/>
                  <a:gdLst>
                    <a:gd name="T0" fmla="*/ 0 w 18"/>
                    <a:gd name="T1" fmla="*/ 48387008 h 30"/>
                    <a:gd name="T2" fmla="*/ 35842218 w 18"/>
                    <a:gd name="T3" fmla="*/ 0 h 30"/>
                    <a:gd name="T4" fmla="*/ 11947878 w 18"/>
                    <a:gd name="T5" fmla="*/ 9677400 h 30"/>
                    <a:gd name="T6" fmla="*/ 0 w 18"/>
                    <a:gd name="T7" fmla="*/ 48387008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30"/>
                    <a:gd name="T14" fmla="*/ 18 w 18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30">
                      <a:moveTo>
                        <a:pt x="0" y="30"/>
                      </a:moveTo>
                      <a:lnTo>
                        <a:pt x="18" y="0"/>
                      </a:lnTo>
                      <a:lnTo>
                        <a:pt x="6" y="6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="" xmlns:a16="http://schemas.microsoft.com/office/drawing/2014/main" id="{4D931EA5-0205-4EA7-9C4F-CDE1626DD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0625" y="2552700"/>
                  <a:ext cx="28575" cy="20638"/>
                </a:xfrm>
                <a:custGeom>
                  <a:avLst/>
                  <a:gdLst>
                    <a:gd name="T0" fmla="*/ 42380081 w 17"/>
                    <a:gd name="T1" fmla="*/ 16638095 h 16"/>
                    <a:gd name="T2" fmla="*/ 48031205 w 17"/>
                    <a:gd name="T3" fmla="*/ 9982340 h 16"/>
                    <a:gd name="T4" fmla="*/ 16951697 w 17"/>
                    <a:gd name="T5" fmla="*/ 0 h 16"/>
                    <a:gd name="T6" fmla="*/ 0 w 17"/>
                    <a:gd name="T7" fmla="*/ 19964681 h 16"/>
                    <a:gd name="T8" fmla="*/ 16951697 w 17"/>
                    <a:gd name="T9" fmla="*/ 26620438 h 16"/>
                    <a:gd name="T10" fmla="*/ 28253952 w 17"/>
                    <a:gd name="T11" fmla="*/ 14974157 h 16"/>
                    <a:gd name="T12" fmla="*/ 42380081 w 17"/>
                    <a:gd name="T13" fmla="*/ 16638095 h 1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6"/>
                    <a:gd name="T23" fmla="*/ 17 w 17"/>
                    <a:gd name="T24" fmla="*/ 16 h 1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6">
                      <a:moveTo>
                        <a:pt x="15" y="10"/>
                      </a:moveTo>
                      <a:lnTo>
                        <a:pt x="17" y="6"/>
                      </a:lnTo>
                      <a:lnTo>
                        <a:pt x="6" y="0"/>
                      </a:lnTo>
                      <a:lnTo>
                        <a:pt x="0" y="12"/>
                      </a:lnTo>
                      <a:lnTo>
                        <a:pt x="6" y="16"/>
                      </a:lnTo>
                      <a:lnTo>
                        <a:pt x="10" y="9"/>
                      </a:lnTo>
                      <a:lnTo>
                        <a:pt x="15" y="10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="" xmlns:a16="http://schemas.microsoft.com/office/drawing/2014/main" id="{6023FCBD-72B5-4365-B229-5D8CCD8235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8400" y="2559050"/>
                  <a:ext cx="22225" cy="17463"/>
                </a:xfrm>
                <a:custGeom>
                  <a:avLst/>
                  <a:gdLst>
                    <a:gd name="T0" fmla="*/ 27441699 w 18"/>
                    <a:gd name="T1" fmla="*/ 7147823 h 16"/>
                    <a:gd name="T2" fmla="*/ 0 w 18"/>
                    <a:gd name="T3" fmla="*/ 19059773 h 16"/>
                    <a:gd name="T4" fmla="*/ 13721467 w 18"/>
                    <a:gd name="T5" fmla="*/ 0 h 16"/>
                    <a:gd name="T6" fmla="*/ 27441699 w 18"/>
                    <a:gd name="T7" fmla="*/ 7147823 h 1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6"/>
                    <a:gd name="T14" fmla="*/ 18 w 18"/>
                    <a:gd name="T15" fmla="*/ 16 h 1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6">
                      <a:moveTo>
                        <a:pt x="18" y="6"/>
                      </a:moveTo>
                      <a:lnTo>
                        <a:pt x="0" y="16"/>
                      </a:lnTo>
                      <a:lnTo>
                        <a:pt x="9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grpFill/>
                <a:ln w="3175">
                  <a:noFill/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Arial" charset="0"/>
                    </a:defRPr>
                  </a:lvl9pPr>
                </a:lstStyle>
                <a:p>
                  <a:pPr eaLnBrk="1" hangingPunct="1">
                    <a:defRPr/>
                  </a:pPr>
                  <a:endParaRPr lang="fr-CH" dirty="0"/>
                </a:p>
              </p:txBody>
            </p:sp>
          </p:grpSp>
        </p:grpSp>
        <p:sp>
          <p:nvSpPr>
            <p:cNvPr id="509" name="Freeform 508">
              <a:extLst>
                <a:ext uri="{FF2B5EF4-FFF2-40B4-BE49-F238E27FC236}">
                  <a16:creationId xmlns="" xmlns:a16="http://schemas.microsoft.com/office/drawing/2014/main" id="{A39E5B60-A656-4CE3-866F-7A2F15014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6981" y="2489200"/>
              <a:ext cx="63500" cy="14288"/>
            </a:xfrm>
            <a:custGeom>
              <a:avLst/>
              <a:gdLst>
                <a:gd name="T0" fmla="*/ 82290811 w 49"/>
                <a:gd name="T1" fmla="*/ 1418084 h 12"/>
                <a:gd name="T2" fmla="*/ 60458481 w 49"/>
                <a:gd name="T3" fmla="*/ 5671146 h 12"/>
                <a:gd name="T4" fmla="*/ 65497010 w 49"/>
                <a:gd name="T5" fmla="*/ 0 h 12"/>
                <a:gd name="T6" fmla="*/ 0 w 49"/>
                <a:gd name="T7" fmla="*/ 17012245 h 12"/>
                <a:gd name="T8" fmla="*/ 41985160 w 49"/>
                <a:gd name="T9" fmla="*/ 8506122 h 12"/>
                <a:gd name="T10" fmla="*/ 82290811 w 49"/>
                <a:gd name="T11" fmla="*/ 1418084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12"/>
                <a:gd name="T20" fmla="*/ 49 w 49"/>
                <a:gd name="T21" fmla="*/ 12 h 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12">
                  <a:moveTo>
                    <a:pt x="49" y="1"/>
                  </a:moveTo>
                  <a:lnTo>
                    <a:pt x="36" y="4"/>
                  </a:lnTo>
                  <a:lnTo>
                    <a:pt x="39" y="0"/>
                  </a:lnTo>
                  <a:lnTo>
                    <a:pt x="0" y="12"/>
                  </a:lnTo>
                  <a:lnTo>
                    <a:pt x="25" y="6"/>
                  </a:lnTo>
                  <a:lnTo>
                    <a:pt x="49" y="1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="" xmlns:a16="http://schemas.microsoft.com/office/drawing/2014/main" id="{23E6DFC8-BFE1-4187-8223-BBCFAC004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344" y="2938463"/>
              <a:ext cx="244475" cy="228600"/>
            </a:xfrm>
            <a:custGeom>
              <a:avLst/>
              <a:gdLst>
                <a:gd name="T0" fmla="*/ 3175655 w 194"/>
                <a:gd name="T1" fmla="*/ 263466514 h 182"/>
                <a:gd name="T2" fmla="*/ 0 w 194"/>
                <a:gd name="T3" fmla="*/ 287131631 h 182"/>
                <a:gd name="T4" fmla="*/ 1587827 w 194"/>
                <a:gd name="T5" fmla="*/ 263466514 h 182"/>
                <a:gd name="T6" fmla="*/ 25409020 w 194"/>
                <a:gd name="T7" fmla="*/ 211404766 h 182"/>
                <a:gd name="T8" fmla="*/ 50818039 w 194"/>
                <a:gd name="T9" fmla="*/ 160919313 h 182"/>
                <a:gd name="T10" fmla="*/ 42877645 w 194"/>
                <a:gd name="T11" fmla="*/ 165653380 h 182"/>
                <a:gd name="T12" fmla="*/ 71462308 w 194"/>
                <a:gd name="T13" fmla="*/ 130945090 h 182"/>
                <a:gd name="T14" fmla="*/ 84167463 w 194"/>
                <a:gd name="T15" fmla="*/ 100969611 h 182"/>
                <a:gd name="T16" fmla="*/ 98459164 w 194"/>
                <a:gd name="T17" fmla="*/ 69416522 h 182"/>
                <a:gd name="T18" fmla="*/ 125456001 w 194"/>
                <a:gd name="T19" fmla="*/ 44173815 h 182"/>
                <a:gd name="T20" fmla="*/ 147689357 w 194"/>
                <a:gd name="T21" fmla="*/ 0 h 182"/>
                <a:gd name="T22" fmla="*/ 188977934 w 194"/>
                <a:gd name="T23" fmla="*/ 0 h 182"/>
                <a:gd name="T24" fmla="*/ 227092079 w 194"/>
                <a:gd name="T25" fmla="*/ 0 h 182"/>
                <a:gd name="T26" fmla="*/ 269969704 w 194"/>
                <a:gd name="T27" fmla="*/ 0 h 182"/>
                <a:gd name="T28" fmla="*/ 308082588 w 194"/>
                <a:gd name="T29" fmla="*/ 0 h 182"/>
                <a:gd name="T30" fmla="*/ 308082588 w 194"/>
                <a:gd name="T31" fmla="*/ 15775912 h 182"/>
                <a:gd name="T32" fmla="*/ 306494761 w 194"/>
                <a:gd name="T33" fmla="*/ 69416522 h 182"/>
                <a:gd name="T34" fmla="*/ 276321011 w 194"/>
                <a:gd name="T35" fmla="*/ 69416522 h 182"/>
                <a:gd name="T36" fmla="*/ 246148521 w 194"/>
                <a:gd name="T37" fmla="*/ 69416522 h 182"/>
                <a:gd name="T38" fmla="*/ 219151684 w 194"/>
                <a:gd name="T39" fmla="*/ 69416522 h 182"/>
                <a:gd name="T40" fmla="*/ 188977934 w 194"/>
                <a:gd name="T41" fmla="*/ 69416522 h 182"/>
                <a:gd name="T42" fmla="*/ 185802280 w 194"/>
                <a:gd name="T43" fmla="*/ 121478290 h 182"/>
                <a:gd name="T44" fmla="*/ 185802280 w 194"/>
                <a:gd name="T45" fmla="*/ 173541333 h 182"/>
                <a:gd name="T46" fmla="*/ 149277184 w 194"/>
                <a:gd name="T47" fmla="*/ 192472422 h 182"/>
                <a:gd name="T48" fmla="*/ 147689357 w 194"/>
                <a:gd name="T49" fmla="*/ 227180673 h 182"/>
                <a:gd name="T50" fmla="*/ 147689357 w 194"/>
                <a:gd name="T51" fmla="*/ 263466514 h 182"/>
                <a:gd name="T52" fmla="*/ 112752126 w 194"/>
                <a:gd name="T53" fmla="*/ 263466514 h 182"/>
                <a:gd name="T54" fmla="*/ 76227049 w 194"/>
                <a:gd name="T55" fmla="*/ 263466514 h 182"/>
                <a:gd name="T56" fmla="*/ 41289808 w 194"/>
                <a:gd name="T57" fmla="*/ 263466514 h 182"/>
                <a:gd name="T58" fmla="*/ 3175655 w 194"/>
                <a:gd name="T59" fmla="*/ 263466514 h 18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94"/>
                <a:gd name="T91" fmla="*/ 0 h 182"/>
                <a:gd name="T92" fmla="*/ 194 w 194"/>
                <a:gd name="T93" fmla="*/ 182 h 18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94" h="182">
                  <a:moveTo>
                    <a:pt x="2" y="167"/>
                  </a:moveTo>
                  <a:lnTo>
                    <a:pt x="0" y="182"/>
                  </a:lnTo>
                  <a:lnTo>
                    <a:pt x="1" y="167"/>
                  </a:lnTo>
                  <a:lnTo>
                    <a:pt x="16" y="134"/>
                  </a:lnTo>
                  <a:lnTo>
                    <a:pt x="32" y="102"/>
                  </a:lnTo>
                  <a:lnTo>
                    <a:pt x="27" y="105"/>
                  </a:lnTo>
                  <a:lnTo>
                    <a:pt x="45" y="83"/>
                  </a:lnTo>
                  <a:lnTo>
                    <a:pt x="53" y="64"/>
                  </a:lnTo>
                  <a:lnTo>
                    <a:pt x="62" y="44"/>
                  </a:lnTo>
                  <a:lnTo>
                    <a:pt x="79" y="28"/>
                  </a:lnTo>
                  <a:lnTo>
                    <a:pt x="93" y="0"/>
                  </a:lnTo>
                  <a:lnTo>
                    <a:pt x="119" y="0"/>
                  </a:lnTo>
                  <a:lnTo>
                    <a:pt x="143" y="0"/>
                  </a:lnTo>
                  <a:lnTo>
                    <a:pt x="170" y="0"/>
                  </a:lnTo>
                  <a:lnTo>
                    <a:pt x="194" y="0"/>
                  </a:lnTo>
                  <a:lnTo>
                    <a:pt x="194" y="10"/>
                  </a:lnTo>
                  <a:lnTo>
                    <a:pt x="193" y="44"/>
                  </a:lnTo>
                  <a:lnTo>
                    <a:pt x="174" y="44"/>
                  </a:lnTo>
                  <a:lnTo>
                    <a:pt x="155" y="44"/>
                  </a:lnTo>
                  <a:lnTo>
                    <a:pt x="138" y="44"/>
                  </a:lnTo>
                  <a:lnTo>
                    <a:pt x="119" y="44"/>
                  </a:lnTo>
                  <a:lnTo>
                    <a:pt x="117" y="77"/>
                  </a:lnTo>
                  <a:lnTo>
                    <a:pt x="117" y="110"/>
                  </a:lnTo>
                  <a:lnTo>
                    <a:pt x="94" y="122"/>
                  </a:lnTo>
                  <a:lnTo>
                    <a:pt x="93" y="144"/>
                  </a:lnTo>
                  <a:lnTo>
                    <a:pt x="93" y="167"/>
                  </a:lnTo>
                  <a:lnTo>
                    <a:pt x="71" y="167"/>
                  </a:lnTo>
                  <a:lnTo>
                    <a:pt x="48" y="167"/>
                  </a:lnTo>
                  <a:lnTo>
                    <a:pt x="26" y="167"/>
                  </a:lnTo>
                  <a:lnTo>
                    <a:pt x="2" y="167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="" xmlns:a16="http://schemas.microsoft.com/office/drawing/2014/main" id="{DDFDF989-7F5D-43FD-ACDB-A26688BEA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1093" y="3103159"/>
              <a:ext cx="161986" cy="1045385"/>
            </a:xfrm>
            <a:custGeom>
              <a:avLst/>
              <a:gdLst>
                <a:gd name="T0" fmla="*/ 70564287 w 235"/>
                <a:gd name="T1" fmla="*/ 441028183 h 176"/>
                <a:gd name="T2" fmla="*/ 55443374 w 235"/>
                <a:gd name="T3" fmla="*/ 405745909 h 176"/>
                <a:gd name="T4" fmla="*/ 35282143 w 235"/>
                <a:gd name="T5" fmla="*/ 370463733 h 176"/>
                <a:gd name="T6" fmla="*/ 15120920 w 235"/>
                <a:gd name="T7" fmla="*/ 345262179 h 176"/>
                <a:gd name="T8" fmla="*/ 0 w 235"/>
                <a:gd name="T9" fmla="*/ 289817174 h 176"/>
                <a:gd name="T10" fmla="*/ 20161224 w 235"/>
                <a:gd name="T11" fmla="*/ 244454377 h 176"/>
                <a:gd name="T12" fmla="*/ 30241839 w 235"/>
                <a:gd name="T13" fmla="*/ 199093118 h 176"/>
                <a:gd name="T14" fmla="*/ 60483678 w 235"/>
                <a:gd name="T15" fmla="*/ 189012497 h 176"/>
                <a:gd name="T16" fmla="*/ 120967356 w 235"/>
                <a:gd name="T17" fmla="*/ 178931875 h 176"/>
                <a:gd name="T18" fmla="*/ 156249487 w 235"/>
                <a:gd name="T19" fmla="*/ 178931875 h 176"/>
                <a:gd name="T20" fmla="*/ 186491314 w 235"/>
                <a:gd name="T21" fmla="*/ 158769045 h 176"/>
                <a:gd name="T22" fmla="*/ 216733190 w 235"/>
                <a:gd name="T23" fmla="*/ 128527180 h 176"/>
                <a:gd name="T24" fmla="*/ 252015321 w 235"/>
                <a:gd name="T25" fmla="*/ 113406248 h 176"/>
                <a:gd name="T26" fmla="*/ 287297452 w 235"/>
                <a:gd name="T27" fmla="*/ 83165946 h 176"/>
                <a:gd name="T28" fmla="*/ 307458670 w 235"/>
                <a:gd name="T29" fmla="*/ 47883758 h 176"/>
                <a:gd name="T30" fmla="*/ 342740801 w 235"/>
                <a:gd name="T31" fmla="*/ 27722515 h 176"/>
                <a:gd name="T32" fmla="*/ 383063236 w 235"/>
                <a:gd name="T33" fmla="*/ 7559675 h 176"/>
                <a:gd name="T34" fmla="*/ 408264759 w 235"/>
                <a:gd name="T35" fmla="*/ 68043426 h 176"/>
                <a:gd name="T36" fmla="*/ 413305063 w 235"/>
                <a:gd name="T37" fmla="*/ 123486869 h 176"/>
                <a:gd name="T38" fmla="*/ 473788815 w 235"/>
                <a:gd name="T39" fmla="*/ 173891564 h 176"/>
                <a:gd name="T40" fmla="*/ 509070946 w 235"/>
                <a:gd name="T41" fmla="*/ 204133429 h 176"/>
                <a:gd name="T42" fmla="*/ 544353077 w 235"/>
                <a:gd name="T43" fmla="*/ 254534998 h 176"/>
                <a:gd name="T44" fmla="*/ 589715817 w 235"/>
                <a:gd name="T45" fmla="*/ 309978417 h 176"/>
                <a:gd name="T46" fmla="*/ 554433686 w 235"/>
                <a:gd name="T47" fmla="*/ 309978417 h 176"/>
                <a:gd name="T48" fmla="*/ 514111251 w 235"/>
                <a:gd name="T49" fmla="*/ 304938106 h 176"/>
                <a:gd name="T50" fmla="*/ 443546989 w 235"/>
                <a:gd name="T51" fmla="*/ 330141247 h 176"/>
                <a:gd name="T52" fmla="*/ 388103541 w 235"/>
                <a:gd name="T53" fmla="*/ 330141247 h 176"/>
                <a:gd name="T54" fmla="*/ 362902019 w 235"/>
                <a:gd name="T55" fmla="*/ 350302490 h 176"/>
                <a:gd name="T56" fmla="*/ 277216843 w 235"/>
                <a:gd name="T57" fmla="*/ 330141247 h 176"/>
                <a:gd name="T58" fmla="*/ 231854103 w 235"/>
                <a:gd name="T59" fmla="*/ 309978417 h 176"/>
                <a:gd name="T60" fmla="*/ 201612227 w 235"/>
                <a:gd name="T61" fmla="*/ 335181558 h 176"/>
                <a:gd name="T62" fmla="*/ 176410705 w 235"/>
                <a:gd name="T63" fmla="*/ 360383112 h 176"/>
                <a:gd name="T64" fmla="*/ 176410705 w 235"/>
                <a:gd name="T65" fmla="*/ 390624976 h 176"/>
                <a:gd name="T66" fmla="*/ 131047965 w 235"/>
                <a:gd name="T67" fmla="*/ 390624976 h 176"/>
                <a:gd name="T68" fmla="*/ 70564287 w 235"/>
                <a:gd name="T69" fmla="*/ 441028183 h 1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35"/>
                <a:gd name="T106" fmla="*/ 0 h 176"/>
                <a:gd name="T107" fmla="*/ 235 w 235"/>
                <a:gd name="T108" fmla="*/ 176 h 17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35" h="176">
                  <a:moveTo>
                    <a:pt x="28" y="175"/>
                  </a:moveTo>
                  <a:cubicBezTo>
                    <a:pt x="23" y="176"/>
                    <a:pt x="24" y="166"/>
                    <a:pt x="22" y="161"/>
                  </a:cubicBezTo>
                  <a:cubicBezTo>
                    <a:pt x="20" y="156"/>
                    <a:pt x="17" y="151"/>
                    <a:pt x="14" y="147"/>
                  </a:cubicBezTo>
                  <a:cubicBezTo>
                    <a:pt x="11" y="143"/>
                    <a:pt x="8" y="142"/>
                    <a:pt x="6" y="137"/>
                  </a:cubicBezTo>
                  <a:cubicBezTo>
                    <a:pt x="4" y="132"/>
                    <a:pt x="0" y="122"/>
                    <a:pt x="0" y="115"/>
                  </a:cubicBezTo>
                  <a:cubicBezTo>
                    <a:pt x="0" y="108"/>
                    <a:pt x="6" y="103"/>
                    <a:pt x="8" y="97"/>
                  </a:cubicBezTo>
                  <a:cubicBezTo>
                    <a:pt x="10" y="91"/>
                    <a:pt x="9" y="83"/>
                    <a:pt x="12" y="79"/>
                  </a:cubicBezTo>
                  <a:cubicBezTo>
                    <a:pt x="15" y="75"/>
                    <a:pt x="18" y="76"/>
                    <a:pt x="24" y="75"/>
                  </a:cubicBezTo>
                  <a:cubicBezTo>
                    <a:pt x="30" y="74"/>
                    <a:pt x="42" y="72"/>
                    <a:pt x="48" y="71"/>
                  </a:cubicBezTo>
                  <a:cubicBezTo>
                    <a:pt x="54" y="70"/>
                    <a:pt x="58" y="72"/>
                    <a:pt x="62" y="71"/>
                  </a:cubicBezTo>
                  <a:cubicBezTo>
                    <a:pt x="66" y="70"/>
                    <a:pt x="70" y="66"/>
                    <a:pt x="74" y="63"/>
                  </a:cubicBezTo>
                  <a:cubicBezTo>
                    <a:pt x="78" y="60"/>
                    <a:pt x="82" y="54"/>
                    <a:pt x="86" y="51"/>
                  </a:cubicBezTo>
                  <a:cubicBezTo>
                    <a:pt x="90" y="48"/>
                    <a:pt x="95" y="48"/>
                    <a:pt x="100" y="45"/>
                  </a:cubicBezTo>
                  <a:cubicBezTo>
                    <a:pt x="105" y="42"/>
                    <a:pt x="110" y="37"/>
                    <a:pt x="114" y="33"/>
                  </a:cubicBezTo>
                  <a:cubicBezTo>
                    <a:pt x="118" y="29"/>
                    <a:pt x="118" y="23"/>
                    <a:pt x="122" y="19"/>
                  </a:cubicBezTo>
                  <a:cubicBezTo>
                    <a:pt x="126" y="15"/>
                    <a:pt x="131" y="14"/>
                    <a:pt x="136" y="11"/>
                  </a:cubicBezTo>
                  <a:cubicBezTo>
                    <a:pt x="141" y="8"/>
                    <a:pt x="148" y="0"/>
                    <a:pt x="152" y="3"/>
                  </a:cubicBezTo>
                  <a:cubicBezTo>
                    <a:pt x="156" y="6"/>
                    <a:pt x="160" y="19"/>
                    <a:pt x="162" y="27"/>
                  </a:cubicBezTo>
                  <a:cubicBezTo>
                    <a:pt x="164" y="35"/>
                    <a:pt x="160" y="42"/>
                    <a:pt x="164" y="49"/>
                  </a:cubicBezTo>
                  <a:cubicBezTo>
                    <a:pt x="168" y="56"/>
                    <a:pt x="182" y="64"/>
                    <a:pt x="188" y="69"/>
                  </a:cubicBezTo>
                  <a:cubicBezTo>
                    <a:pt x="194" y="74"/>
                    <a:pt x="197" y="76"/>
                    <a:pt x="202" y="81"/>
                  </a:cubicBezTo>
                  <a:cubicBezTo>
                    <a:pt x="207" y="86"/>
                    <a:pt x="211" y="94"/>
                    <a:pt x="216" y="101"/>
                  </a:cubicBezTo>
                  <a:cubicBezTo>
                    <a:pt x="221" y="108"/>
                    <a:pt x="233" y="119"/>
                    <a:pt x="234" y="123"/>
                  </a:cubicBezTo>
                  <a:cubicBezTo>
                    <a:pt x="235" y="127"/>
                    <a:pt x="225" y="123"/>
                    <a:pt x="220" y="123"/>
                  </a:cubicBezTo>
                  <a:cubicBezTo>
                    <a:pt x="215" y="123"/>
                    <a:pt x="211" y="120"/>
                    <a:pt x="204" y="121"/>
                  </a:cubicBezTo>
                  <a:cubicBezTo>
                    <a:pt x="197" y="122"/>
                    <a:pt x="184" y="129"/>
                    <a:pt x="176" y="131"/>
                  </a:cubicBezTo>
                  <a:cubicBezTo>
                    <a:pt x="168" y="133"/>
                    <a:pt x="159" y="130"/>
                    <a:pt x="154" y="131"/>
                  </a:cubicBezTo>
                  <a:cubicBezTo>
                    <a:pt x="149" y="132"/>
                    <a:pt x="151" y="139"/>
                    <a:pt x="144" y="139"/>
                  </a:cubicBezTo>
                  <a:cubicBezTo>
                    <a:pt x="137" y="139"/>
                    <a:pt x="119" y="134"/>
                    <a:pt x="110" y="131"/>
                  </a:cubicBezTo>
                  <a:cubicBezTo>
                    <a:pt x="101" y="128"/>
                    <a:pt x="97" y="123"/>
                    <a:pt x="92" y="123"/>
                  </a:cubicBezTo>
                  <a:cubicBezTo>
                    <a:pt x="87" y="123"/>
                    <a:pt x="84" y="130"/>
                    <a:pt x="80" y="133"/>
                  </a:cubicBezTo>
                  <a:cubicBezTo>
                    <a:pt x="76" y="136"/>
                    <a:pt x="72" y="139"/>
                    <a:pt x="70" y="143"/>
                  </a:cubicBezTo>
                  <a:cubicBezTo>
                    <a:pt x="68" y="147"/>
                    <a:pt x="73" y="153"/>
                    <a:pt x="70" y="155"/>
                  </a:cubicBezTo>
                  <a:cubicBezTo>
                    <a:pt x="67" y="157"/>
                    <a:pt x="58" y="153"/>
                    <a:pt x="52" y="155"/>
                  </a:cubicBezTo>
                  <a:cubicBezTo>
                    <a:pt x="46" y="157"/>
                    <a:pt x="33" y="174"/>
                    <a:pt x="28" y="175"/>
                  </a:cubicBez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wrap="none" lIns="18000" tIns="18000" rIns="18000" bIns="180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fr-CH" dirty="0"/>
            </a:p>
          </p:txBody>
        </p:sp>
      </p:grpSp>
      <p:grpSp>
        <p:nvGrpSpPr>
          <p:cNvPr id="25620" name="Group 31">
            <a:extLst>
              <a:ext uri="{FF2B5EF4-FFF2-40B4-BE49-F238E27FC236}">
                <a16:creationId xmlns="" xmlns:a16="http://schemas.microsoft.com/office/drawing/2014/main" id="{E6CEE79C-907D-4B11-8C06-BDB1F8390C20}"/>
              </a:ext>
            </a:extLst>
          </p:cNvPr>
          <p:cNvGrpSpPr>
            <a:grpSpLocks/>
          </p:cNvGrpSpPr>
          <p:nvPr/>
        </p:nvGrpSpPr>
        <p:grpSpPr bwMode="auto">
          <a:xfrm>
            <a:off x="4073508" y="2176467"/>
            <a:ext cx="1149350" cy="1125538"/>
            <a:chOff x="5241122" y="3146960"/>
            <a:chExt cx="1278432" cy="1126177"/>
          </a:xfrm>
        </p:grpSpPr>
        <p:sp>
          <p:nvSpPr>
            <p:cNvPr id="123" name="object 6">
              <a:extLst>
                <a:ext uri="{FF2B5EF4-FFF2-40B4-BE49-F238E27FC236}">
                  <a16:creationId xmlns="" xmlns:a16="http://schemas.microsoft.com/office/drawing/2014/main" id="{61B67777-B825-4622-B627-1D5B3931C779}"/>
                </a:ext>
              </a:extLst>
            </p:cNvPr>
            <p:cNvSpPr txBox="1"/>
            <p:nvPr/>
          </p:nvSpPr>
          <p:spPr>
            <a:xfrm>
              <a:off x="5241122" y="3463052"/>
              <a:ext cx="1278432" cy="431132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12700" algn="ctr" eaLnBrk="1" hangingPunct="1">
                <a:defRPr/>
              </a:pPr>
              <a:r>
                <a:rPr lang="en-US" sz="2800" spc="-10" dirty="0">
                  <a:cs typeface="Calibri"/>
                </a:rPr>
                <a:t>BIP</a:t>
              </a:r>
              <a:endParaRPr sz="2800" dirty="0">
                <a:latin typeface="Arial" charset="0"/>
                <a:cs typeface="Calibri"/>
              </a:endParaRPr>
            </a:p>
          </p:txBody>
        </p:sp>
        <p:sp>
          <p:nvSpPr>
            <p:cNvPr id="566" name="Oval 565">
              <a:extLst>
                <a:ext uri="{FF2B5EF4-FFF2-40B4-BE49-F238E27FC236}">
                  <a16:creationId xmlns="" xmlns:a16="http://schemas.microsoft.com/office/drawing/2014/main" id="{52906C53-2FEE-44BF-81B5-79773C739D9A}"/>
                </a:ext>
              </a:extLst>
            </p:cNvPr>
            <p:cNvSpPr/>
            <p:nvPr/>
          </p:nvSpPr>
          <p:spPr>
            <a:xfrm>
              <a:off x="5272906" y="3146960"/>
              <a:ext cx="1214864" cy="1126177"/>
            </a:xfrm>
            <a:prstGeom prst="ellipse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fr-CH" dirty="0"/>
            </a:p>
          </p:txBody>
        </p:sp>
      </p:grpSp>
      <p:sp>
        <p:nvSpPr>
          <p:cNvPr id="570" name="object 37">
            <a:extLst>
              <a:ext uri="{FF2B5EF4-FFF2-40B4-BE49-F238E27FC236}">
                <a16:creationId xmlns="" xmlns:a16="http://schemas.microsoft.com/office/drawing/2014/main" id="{CF2EABD2-4658-47F9-BA71-69F191FBBD28}"/>
              </a:ext>
            </a:extLst>
          </p:cNvPr>
          <p:cNvSpPr txBox="1"/>
          <p:nvPr/>
        </p:nvSpPr>
        <p:spPr>
          <a:xfrm>
            <a:off x="5130612" y="3708090"/>
            <a:ext cx="1209863" cy="280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fr-CH" sz="1600" dirty="0">
                <a:latin typeface="Arial" charset="0"/>
                <a:cs typeface="Calibri"/>
              </a:rPr>
              <a:t>NoduMax</a:t>
            </a:r>
            <a:endParaRPr sz="1600" dirty="0">
              <a:latin typeface="Arial" charset="0"/>
              <a:cs typeface="Calibri"/>
            </a:endParaRPr>
          </a:p>
        </p:txBody>
      </p:sp>
      <p:sp>
        <p:nvSpPr>
          <p:cNvPr id="571" name="object 37">
            <a:extLst>
              <a:ext uri="{FF2B5EF4-FFF2-40B4-BE49-F238E27FC236}">
                <a16:creationId xmlns="" xmlns:a16="http://schemas.microsoft.com/office/drawing/2014/main" id="{BCC53D7D-67B4-46D5-9667-136C7861941C}"/>
              </a:ext>
            </a:extLst>
          </p:cNvPr>
          <p:cNvSpPr txBox="1"/>
          <p:nvPr/>
        </p:nvSpPr>
        <p:spPr>
          <a:xfrm>
            <a:off x="6397021" y="3728977"/>
            <a:ext cx="1176337" cy="280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fr-CH" sz="1600" dirty="0">
                <a:latin typeface="Arial" charset="0"/>
                <a:cs typeface="Calibri"/>
              </a:rPr>
              <a:t>GoSeeds</a:t>
            </a:r>
            <a:endParaRPr sz="1600" dirty="0">
              <a:latin typeface="Arial" charset="0"/>
              <a:cs typeface="Calibri"/>
            </a:endParaRPr>
          </a:p>
        </p:txBody>
      </p:sp>
      <p:sp>
        <p:nvSpPr>
          <p:cNvPr id="572" name="object 37">
            <a:extLst>
              <a:ext uri="{FF2B5EF4-FFF2-40B4-BE49-F238E27FC236}">
                <a16:creationId xmlns="" xmlns:a16="http://schemas.microsoft.com/office/drawing/2014/main" id="{4085B7F7-A862-4690-BFEA-166684E99A37}"/>
              </a:ext>
            </a:extLst>
          </p:cNvPr>
          <p:cNvSpPr txBox="1"/>
          <p:nvPr/>
        </p:nvSpPr>
        <p:spPr>
          <a:xfrm>
            <a:off x="2561376" y="3689344"/>
            <a:ext cx="1206500" cy="280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fr-CH" sz="1600" dirty="0">
                <a:latin typeface="Arial" charset="0"/>
                <a:cs typeface="Calibri"/>
              </a:rPr>
              <a:t>Agriserve</a:t>
            </a:r>
            <a:endParaRPr sz="1600" dirty="0">
              <a:latin typeface="Arial" charset="0"/>
              <a:cs typeface="Calibri"/>
            </a:endParaRPr>
          </a:p>
        </p:txBody>
      </p:sp>
      <p:sp>
        <p:nvSpPr>
          <p:cNvPr id="573" name="object 37">
            <a:extLst>
              <a:ext uri="{FF2B5EF4-FFF2-40B4-BE49-F238E27FC236}">
                <a16:creationId xmlns="" xmlns:a16="http://schemas.microsoft.com/office/drawing/2014/main" id="{180A1737-5A1D-458B-BF26-25D515C7F920}"/>
              </a:ext>
            </a:extLst>
          </p:cNvPr>
          <p:cNvSpPr txBox="1"/>
          <p:nvPr/>
        </p:nvSpPr>
        <p:spPr>
          <a:xfrm>
            <a:off x="7688040" y="3701165"/>
            <a:ext cx="1281112" cy="5264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fr-CH" sz="1600" dirty="0">
                <a:latin typeface="Arial" charset="0"/>
                <a:cs typeface="Calibri"/>
              </a:rPr>
              <a:t>Tissue culture</a:t>
            </a:r>
            <a:endParaRPr sz="1600" dirty="0">
              <a:latin typeface="Arial" charset="0"/>
              <a:cs typeface="Calibri"/>
            </a:endParaRPr>
          </a:p>
        </p:txBody>
      </p:sp>
      <p:grpSp>
        <p:nvGrpSpPr>
          <p:cNvPr id="25626" name="Group 627">
            <a:extLst>
              <a:ext uri="{FF2B5EF4-FFF2-40B4-BE49-F238E27FC236}">
                <a16:creationId xmlns="" xmlns:a16="http://schemas.microsoft.com/office/drawing/2014/main" id="{FBD230EE-3A79-4F84-818E-543A7D30FA12}"/>
              </a:ext>
            </a:extLst>
          </p:cNvPr>
          <p:cNvGrpSpPr>
            <a:grpSpLocks/>
          </p:cNvGrpSpPr>
          <p:nvPr/>
        </p:nvGrpSpPr>
        <p:grpSpPr bwMode="auto">
          <a:xfrm>
            <a:off x="451248" y="4970621"/>
            <a:ext cx="1193800" cy="358775"/>
            <a:chOff x="253383" y="5620898"/>
            <a:chExt cx="1591320" cy="358487"/>
          </a:xfrm>
        </p:grpSpPr>
        <p:sp>
          <p:nvSpPr>
            <p:cNvPr id="25665" name="object 13">
              <a:extLst>
                <a:ext uri="{FF2B5EF4-FFF2-40B4-BE49-F238E27FC236}">
                  <a16:creationId xmlns="" xmlns:a16="http://schemas.microsoft.com/office/drawing/2014/main" id="{5E9B1EC1-C2D1-4667-A892-29F86CFEE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83" y="5773323"/>
              <a:ext cx="1591320" cy="45719"/>
            </a:xfrm>
            <a:custGeom>
              <a:avLst/>
              <a:gdLst>
                <a:gd name="T0" fmla="*/ 0 w 1000760"/>
                <a:gd name="T1" fmla="*/ 0 h 45719"/>
                <a:gd name="T2" fmla="*/ 2147483646 w 1000760"/>
                <a:gd name="T3" fmla="*/ 0 h 457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0760" h="45719">
                  <a:moveTo>
                    <a:pt x="0" y="0"/>
                  </a:moveTo>
                  <a:lnTo>
                    <a:pt x="1000480" y="0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/>
            </a:p>
          </p:txBody>
        </p:sp>
        <p:cxnSp>
          <p:nvCxnSpPr>
            <p:cNvPr id="585" name="Straight Connector 584">
              <a:extLst>
                <a:ext uri="{FF2B5EF4-FFF2-40B4-BE49-F238E27FC236}">
                  <a16:creationId xmlns="" xmlns:a16="http://schemas.microsoft.com/office/drawing/2014/main" id="{EDEB7340-8BAA-4F14-A4D5-9B07B16C8CF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332" y="5620898"/>
              <a:ext cx="0" cy="144347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Arrow Connector 585">
              <a:extLst>
                <a:ext uri="{FF2B5EF4-FFF2-40B4-BE49-F238E27FC236}">
                  <a16:creationId xmlns="" xmlns:a16="http://schemas.microsoft.com/office/drawing/2014/main" id="{C43FA188-36C9-4898-9991-92ED61936629}"/>
                </a:ext>
              </a:extLst>
            </p:cNvPr>
            <p:cNvCxnSpPr/>
            <p:nvPr/>
          </p:nvCxnSpPr>
          <p:spPr>
            <a:xfrm>
              <a:off x="257615" y="5765245"/>
              <a:ext cx="4232" cy="21414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Arrow Connector 586">
              <a:extLst>
                <a:ext uri="{FF2B5EF4-FFF2-40B4-BE49-F238E27FC236}">
                  <a16:creationId xmlns="" xmlns:a16="http://schemas.microsoft.com/office/drawing/2014/main" id="{20680EBB-A297-4073-8C22-4013FB821A1A}"/>
                </a:ext>
              </a:extLst>
            </p:cNvPr>
            <p:cNvCxnSpPr/>
            <p:nvPr/>
          </p:nvCxnSpPr>
          <p:spPr>
            <a:xfrm>
              <a:off x="1842588" y="5773176"/>
              <a:ext cx="2115" cy="198279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32" name="Group 628">
            <a:extLst>
              <a:ext uri="{FF2B5EF4-FFF2-40B4-BE49-F238E27FC236}">
                <a16:creationId xmlns="" xmlns:a16="http://schemas.microsoft.com/office/drawing/2014/main" id="{D4419735-AE75-4402-99A2-D358F6D3D780}"/>
              </a:ext>
            </a:extLst>
          </p:cNvPr>
          <p:cNvGrpSpPr>
            <a:grpSpLocks/>
          </p:cNvGrpSpPr>
          <p:nvPr/>
        </p:nvGrpSpPr>
        <p:grpSpPr bwMode="auto">
          <a:xfrm>
            <a:off x="3328103" y="3300215"/>
            <a:ext cx="5200650" cy="400050"/>
            <a:chOff x="4134416" y="4153116"/>
            <a:chExt cx="5658512" cy="401407"/>
          </a:xfrm>
        </p:grpSpPr>
        <p:sp>
          <p:nvSpPr>
            <p:cNvPr id="25656" name="object 13">
              <a:extLst>
                <a:ext uri="{FF2B5EF4-FFF2-40B4-BE49-F238E27FC236}">
                  <a16:creationId xmlns="" xmlns:a16="http://schemas.microsoft.com/office/drawing/2014/main" id="{27E45381-F6EE-4978-9C2C-37674A298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416" y="4359349"/>
              <a:ext cx="5658512" cy="59549"/>
            </a:xfrm>
            <a:custGeom>
              <a:avLst/>
              <a:gdLst>
                <a:gd name="T0" fmla="*/ 0 w 1000760"/>
                <a:gd name="T1" fmla="*/ 0 h 57793"/>
                <a:gd name="T2" fmla="*/ 2147483646 w 1000760"/>
                <a:gd name="T3" fmla="*/ 0 h 5779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0760" h="57793">
                  <a:moveTo>
                    <a:pt x="0" y="0"/>
                  </a:moveTo>
                  <a:lnTo>
                    <a:pt x="1000480" y="0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/>
            </a:p>
          </p:txBody>
        </p:sp>
        <p:cxnSp>
          <p:nvCxnSpPr>
            <p:cNvPr id="595" name="Straight Connector 594">
              <a:extLst>
                <a:ext uri="{FF2B5EF4-FFF2-40B4-BE49-F238E27FC236}">
                  <a16:creationId xmlns="" xmlns:a16="http://schemas.microsoft.com/office/drawing/2014/main" id="{221E751E-FE15-4FD7-9F1B-897BBA0E4863}"/>
                </a:ext>
              </a:extLst>
            </p:cNvPr>
            <p:cNvCxnSpPr/>
            <p:nvPr/>
          </p:nvCxnSpPr>
          <p:spPr>
            <a:xfrm>
              <a:off x="5566316" y="4153116"/>
              <a:ext cx="6909" cy="21504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Arrow Connector 613">
              <a:extLst>
                <a:ext uri="{FF2B5EF4-FFF2-40B4-BE49-F238E27FC236}">
                  <a16:creationId xmlns="" xmlns:a16="http://schemas.microsoft.com/office/drawing/2014/main" id="{B4BD51F7-C90C-45BE-8F65-F4AEE249B440}"/>
                </a:ext>
              </a:extLst>
            </p:cNvPr>
            <p:cNvCxnSpPr>
              <a:cxnSpLocks/>
            </p:cNvCxnSpPr>
            <p:nvPr/>
          </p:nvCxnSpPr>
          <p:spPr>
            <a:xfrm>
              <a:off x="4162052" y="4357005"/>
              <a:ext cx="1727" cy="197518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="" xmlns:a16="http://schemas.microsoft.com/office/drawing/2014/main" id="{027C86B0-A1B8-441C-8A8B-33A8048412F7}"/>
                </a:ext>
              </a:extLst>
            </p:cNvPr>
            <p:cNvCxnSpPr/>
            <p:nvPr/>
          </p:nvCxnSpPr>
          <p:spPr>
            <a:xfrm flipH="1">
              <a:off x="7041398" y="4393642"/>
              <a:ext cx="3455" cy="160881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Arrow Connector 615">
              <a:extLst>
                <a:ext uri="{FF2B5EF4-FFF2-40B4-BE49-F238E27FC236}">
                  <a16:creationId xmlns="" xmlns:a16="http://schemas.microsoft.com/office/drawing/2014/main" id="{CFBF490D-219F-4DA3-9AB0-BCBBF8F3681E}"/>
                </a:ext>
              </a:extLst>
            </p:cNvPr>
            <p:cNvCxnSpPr/>
            <p:nvPr/>
          </p:nvCxnSpPr>
          <p:spPr>
            <a:xfrm flipH="1">
              <a:off x="9780837" y="4366563"/>
              <a:ext cx="5182" cy="159288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633" name="Picture 590" descr="BIP IYA.jpg">
            <a:extLst>
              <a:ext uri="{FF2B5EF4-FFF2-40B4-BE49-F238E27FC236}">
                <a16:creationId xmlns="" xmlns:a16="http://schemas.microsoft.com/office/drawing/2014/main" id="{39A211D9-3F02-4CCB-83E8-547EBC412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91" y="3267572"/>
            <a:ext cx="1357313" cy="169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34" name="Image 10" descr="Maize seeds in cold store.png">
            <a:extLst>
              <a:ext uri="{FF2B5EF4-FFF2-40B4-BE49-F238E27FC236}">
                <a16:creationId xmlns="" xmlns:a16="http://schemas.microsoft.com/office/drawing/2014/main" id="{7C53BF66-65AE-4C02-AC71-2605C50A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763" y="4036649"/>
            <a:ext cx="1131887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35" name="Image 13" descr="Soybean.png">
            <a:extLst>
              <a:ext uri="{FF2B5EF4-FFF2-40B4-BE49-F238E27FC236}">
                <a16:creationId xmlns="" xmlns:a16="http://schemas.microsoft.com/office/drawing/2014/main" id="{35F44D70-60CD-4DC9-96F8-539215F8D2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057" y="4054824"/>
            <a:ext cx="1156825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36" name="Picture 598" descr="Picture2.jpg">
            <a:extLst>
              <a:ext uri="{FF2B5EF4-FFF2-40B4-BE49-F238E27FC236}">
                <a16:creationId xmlns="" xmlns:a16="http://schemas.microsoft.com/office/drawing/2014/main" id="{5424A799-90BA-49D9-BCEB-47A95872EF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831" y="4088366"/>
            <a:ext cx="114498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37" name="Picture 2" descr="Image result for tissue culture">
            <a:hlinkClick r:id="rId7"/>
            <a:extLst>
              <a:ext uri="{FF2B5EF4-FFF2-40B4-BE49-F238E27FC236}">
                <a16:creationId xmlns="" xmlns:a16="http://schemas.microsoft.com/office/drawing/2014/main" id="{A4D783C2-A967-4CC3-96E3-2F56EA29E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536" y="4295260"/>
            <a:ext cx="1296616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64" name="Straight Connector 563">
            <a:extLst>
              <a:ext uri="{FF2B5EF4-FFF2-40B4-BE49-F238E27FC236}">
                <a16:creationId xmlns="" xmlns:a16="http://schemas.microsoft.com/office/drawing/2014/main" id="{ECC50AEC-9110-4761-BD14-BD098C17D039}"/>
              </a:ext>
            </a:extLst>
          </p:cNvPr>
          <p:cNvCxnSpPr>
            <a:cxnSpLocks/>
            <a:stCxn id="572" idx="1"/>
          </p:cNvCxnSpPr>
          <p:nvPr/>
        </p:nvCxnSpPr>
        <p:spPr>
          <a:xfrm flipH="1" flipV="1">
            <a:off x="1872830" y="3808411"/>
            <a:ext cx="688546" cy="2103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Arrow Connector 566">
            <a:extLst>
              <a:ext uri="{FF2B5EF4-FFF2-40B4-BE49-F238E27FC236}">
                <a16:creationId xmlns="" xmlns:a16="http://schemas.microsoft.com/office/drawing/2014/main" id="{5E851A36-44C5-4797-9767-CB4226141D78}"/>
              </a:ext>
            </a:extLst>
          </p:cNvPr>
          <p:cNvCxnSpPr>
            <a:cxnSpLocks/>
          </p:cNvCxnSpPr>
          <p:nvPr/>
        </p:nvCxnSpPr>
        <p:spPr bwMode="auto">
          <a:xfrm>
            <a:off x="3360738" y="3838936"/>
            <a:ext cx="7937" cy="280987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object 37">
            <a:extLst>
              <a:ext uri="{FF2B5EF4-FFF2-40B4-BE49-F238E27FC236}">
                <a16:creationId xmlns="" xmlns:a16="http://schemas.microsoft.com/office/drawing/2014/main" id="{6F758FFB-7706-4E2C-B2AF-7F7EEB97DF2D}"/>
              </a:ext>
            </a:extLst>
          </p:cNvPr>
          <p:cNvSpPr txBox="1"/>
          <p:nvPr/>
        </p:nvSpPr>
        <p:spPr>
          <a:xfrm>
            <a:off x="2344339" y="5173922"/>
            <a:ext cx="1453355" cy="7726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33655" rIns="0" bIns="0">
            <a:spAutoFit/>
          </a:bodyPr>
          <a:lstStyle/>
          <a:p>
            <a:pPr marL="309880" eaLnBrk="1" hangingPunct="1">
              <a:spcBef>
                <a:spcPts val="265"/>
              </a:spcBef>
              <a:defRPr/>
            </a:pPr>
            <a:r>
              <a:rPr lang="en-GB" sz="1600" dirty="0"/>
              <a:t>Soil fertility &amp; Consultancy</a:t>
            </a:r>
            <a:endParaRPr sz="1600" dirty="0">
              <a:latin typeface="Arial" charset="0"/>
              <a:cs typeface="Calibri"/>
            </a:endParaRPr>
          </a:p>
        </p:txBody>
      </p:sp>
      <p:cxnSp>
        <p:nvCxnSpPr>
          <p:cNvPr id="583" name="Straight Arrow Connector 582">
            <a:extLst>
              <a:ext uri="{FF2B5EF4-FFF2-40B4-BE49-F238E27FC236}">
                <a16:creationId xmlns="" xmlns:a16="http://schemas.microsoft.com/office/drawing/2014/main" id="{2E473AF1-DE05-4B0B-A55E-8B5E3E87BECF}"/>
              </a:ext>
            </a:extLst>
          </p:cNvPr>
          <p:cNvCxnSpPr>
            <a:cxnSpLocks/>
          </p:cNvCxnSpPr>
          <p:nvPr/>
        </p:nvCxnSpPr>
        <p:spPr bwMode="auto">
          <a:xfrm flipH="1">
            <a:off x="6841818" y="3521846"/>
            <a:ext cx="19616" cy="21410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46" name="Picture 19">
            <a:extLst>
              <a:ext uri="{FF2B5EF4-FFF2-40B4-BE49-F238E27FC236}">
                <a16:creationId xmlns="" xmlns:a16="http://schemas.microsoft.com/office/drawing/2014/main" id="{170A2165-D5E0-4EBF-B0EA-1A792D41DC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606" y="3542182"/>
            <a:ext cx="253806" cy="37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49" name="Picture 574" descr="cid:77F035AE-C0F5-4B91-BCB4-5F32CF414294@CGIARAD.ORG">
            <a:extLst>
              <a:ext uri="{FF2B5EF4-FFF2-40B4-BE49-F238E27FC236}">
                <a16:creationId xmlns="" xmlns:a16="http://schemas.microsoft.com/office/drawing/2014/main" id="{37B1B758-DF66-4B82-AED0-B83DBAFD0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012" y="4119923"/>
            <a:ext cx="1437480" cy="106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05" y="2286000"/>
            <a:ext cx="8379989" cy="391281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0" y="76200"/>
            <a:ext cx="4951994" cy="838200"/>
          </a:xfrm>
        </p:spPr>
        <p:txBody>
          <a:bodyPr/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Launching</a:t>
            </a:r>
          </a:p>
        </p:txBody>
      </p:sp>
      <p:sp>
        <p:nvSpPr>
          <p:cNvPr id="5" name="Title 2">
            <a:extLst>
              <a:ext uri="{FF2B5EF4-FFF2-40B4-BE49-F238E27FC236}">
                <a16:creationId xmlns="" xmlns:a16="http://schemas.microsoft.com/office/drawing/2014/main" id="{1555ED8B-C326-4CCC-B273-0CBEE1A0AC41}"/>
              </a:ext>
            </a:extLst>
          </p:cNvPr>
          <p:cNvSpPr txBox="1">
            <a:spLocks/>
          </p:cNvSpPr>
          <p:nvPr/>
        </p:nvSpPr>
        <p:spPr>
          <a:xfrm>
            <a:off x="382005" y="1143000"/>
            <a:ext cx="8379989" cy="990600"/>
          </a:xfrm>
          <a:prstGeom prst="rect">
            <a:avLst/>
          </a:prstGeom>
        </p:spPr>
        <p:txBody>
          <a:bodyPr rtlCol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800" dirty="0"/>
              <a:t>First e-Commerce Platform </a:t>
            </a:r>
            <a:br>
              <a:rPr lang="en-US" sz="2800" dirty="0"/>
            </a:br>
            <a:r>
              <a:rPr lang="en-US" sz="2800" dirty="0"/>
              <a:t>for Breeder &amp; Foundation Seeds in Nigeria</a:t>
            </a:r>
          </a:p>
        </p:txBody>
      </p:sp>
    </p:spTree>
    <p:extLst>
      <p:ext uri="{BB962C8B-B14F-4D97-AF65-F5344CB8AC3E}">
        <p14:creationId xmlns:p14="http://schemas.microsoft.com/office/powerpoint/2010/main" val="150236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93388" y="1230045"/>
            <a:ext cx="3708066" cy="1800493"/>
          </a:xfrm>
          <a:prstGeom prst="rect">
            <a:avLst/>
          </a:prstGeom>
          <a:noFill/>
          <a:ln w="19050">
            <a:solidFill>
              <a:srgbClr val="008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Inventory management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Seed tracking (M&amp;E)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Seed trade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Decision support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12713" y="1318831"/>
            <a:ext cx="3953843" cy="1900753"/>
            <a:chOff x="0" y="1636713"/>
            <a:chExt cx="3953843" cy="1900753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636713"/>
              <a:ext cx="3953843" cy="1716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19603" y="3168134"/>
              <a:ext cx="3689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https://iitabip.org/GoSeedTracker  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41300" y="3030538"/>
              <a:ext cx="3352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177573" y="3908558"/>
            <a:ext cx="8680450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Based on </a:t>
            </a:r>
            <a:r>
              <a:rPr lang="en-US" sz="2200" b="1" dirty="0"/>
              <a:t>Seed Tracker</a:t>
            </a:r>
            <a:r>
              <a:rPr lang="en-US" sz="2200" b="1" baseline="30000" dirty="0"/>
              <a:t>TM</a:t>
            </a:r>
            <a:r>
              <a:rPr lang="en-US" sz="2200" b="1" dirty="0"/>
              <a:t> </a:t>
            </a:r>
            <a:r>
              <a:rPr lang="en-US" sz="2200" dirty="0"/>
              <a:t>Web Application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Hosted on </a:t>
            </a:r>
            <a:r>
              <a:rPr lang="en-US" sz="2200" dirty="0" smtClean="0"/>
              <a:t>IITA-GoSeed </a:t>
            </a:r>
            <a:r>
              <a:rPr lang="en-US" sz="2200" dirty="0"/>
              <a:t>website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In-house tool for planning, real time tracking of field status and seed inventory management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Online trade enquiry (map-based seed and trade information)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Data archival &amp; other tailored features </a:t>
            </a: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2089634" y="29161"/>
            <a:ext cx="6411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+mn-lt"/>
              </a:rPr>
              <a:t>GoSeed Inventory &amp; </a:t>
            </a:r>
          </a:p>
          <a:p>
            <a:pPr algn="r"/>
            <a:r>
              <a:rPr lang="en-US" sz="2400" dirty="0">
                <a:solidFill>
                  <a:schemeClr val="bg1"/>
                </a:solidFill>
                <a:latin typeface="+mn-lt"/>
              </a:rPr>
              <a:t>Seed Data Management System</a:t>
            </a:r>
          </a:p>
        </p:txBody>
      </p:sp>
      <p:pic>
        <p:nvPicPr>
          <p:cNvPr id="2050" name="Picture 2" descr="C:\Users\Lkumar\Desktop\Untitled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329" y="3168784"/>
            <a:ext cx="2651694" cy="149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22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390E02-1E1B-4AC6-917D-93726726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05076"/>
            <a:ext cx="6705600" cy="65692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n-lt"/>
              </a:rPr>
              <a:t>Aflasafe to Combat Aflatoxin in Maize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375699"/>
            <a:ext cx="3694268" cy="4724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52005"/>
            <a:ext cx="2286000" cy="537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3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390E02-1E1B-4AC6-917D-93726726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05076"/>
            <a:ext cx="6705600" cy="65692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n-lt"/>
              </a:rPr>
              <a:t>Aflasafe to Combat Aflatoxin in Maize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00633CAE-44E4-469B-99A1-E0CEE9E18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0" y="786809"/>
            <a:ext cx="8753977" cy="53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82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38400" y="152400"/>
            <a:ext cx="6324600" cy="609600"/>
          </a:xfrm>
        </p:spPr>
        <p:txBody>
          <a:bodyPr/>
          <a:lstStyle/>
          <a:p>
            <a:pPr algn="r"/>
            <a:r>
              <a:rPr lang="en-US" sz="3200" dirty="0">
                <a:solidFill>
                  <a:schemeClr val="bg1"/>
                </a:solidFill>
              </a:rPr>
              <a:t>Nodumax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828800"/>
            <a:ext cx="5638800" cy="451104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169091"/>
          </a:xfrm>
        </p:spPr>
        <p:txBody>
          <a:bodyPr/>
          <a:lstStyle/>
          <a:p>
            <a:r>
              <a:rPr lang="en-US" sz="2400" dirty="0"/>
              <a:t>Helps soybean crops to better access Nitrogen</a:t>
            </a:r>
          </a:p>
          <a:p>
            <a:r>
              <a:rPr lang="en-US" sz="2400" dirty="0"/>
              <a:t>An inoculant that boosts the yield of soybean by 30-40%</a:t>
            </a:r>
          </a:p>
        </p:txBody>
      </p:sp>
    </p:spTree>
    <p:extLst>
      <p:ext uri="{BB962C8B-B14F-4D97-AF65-F5344CB8AC3E}">
        <p14:creationId xmlns:p14="http://schemas.microsoft.com/office/powerpoint/2010/main" val="3041223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">
            <a:extLst>
              <a:ext uri="{FF2B5EF4-FFF2-40B4-BE49-F238E27FC236}">
                <a16:creationId xmlns="" xmlns:a16="http://schemas.microsoft.com/office/drawing/2014/main" id="{5C4E7934-4963-0F48-95C1-D9548AC8420E}"/>
              </a:ext>
            </a:extLst>
          </p:cNvPr>
          <p:cNvSpPr/>
          <p:nvPr/>
        </p:nvSpPr>
        <p:spPr>
          <a:xfrm rot="13965680" flipV="1">
            <a:off x="4988250" y="2835210"/>
            <a:ext cx="2550379" cy="1994285"/>
          </a:xfrm>
          <a:prstGeom prst="swooshArrow">
            <a:avLst>
              <a:gd name="adj1" fmla="val 16310"/>
              <a:gd name="adj2" fmla="val 3137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74536A-4007-474A-9415-3B974CE2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38" y="883125"/>
            <a:ext cx="8010525" cy="1099133"/>
          </a:xfrm>
        </p:spPr>
        <p:txBody>
          <a:bodyPr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halkboard" panose="03050602040202020205" pitchFamily="66" charset="77"/>
              </a:rPr>
              <a:t>AgriServe Business – From providing technical expertise to support investment decisions, technical backstopping of farming operations to management of </a:t>
            </a:r>
            <a:r>
              <a:rPr lang="en-US" sz="2000" b="1" dirty="0">
                <a:solidFill>
                  <a:srgbClr val="C00000"/>
                </a:solidFill>
                <a:latin typeface="Chalkboard" panose="03050602040202020205" pitchFamily="66" charset="77"/>
              </a:rPr>
              <a:t>mechanized </a:t>
            </a:r>
            <a:r>
              <a:rPr lang="en-US" sz="2000" dirty="0">
                <a:solidFill>
                  <a:srgbClr val="C00000"/>
                </a:solidFill>
                <a:latin typeface="Chalkboard" panose="03050602040202020205" pitchFamily="66" charset="77"/>
              </a:rPr>
              <a:t>farm and</a:t>
            </a:r>
            <a:r>
              <a:rPr lang="en-US" sz="2000" b="1" dirty="0">
                <a:solidFill>
                  <a:srgbClr val="C00000"/>
                </a:solidFill>
                <a:latin typeface="Chalkboard" panose="03050602040202020205" pitchFamily="66" charset="77"/>
              </a:rPr>
              <a:t> youth  </a:t>
            </a:r>
            <a:r>
              <a:rPr lang="en-US" sz="2000" dirty="0">
                <a:solidFill>
                  <a:srgbClr val="C00000"/>
                </a:solidFill>
                <a:latin typeface="Chalkboard" panose="03050602040202020205" pitchFamily="66" charset="77"/>
              </a:rPr>
              <a:t>outgrower schemes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A1DC862-90AD-0D42-8F0C-C6857C61E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017" y="2119074"/>
            <a:ext cx="4995863" cy="265896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5C6D9C51-0874-6340-AA7B-3FDEDB3B0DD0}"/>
              </a:ext>
            </a:extLst>
          </p:cNvPr>
          <p:cNvSpPr/>
          <p:nvPr/>
        </p:nvSpPr>
        <p:spPr>
          <a:xfrm>
            <a:off x="3634490" y="5572091"/>
            <a:ext cx="2914650" cy="62865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AgriServe</a:t>
            </a:r>
          </a:p>
        </p:txBody>
      </p:sp>
      <p:sp>
        <p:nvSpPr>
          <p:cNvPr id="7" name="Shape 6">
            <a:extLst>
              <a:ext uri="{FF2B5EF4-FFF2-40B4-BE49-F238E27FC236}">
                <a16:creationId xmlns="" xmlns:a16="http://schemas.microsoft.com/office/drawing/2014/main" id="{A3BE741B-D9B6-B545-8639-FDD425640B33}"/>
              </a:ext>
            </a:extLst>
          </p:cNvPr>
          <p:cNvSpPr/>
          <p:nvPr/>
        </p:nvSpPr>
        <p:spPr>
          <a:xfrm rot="15146882">
            <a:off x="2197165" y="3964113"/>
            <a:ext cx="1826138" cy="1312801"/>
          </a:xfrm>
          <a:prstGeom prst="swooshArrow">
            <a:avLst>
              <a:gd name="adj1" fmla="val 16310"/>
              <a:gd name="adj2" fmla="val 3137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aphicFrame>
        <p:nvGraphicFramePr>
          <p:cNvPr id="9" name="Diagram 8">
            <a:extLst>
              <a:ext uri="{FF2B5EF4-FFF2-40B4-BE49-F238E27FC236}">
                <a16:creationId xmlns="" xmlns:a16="http://schemas.microsoft.com/office/drawing/2014/main" id="{3184085A-DC9C-8E43-8CB0-1F954A59EC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0922529"/>
              </p:ext>
            </p:extLst>
          </p:nvPr>
        </p:nvGraphicFramePr>
        <p:xfrm>
          <a:off x="2028825" y="3352800"/>
          <a:ext cx="7058026" cy="2246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6A3641B3-17D9-5D4A-AA3C-48CE141025E6}"/>
              </a:ext>
            </a:extLst>
          </p:cNvPr>
          <p:cNvSpPr/>
          <p:nvPr/>
        </p:nvSpPr>
        <p:spPr>
          <a:xfrm>
            <a:off x="57150" y="4671161"/>
            <a:ext cx="22797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600" dirty="0">
                <a:latin typeface="Chalkboard" panose="03050602040202020205" pitchFamily="66" charset="77"/>
              </a:rPr>
              <a:t>Involve agripreneurs to earn $5,000 - $12,000 annually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96441A8-CB1C-ED4F-B6E6-8E9E7DD5C29C}"/>
              </a:ext>
            </a:extLst>
          </p:cNvPr>
          <p:cNvSpPr txBox="1"/>
          <p:nvPr/>
        </p:nvSpPr>
        <p:spPr>
          <a:xfrm>
            <a:off x="2254766" y="4494873"/>
            <a:ext cx="2914649" cy="1077218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halkboard" panose="03050602040202020205" pitchFamily="66" charset="77"/>
              </a:rPr>
              <a:t>Design outgrower scheme,</a:t>
            </a:r>
          </a:p>
          <a:p>
            <a:pPr algn="ctr"/>
            <a:r>
              <a:rPr lang="en-US" sz="1600" dirty="0">
                <a:latin typeface="Chalkboard" panose="03050602040202020205" pitchFamily="66" charset="77"/>
              </a:rPr>
              <a:t>organize producers network, increase production - restore productivity</a:t>
            </a:r>
          </a:p>
        </p:txBody>
      </p:sp>
      <p:sp>
        <p:nvSpPr>
          <p:cNvPr id="10" name="Title 2">
            <a:extLst>
              <a:ext uri="{FF2B5EF4-FFF2-40B4-BE49-F238E27FC236}">
                <a16:creationId xmlns="" xmlns:a16="http://schemas.microsoft.com/office/drawing/2014/main" id="{2213F39E-77BB-4CDE-915F-307499701D33}"/>
              </a:ext>
            </a:extLst>
          </p:cNvPr>
          <p:cNvSpPr txBox="1">
            <a:spLocks/>
          </p:cNvSpPr>
          <p:nvPr/>
        </p:nvSpPr>
        <p:spPr>
          <a:xfrm>
            <a:off x="5562601" y="115043"/>
            <a:ext cx="3124200" cy="570757"/>
          </a:xfrm>
          <a:prstGeom prst="rect">
            <a:avLst/>
          </a:prstGeom>
        </p:spPr>
        <p:txBody>
          <a:bodyPr rtlCol="0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AgriServe</a:t>
            </a:r>
            <a:endParaRPr kumimoji="0" lang="en-US" sz="32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1505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838503"/>
            <a:ext cx="457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6600"/>
                </a:solidFill>
              </a:rPr>
              <a:t>For partnerships and cooperation, </a:t>
            </a:r>
          </a:p>
          <a:p>
            <a:r>
              <a:rPr lang="en-US" sz="3600" dirty="0">
                <a:solidFill>
                  <a:srgbClr val="FF6600"/>
                </a:solidFill>
              </a:rPr>
              <a:t>contact BIP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6600"/>
                </a:solidFill>
              </a:rPr>
              <a:t>CEO</a:t>
            </a:r>
          </a:p>
          <a:p>
            <a:r>
              <a:rPr lang="en-US" sz="3600" dirty="0"/>
              <a:t>Frederick Schreurs</a:t>
            </a:r>
          </a:p>
          <a:p>
            <a:r>
              <a:rPr lang="en-US" sz="3600" dirty="0">
                <a:solidFill>
                  <a:srgbClr val="0000FF"/>
                </a:solidFill>
                <a:hlinkClick r:id="rId2"/>
              </a:rPr>
              <a:t>f.schreurs@cgiar.org</a:t>
            </a:r>
            <a:endParaRPr lang="en-US" sz="3600" dirty="0">
              <a:solidFill>
                <a:srgbClr val="0000FF"/>
              </a:solidFill>
            </a:endParaRPr>
          </a:p>
          <a:p>
            <a:endParaRPr lang="en-US" sz="4000" b="1" dirty="0"/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2971800" y="76200"/>
            <a:ext cx="5715000" cy="838200"/>
          </a:xfrm>
          <a:prstGeom prst="rect">
            <a:avLst/>
          </a:prstGeom>
        </p:spPr>
        <p:txBody>
          <a:bodyPr rtlCol="0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Contact us</a:t>
            </a:r>
          </a:p>
        </p:txBody>
      </p:sp>
      <p:pic>
        <p:nvPicPr>
          <p:cNvPr id="4" name="Picture 3" descr="BIP IY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733" y="838182"/>
            <a:ext cx="4258733" cy="568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10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24265</TotalTime>
  <Words>602</Words>
  <Application>Microsoft Office PowerPoint</Application>
  <PresentationFormat>On-screen Show (4:3)</PresentationFormat>
  <Paragraphs>115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ＭＳ Ｐゴシック</vt:lpstr>
      <vt:lpstr>Adobe Gothic Std B</vt:lpstr>
      <vt:lpstr>Arial</vt:lpstr>
      <vt:lpstr>Calibri</vt:lpstr>
      <vt:lpstr>Chalkboard</vt:lpstr>
      <vt:lpstr>Myriad Headline</vt:lpstr>
      <vt:lpstr>Verdana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Products &amp; Services Developed from our research</vt:lpstr>
      <vt:lpstr>Launching</vt:lpstr>
      <vt:lpstr>PowerPoint Presentation</vt:lpstr>
      <vt:lpstr>Aflasafe to Combat Aflatoxin in Maize</vt:lpstr>
      <vt:lpstr>Aflasafe to Combat Aflatoxin in Maize</vt:lpstr>
      <vt:lpstr>Nodumax</vt:lpstr>
      <vt:lpstr>AgriServe Business – From providing technical expertise to support investment decisions, technical backstopping of farming operations to management of mechanized farm and youth  outgrower schemes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IITA Youth Agripreneurs (IYA)</dc:title>
  <dc:creator>Tuka</dc:creator>
  <cp:lastModifiedBy>User</cp:lastModifiedBy>
  <cp:revision>628</cp:revision>
  <cp:lastPrinted>2019-07-30T14:06:16Z</cp:lastPrinted>
  <dcterms:created xsi:type="dcterms:W3CDTF">2016-04-07T13:00:18Z</dcterms:created>
  <dcterms:modified xsi:type="dcterms:W3CDTF">2019-10-24T05:20:38Z</dcterms:modified>
</cp:coreProperties>
</file>